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embeddings/oleObject1.bin" ContentType="application/vnd.openxmlformats-officedocument.oleObject"/>
  <Override PartName="/ppt/handoutMasters/handoutMaster1.xml" ContentType="application/vnd.openxmlformats-officedocument.presentationml.handoutMaster+xml"/>
  <Override PartName="/ppt/media/image4.svg" ContentType="image/svg+xml"/>
  <Override PartName="/ppt/media/image5.svg" ContentType="image/svg+xml"/>
  <Override PartName="/ppt/media/image6.svg" ContentType="image/svg+xml"/>
  <Override PartName="/ppt/media/image7.svg" ContentType="image/svg+xml"/>
  <Override PartName="/ppt/media/image8.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44"/>
  </p:notesMasterIdLst>
  <p:handoutMasterIdLst>
    <p:handoutMasterId r:id="rId45"/>
  </p:handoutMasterIdLst>
  <p:sldIdLst>
    <p:sldId id="256" r:id="rId13"/>
    <p:sldId id="257" r:id="rId14"/>
    <p:sldId id="258" r:id="rId15"/>
    <p:sldId id="259" r:id="rId16"/>
    <p:sldId id="260" r:id="rId17"/>
    <p:sldId id="261" r:id="rId18"/>
    <p:sldId id="262" r:id="rId19"/>
    <p:sldId id="263" r:id="rId20"/>
    <p:sldId id="264" r:id="rId21"/>
    <p:sldId id="265" r:id="rId22"/>
    <p:sldId id="266" r:id="rId23"/>
  </p:sldIdLst>
  <p:sldSz cx="12192000" cy="6858000"/>
  <p:notesSz cx="7315200" cy="123444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21D55"/>
    <a:srgbClr val="2F1D53"/>
    <a:srgbClr val="0B4497"/>
    <a:srgbClr val="0E58C4"/>
    <a:srgbClr val="404040"/>
    <a:srgbClr val="7F8FA9"/>
    <a:srgbClr val="ACCBF9"/>
    <a:srgbClr val="85B2F6"/>
    <a:srgbClr val="4A8EF2"/>
    <a:srgbClr val="00206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DD34E83-0208-4699-820D-BABC8997FF29}" v="52" dt="2026-10-02T04:52:23.87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548" autoAdjust="0"/>
    <p:restoredTop sz="84407" autoAdjust="0"/>
  </p:normalViewPr>
  <p:slideViewPr>
    <p:cSldViewPr snapToGrid="0" snapToObjects="1">
      <p:cViewPr varScale="1">
        <p:scale>
          <a:sx n="80" d="100"/>
          <a:sy n="80" d="100"/>
        </p:scale>
        <p:origin x="619" y="67"/>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50" d="100"/>
        <a:sy n="50" d="100"/>
      </p:scale>
      <p:origin x="0" y="-474"/>
    </p:cViewPr>
  </p:sorterViewPr>
  <p:notesViewPr>
    <p:cSldViewPr snapToGrid="0" snapToObjects="1">
      <p:cViewPr varScale="1">
        <p:scale>
          <a:sx n="60" d="100"/>
          <a:sy n="60" d="100"/>
        </p:scale>
        <p:origin x="4260" y="96"/>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44" Type="http://schemas.openxmlformats.org/officeDocument/2006/relationships/notesMaster" Target="notesMasters/notesMaster1.xml"/><Relationship Id="rId45" Type="http://schemas.openxmlformats.org/officeDocument/2006/relationships/handoutMaster" Target="handoutMasters/handoutMaster1.xml"/><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 Id="rId50" Type="http://schemas.microsoft.com/office/2016/11/relationships/changesInfo" Target="changesInfos/changesInfo1.xml"/><Relationship Id="rId51"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esar Silva" userId="5fd7436578886c79" providerId="LiveId" clId="{176B44B2-B01B-4A54-A4F4-97D3395904DD}"/>
    <pc:docChg chg="custSel modSld">
      <pc:chgData name="Cesar Silva" userId="5fd7436578886c79" providerId="LiveId" clId="{176B44B2-B01B-4A54-A4F4-97D3395904DD}" dt="2026-10-02T04:52:23.877" v="155"/>
      <pc:docMkLst>
        <pc:docMk/>
      </pc:docMkLst>
      <pc:sldChg chg="addSp delSp modSp mod">
        <pc:chgData name="Cesar Silva" userId="5fd7436578886c79" providerId="LiveId" clId="{176B44B2-B01B-4A54-A4F4-97D3395904DD}" dt="2026-10-02T04:48:16.899" v="138" actId="478"/>
        <pc:sldMkLst>
          <pc:docMk/>
          <pc:sldMk cId="2142701248" sldId="268"/>
        </pc:sldMkLst>
        <pc:picChg chg="add del mod">
          <ac:chgData name="Cesar Silva" userId="5fd7436578886c79" providerId="LiveId" clId="{176B44B2-B01B-4A54-A4F4-97D3395904DD}" dt="2026-10-02T04:48:16.899" v="138" actId="478"/>
          <ac:picMkLst>
            <pc:docMk/>
            <pc:sldMk cId="2142701248" sldId="268"/>
            <ac:picMk id="5" creationId="{E804AF1C-58A2-0926-1C78-04AD65E748AC}"/>
          </ac:picMkLst>
        </pc:picChg>
      </pc:sldChg>
      <pc:sldChg chg="addSp delSp modSp mod">
        <pc:chgData name="Cesar Silva" userId="5fd7436578886c79" providerId="LiveId" clId="{176B44B2-B01B-4A54-A4F4-97D3395904DD}" dt="2026-10-02T04:48:52.648" v="146" actId="478"/>
        <pc:sldMkLst>
          <pc:docMk/>
          <pc:sldMk cId="2952665402" sldId="320"/>
        </pc:sldMkLst>
        <pc:spChg chg="add del mod">
          <ac:chgData name="Cesar Silva" userId="5fd7436578886c79" providerId="LiveId" clId="{176B44B2-B01B-4A54-A4F4-97D3395904DD}" dt="2026-10-02T04:48:52.055" v="145" actId="478"/>
          <ac:spMkLst>
            <pc:docMk/>
            <pc:sldMk cId="2952665402" sldId="320"/>
            <ac:spMk id="12" creationId="{1237FA49-916A-141C-D76B-D86BB4846138}"/>
          </ac:spMkLst>
        </pc:spChg>
        <pc:graphicFrameChg chg="mod">
          <ac:chgData name="Cesar Silva" userId="5fd7436578886c79" providerId="LiveId" clId="{176B44B2-B01B-4A54-A4F4-97D3395904DD}" dt="2026-10-02T04:48:06.866" v="132"/>
          <ac:graphicFrameMkLst>
            <pc:docMk/>
            <pc:sldMk cId="2952665402" sldId="320"/>
            <ac:graphicFrameMk id="14" creationId="{D39695C8-403B-A663-0077-05489DECCC5C}"/>
          </ac:graphicFrameMkLst>
        </pc:graphicFrameChg>
        <pc:picChg chg="add del mod">
          <ac:chgData name="Cesar Silva" userId="5fd7436578886c79" providerId="LiveId" clId="{176B44B2-B01B-4A54-A4F4-97D3395904DD}" dt="2026-10-02T04:48:52.648" v="146" actId="478"/>
          <ac:picMkLst>
            <pc:docMk/>
            <pc:sldMk cId="2952665402" sldId="320"/>
            <ac:picMk id="11" creationId="{3B6A0CA7-7A7B-9C5E-B602-8B90329BD64F}"/>
          </ac:picMkLst>
        </pc:picChg>
      </pc:sldChg>
      <pc:sldChg chg="modSp mod">
        <pc:chgData name="Cesar Silva" userId="5fd7436578886c79" providerId="LiveId" clId="{176B44B2-B01B-4A54-A4F4-97D3395904DD}" dt="2026-10-02T04:48:06.866" v="134"/>
        <pc:sldMkLst>
          <pc:docMk/>
          <pc:sldMk cId="3518942910" sldId="321"/>
        </pc:sldMkLst>
        <pc:graphicFrameChg chg="mod">
          <ac:chgData name="Cesar Silva" userId="5fd7436578886c79" providerId="LiveId" clId="{176B44B2-B01B-4A54-A4F4-97D3395904DD}" dt="2026-10-02T04:48:06.866" v="134"/>
          <ac:graphicFrameMkLst>
            <pc:docMk/>
            <pc:sldMk cId="3518942910" sldId="321"/>
            <ac:graphicFrameMk id="18" creationId="{3E87A6A9-D480-3F8C-C0C7-2F9FEC3E9702}"/>
          </ac:graphicFrameMkLst>
        </pc:graphicFrameChg>
      </pc:sldChg>
      <pc:sldChg chg="modSp mod">
        <pc:chgData name="Cesar Silva" userId="5fd7436578886c79" providerId="LiveId" clId="{176B44B2-B01B-4A54-A4F4-97D3395904DD}" dt="2026-10-02T02:44:50.694" v="87" actId="20577"/>
        <pc:sldMkLst>
          <pc:docMk/>
          <pc:sldMk cId="0" sldId="327"/>
        </pc:sldMkLst>
        <pc:spChg chg="mod">
          <ac:chgData name="Cesar Silva" userId="5fd7436578886c79" providerId="LiveId" clId="{176B44B2-B01B-4A54-A4F4-97D3395904DD}" dt="2026-10-02T02:44:50.694" v="87" actId="20577"/>
          <ac:spMkLst>
            <pc:docMk/>
            <pc:sldMk cId="0" sldId="327"/>
            <ac:spMk id="4" creationId="{00000000-0000-0000-0000-000000000000}"/>
          </ac:spMkLst>
        </pc:spChg>
      </pc:sldChg>
      <pc:sldChg chg="mod modShow">
        <pc:chgData name="Cesar Silva" userId="5fd7436578886c79" providerId="LiveId" clId="{176B44B2-B01B-4A54-A4F4-97D3395904DD}" dt="2026-10-02T04:41:05.325" v="88" actId="729"/>
        <pc:sldMkLst>
          <pc:docMk/>
          <pc:sldMk cId="0" sldId="358"/>
        </pc:sldMkLst>
      </pc:sldChg>
      <pc:sldChg chg="mod modShow">
        <pc:chgData name="Cesar Silva" userId="5fd7436578886c79" providerId="LiveId" clId="{176B44B2-B01B-4A54-A4F4-97D3395904DD}" dt="2026-10-02T04:41:05.325" v="88" actId="729"/>
        <pc:sldMkLst>
          <pc:docMk/>
          <pc:sldMk cId="0" sldId="359"/>
        </pc:sldMkLst>
      </pc:sldChg>
      <pc:sldChg chg="mod modShow">
        <pc:chgData name="Cesar Silva" userId="5fd7436578886c79" providerId="LiveId" clId="{176B44B2-B01B-4A54-A4F4-97D3395904DD}" dt="2026-10-02T04:41:05.325" v="88" actId="729"/>
        <pc:sldMkLst>
          <pc:docMk/>
          <pc:sldMk cId="0" sldId="360"/>
        </pc:sldMkLst>
      </pc:sldChg>
      <pc:sldChg chg="mod modShow">
        <pc:chgData name="Cesar Silva" userId="5fd7436578886c79" providerId="LiveId" clId="{176B44B2-B01B-4A54-A4F4-97D3395904DD}" dt="2026-10-02T04:41:05.325" v="88" actId="729"/>
        <pc:sldMkLst>
          <pc:docMk/>
          <pc:sldMk cId="0" sldId="361"/>
        </pc:sldMkLst>
      </pc:sldChg>
      <pc:sldChg chg="mod modShow">
        <pc:chgData name="Cesar Silva" userId="5fd7436578886c79" providerId="LiveId" clId="{176B44B2-B01B-4A54-A4F4-97D3395904DD}" dt="2026-10-02T04:41:14.501" v="89" actId="729"/>
        <pc:sldMkLst>
          <pc:docMk/>
          <pc:sldMk cId="0" sldId="362"/>
        </pc:sldMkLst>
      </pc:sldChg>
      <pc:sldChg chg="mod modShow">
        <pc:chgData name="Cesar Silva" userId="5fd7436578886c79" providerId="LiveId" clId="{176B44B2-B01B-4A54-A4F4-97D3395904DD}" dt="2026-10-02T04:41:14.501" v="89" actId="729"/>
        <pc:sldMkLst>
          <pc:docMk/>
          <pc:sldMk cId="0" sldId="363"/>
        </pc:sldMkLst>
      </pc:sldChg>
      <pc:sldChg chg="mod modShow">
        <pc:chgData name="Cesar Silva" userId="5fd7436578886c79" providerId="LiveId" clId="{176B44B2-B01B-4A54-A4F4-97D3395904DD}" dt="2026-10-02T04:41:14.501" v="89" actId="729"/>
        <pc:sldMkLst>
          <pc:docMk/>
          <pc:sldMk cId="0" sldId="364"/>
        </pc:sldMkLst>
      </pc:sldChg>
      <pc:sldChg chg="mod modShow">
        <pc:chgData name="Cesar Silva" userId="5fd7436578886c79" providerId="LiveId" clId="{176B44B2-B01B-4A54-A4F4-97D3395904DD}" dt="2026-10-02T04:41:14.501" v="89" actId="729"/>
        <pc:sldMkLst>
          <pc:docMk/>
          <pc:sldMk cId="0" sldId="365"/>
        </pc:sldMkLst>
      </pc:sldChg>
      <pc:sldChg chg="modSp mod">
        <pc:chgData name="Cesar Silva" userId="5fd7436578886c79" providerId="LiveId" clId="{176B44B2-B01B-4A54-A4F4-97D3395904DD}" dt="2026-10-02T04:52:23.877" v="155"/>
        <pc:sldMkLst>
          <pc:docMk/>
          <pc:sldMk cId="0" sldId="366"/>
        </pc:sldMkLst>
        <pc:graphicFrameChg chg="mod">
          <ac:chgData name="Cesar Silva" userId="5fd7436578886c79" providerId="LiveId" clId="{176B44B2-B01B-4A54-A4F4-97D3395904DD}" dt="2026-10-02T04:50:42.770" v="148" actId="208"/>
          <ac:graphicFrameMkLst>
            <pc:docMk/>
            <pc:sldMk cId="0" sldId="366"/>
            <ac:graphicFrameMk id="11" creationId="{00000000-0000-0000-0000-000000000000}"/>
          </ac:graphicFrameMkLst>
        </pc:graphicFrameChg>
        <pc:graphicFrameChg chg="mod modGraphic">
          <ac:chgData name="Cesar Silva" userId="5fd7436578886c79" providerId="LiveId" clId="{176B44B2-B01B-4A54-A4F4-97D3395904DD}" dt="2026-10-02T04:52:23.877" v="155"/>
          <ac:graphicFrameMkLst>
            <pc:docMk/>
            <pc:sldMk cId="0" sldId="366"/>
            <ac:graphicFrameMk id="15" creationId="{00000000-0000-0000-0000-000000000000}"/>
          </ac:graphicFrameMkLst>
        </pc:graphicFrameChg>
      </pc:sldChg>
      <pc:sldChg chg="modSp mod">
        <pc:chgData name="Cesar Silva" userId="5fd7436578886c79" providerId="LiveId" clId="{176B44B2-B01B-4A54-A4F4-97D3395904DD}" dt="2026-10-02T04:51:47.814" v="151" actId="255"/>
        <pc:sldMkLst>
          <pc:docMk/>
          <pc:sldMk cId="0" sldId="367"/>
        </pc:sldMkLst>
        <pc:graphicFrameChg chg="modGraphic">
          <ac:chgData name="Cesar Silva" userId="5fd7436578886c79" providerId="LiveId" clId="{176B44B2-B01B-4A54-A4F4-97D3395904DD}" dt="2026-10-02T04:51:47.814" v="151" actId="255"/>
          <ac:graphicFrameMkLst>
            <pc:docMk/>
            <pc:sldMk cId="0" sldId="367"/>
            <ac:graphicFrameMk id="15" creationId="{00000000-0000-0000-0000-000000000000}"/>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9B0EB1A-8AEA-7F3F-1A01-EBB1741B7992}"/>
              </a:ext>
            </a:extLst>
          </p:cNvPr>
          <p:cNvSpPr>
            <a:spLocks noGrp="1"/>
          </p:cNvSpPr>
          <p:nvPr>
            <p:ph type="hdr" sz="quarter"/>
          </p:nvPr>
        </p:nvSpPr>
        <p:spPr>
          <a:xfrm>
            <a:off x="0" y="0"/>
            <a:ext cx="3170238" cy="61912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2729C36D-7B32-3359-A62B-5F136AEF160B}"/>
              </a:ext>
            </a:extLst>
          </p:cNvPr>
          <p:cNvSpPr>
            <a:spLocks noGrp="1"/>
          </p:cNvSpPr>
          <p:nvPr>
            <p:ph type="dt" sz="quarter" idx="1"/>
          </p:nvPr>
        </p:nvSpPr>
        <p:spPr>
          <a:xfrm>
            <a:off x="4143375" y="0"/>
            <a:ext cx="3170238" cy="619125"/>
          </a:xfrm>
          <a:prstGeom prst="rect">
            <a:avLst/>
          </a:prstGeom>
        </p:spPr>
        <p:txBody>
          <a:bodyPr vert="horz" lIns="91440" tIns="45720" rIns="91440" bIns="45720" rtlCol="0"/>
          <a:lstStyle>
            <a:lvl1pPr algn="r">
              <a:defRPr sz="1200"/>
            </a:lvl1pPr>
          </a:lstStyle>
          <a:p>
            <a:fld id="{F101C0D6-05B3-4ACF-8E39-BCB34DF184E8}" type="datetimeFigureOut">
              <a:rPr lang="en-US" smtClean="0"/>
              <a:t>10/1/2026</a:t>
            </a:fld>
            <a:endParaRPr lang="en-US"/>
          </a:p>
        </p:txBody>
      </p:sp>
      <p:sp>
        <p:nvSpPr>
          <p:cNvPr id="4" name="Footer Placeholder 3">
            <a:extLst>
              <a:ext uri="{FF2B5EF4-FFF2-40B4-BE49-F238E27FC236}">
                <a16:creationId xmlns:a16="http://schemas.microsoft.com/office/drawing/2014/main" id="{DEB01E89-54B8-23F7-585E-1B1C568D277E}"/>
              </a:ext>
            </a:extLst>
          </p:cNvPr>
          <p:cNvSpPr>
            <a:spLocks noGrp="1"/>
          </p:cNvSpPr>
          <p:nvPr>
            <p:ph type="ftr" sz="quarter" idx="2"/>
          </p:nvPr>
        </p:nvSpPr>
        <p:spPr>
          <a:xfrm>
            <a:off x="0" y="11725275"/>
            <a:ext cx="3170238" cy="619125"/>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1C90DD16-DAD6-2CE8-FEC6-33CDD77B30CD}"/>
              </a:ext>
            </a:extLst>
          </p:cNvPr>
          <p:cNvSpPr>
            <a:spLocks noGrp="1"/>
          </p:cNvSpPr>
          <p:nvPr>
            <p:ph type="sldNum" sz="quarter" idx="3"/>
          </p:nvPr>
        </p:nvSpPr>
        <p:spPr>
          <a:xfrm>
            <a:off x="4143375" y="11725275"/>
            <a:ext cx="3170238" cy="619125"/>
          </a:xfrm>
          <a:prstGeom prst="rect">
            <a:avLst/>
          </a:prstGeom>
        </p:spPr>
        <p:txBody>
          <a:bodyPr vert="horz" lIns="91440" tIns="45720" rIns="91440" bIns="45720" rtlCol="0" anchor="b"/>
          <a:lstStyle>
            <a:lvl1pPr algn="r">
              <a:defRPr sz="1200"/>
            </a:lvl1pPr>
          </a:lstStyle>
          <a:p>
            <a:fld id="{97B67920-FB51-4B8C-BACC-237CB5C34EC5}" type="slidenum">
              <a:rPr lang="en-US" smtClean="0"/>
              <a:t>‹#›</a:t>
            </a:fld>
            <a:endParaRPr lang="en-US"/>
          </a:p>
        </p:txBody>
      </p:sp>
    </p:spTree>
    <p:extLst>
      <p:ext uri="{BB962C8B-B14F-4D97-AF65-F5344CB8AC3E}">
        <p14:creationId xmlns:p14="http://schemas.microsoft.com/office/powerpoint/2010/main" val="227192127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3170238" cy="619125"/>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4143375" y="0"/>
            <a:ext cx="3170238" cy="619125"/>
          </a:xfrm>
          <a:prstGeom prst="rect">
            <a:avLst/>
          </a:prstGeom>
        </p:spPr>
        <p:txBody>
          <a:bodyPr vert="horz" lIns="91440" tIns="45720" rIns="91440" bIns="45720" rtlCol="0"/>
          <a:lstStyle>
            <a:lvl1pPr algn="r">
              <a:defRPr sz="1200"/>
            </a:lvl1pPr>
          </a:lstStyle>
          <a:p>
            <a:fld id="{9D158C8C-6436-4601-A041-0CA519A1B529}" type="datetimeFigureOut">
              <a:rPr lang="es-MX" smtClean="0"/>
              <a:t>01/10/2026</a:t>
            </a:fld>
            <a:endParaRPr lang="es-MX"/>
          </a:p>
        </p:txBody>
      </p:sp>
      <p:sp>
        <p:nvSpPr>
          <p:cNvPr id="4" name="Marcador de imagen de diapositiva 3"/>
          <p:cNvSpPr>
            <a:spLocks noGrp="1" noRot="1" noChangeAspect="1"/>
          </p:cNvSpPr>
          <p:nvPr>
            <p:ph type="sldImg" idx="2"/>
          </p:nvPr>
        </p:nvSpPr>
        <p:spPr>
          <a:xfrm>
            <a:off x="-44450" y="1543050"/>
            <a:ext cx="7404100" cy="41656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731838" y="5940425"/>
            <a:ext cx="5851525" cy="4860925"/>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11725275"/>
            <a:ext cx="3170238" cy="619125"/>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4143375" y="11725275"/>
            <a:ext cx="3170238" cy="619125"/>
          </a:xfrm>
          <a:prstGeom prst="rect">
            <a:avLst/>
          </a:prstGeom>
        </p:spPr>
        <p:txBody>
          <a:bodyPr vert="horz" lIns="91440" tIns="45720" rIns="91440" bIns="45720" rtlCol="0" anchor="b"/>
          <a:lstStyle>
            <a:lvl1pPr algn="r">
              <a:defRPr sz="1200"/>
            </a:lvl1pPr>
          </a:lstStyle>
          <a:p>
            <a:fld id="{3DF902A1-0F12-4123-9C8D-069C2E8E07DC}" type="slidenum">
              <a:rPr lang="es-MX" smtClean="0"/>
              <a:t>‹#›</a:t>
            </a:fld>
            <a:endParaRPr lang="es-MX"/>
          </a:p>
        </p:txBody>
      </p:sp>
    </p:spTree>
    <p:extLst>
      <p:ext uri="{BB962C8B-B14F-4D97-AF65-F5344CB8AC3E}">
        <p14:creationId xmlns:p14="http://schemas.microsoft.com/office/powerpoint/2010/main" val="42310985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Master" Target="../slideMasters/slideMaster1.xml"/><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Master" Target="../slideMasters/slideMaster1.xml"/><Relationship Id="rId3"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Master" Target="../slideMasters/slideMaster1.xml"/><Relationship Id="rId3"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Master" Target="../slideMasters/slideMaster1.xml"/><Relationship Id="rId3"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Master" Target="../slideMasters/slideMaster1.xml"/><Relationship Id="rId3"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tags" Target="../tags/tag7.xml"/><Relationship Id="rId2" Type="http://schemas.openxmlformats.org/officeDocument/2006/relationships/slideMaster" Target="../slideMasters/slideMaster1.xml"/><Relationship Id="rId3"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tags" Target="../tags/tag8.xml"/><Relationship Id="rId2" Type="http://schemas.openxmlformats.org/officeDocument/2006/relationships/slideMaster" Target="../slideMasters/slideMaster1.xml"/><Relationship Id="rId3"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tags" Target="../tags/tag9.xml"/><Relationship Id="rId2" Type="http://schemas.openxmlformats.org/officeDocument/2006/relationships/slideMaster" Target="../slideMasters/slideMaster1.xml"/><Relationship Id="rId3" Type="http://schemas.openxmlformats.org/officeDocument/2006/relationships/image" Target="../media/image3.png"/></Relationships>
</file>

<file path=ppt/slideLayouts/_rels/slideLayout9.xml.rels><?xml version='1.0' encoding='UTF-8' standalone='yes'?>
<Relationships xmlns="http://schemas.openxmlformats.org/package/2006/relationships"><Relationship Id="rId1" Type="http://schemas.openxmlformats.org/officeDocument/2006/relationships/tags" Target="../tags/tag10.xml"/><Relationship Id="rId2" Type="http://schemas.openxmlformats.org/officeDocument/2006/relationships/slideMaster" Target="../slideMasters/slideMaster1.xml"/><Relationship Id="rId3"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Id1" Type="http://schemas.openxmlformats.org/officeDocument/2006/relationships/tags" Target="../tags/tag11.xml"/><Relationship Id="rId2" Type="http://schemas.openxmlformats.org/officeDocument/2006/relationships/slideMaster" Target="../slideMasters/slideMaster1.xml"/><Relationship Id="rId3"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tags" Target="../tags/tag12.xml"/><Relationship Id="rId2" Type="http://schemas.openxmlformats.org/officeDocument/2006/relationships/slideMaster" Target="../slideMasters/slideMaster1.xml"/><Relationship Id="rId3"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1" Type="http://schemas.openxmlformats.org/officeDocument/2006/relationships/tags" Target="../tags/tag13.xml"/><Relationship Id="rId2" Type="http://schemas.openxmlformats.org/officeDocument/2006/relationships/slideMaster" Target="../slideMasters/slideMaster1.xml"/><Relationship Id="rId3" Type="http://schemas.openxmlformats.org/officeDocument/2006/relationships/image" Target="../media/image3.png"/></Relationships>
</file>

<file path=ppt/slideLayouts/_rels/slideLayout13.xml.rels><?xml version='1.0' encoding='UTF-8' standalone='yes'?>
<Relationships xmlns="http://schemas.openxmlformats.org/package/2006/relationships"><Relationship Id="rId1" Type="http://schemas.openxmlformats.org/officeDocument/2006/relationships/tags" Target="../tags/tag14.xml"/><Relationship Id="rId2" Type="http://schemas.openxmlformats.org/officeDocument/2006/relationships/slideMaster" Target="../slideMasters/slideMaster1.xml"/><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accent1"/>
        </a:solidFill>
        <a:effectLst/>
      </p:bgPr>
    </p:bg>
    <p:spTree>
      <p:nvGrpSpPr>
        <p:cNvPr id="1" name=""/>
        <p:cNvGrpSpPr/>
        <p:nvPr/>
      </p:nvGrpSpPr>
      <p:grpSpPr>
        <a:xfrm>
          <a:off x="0" y="0"/>
          <a:ext cx="0" cy="0"/>
          <a:chOff x="0" y="0"/>
          <a:chExt cx="0" cy="0"/>
        </a:xfrm>
      </p:grpSpPr>
      <p:sp>
        <p:nvSpPr>
          <p:cNvPr id="2" name="Do not remove" hidden="1">
            <a:extLst>
              <a:ext uri="{FF2B5EF4-FFF2-40B4-BE49-F238E27FC236}">
                <a16:creationId xmlns:a16="http://schemas.microsoft.com/office/drawing/2014/main" id="{07F07B77-EC2B-E249-9734-1A241F3C2E5E}"/>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11" name="Text Placeholder 10">
            <a:extLst>
              <a:ext uri="{FF2B5EF4-FFF2-40B4-BE49-F238E27FC236}">
                <a16:creationId xmlns:a16="http://schemas.microsoft.com/office/drawing/2014/main" id="{91E635AE-82D2-B66B-328F-B1E1156D4D78}"/>
              </a:ext>
            </a:extLst>
          </p:cNvPr>
          <p:cNvSpPr>
            <a:spLocks noGrp="1"/>
          </p:cNvSpPr>
          <p:nvPr>
            <p:ph type="body" sz="quarter" idx="11" hasCustomPrompt="1"/>
          </p:nvPr>
        </p:nvSpPr>
        <p:spPr>
          <a:xfrm>
            <a:off x="498764" y="3246689"/>
            <a:ext cx="11693236" cy="909602"/>
          </a:xfrm>
          <a:prstGeom prst="rect">
            <a:avLst/>
          </a:prstGeom>
        </p:spPr>
        <p:txBody>
          <a:bodyPr lIns="0" anchor="ctr"/>
          <a:lstStyle>
            <a:lvl1pPr marL="0" indent="0">
              <a:buNone/>
              <a:defRPr sz="4000">
                <a:solidFill>
                  <a:schemeClr val="bg1"/>
                </a:solidFill>
                <a:latin typeface="+mj-lt"/>
              </a:defRPr>
            </a:lvl1pPr>
          </a:lstStyle>
          <a:p>
            <a:pPr lvl="0"/>
            <a:r>
              <a:rPr lang="en-US" noProof="0"/>
              <a:t>Title of Analysis</a:t>
            </a:r>
          </a:p>
        </p:txBody>
      </p:sp>
      <p:sp>
        <p:nvSpPr>
          <p:cNvPr id="13" name="Text Placeholder 10">
            <a:extLst>
              <a:ext uri="{FF2B5EF4-FFF2-40B4-BE49-F238E27FC236}">
                <a16:creationId xmlns:a16="http://schemas.microsoft.com/office/drawing/2014/main" id="{CC7BB4E6-730D-509F-3104-02F405529A3D}"/>
              </a:ext>
            </a:extLst>
          </p:cNvPr>
          <p:cNvSpPr>
            <a:spLocks noGrp="1"/>
          </p:cNvSpPr>
          <p:nvPr>
            <p:ph type="body" sz="quarter" idx="12" hasCustomPrompt="1"/>
          </p:nvPr>
        </p:nvSpPr>
        <p:spPr>
          <a:xfrm>
            <a:off x="498764" y="4156292"/>
            <a:ext cx="11693236" cy="459590"/>
          </a:xfrm>
          <a:prstGeom prst="rect">
            <a:avLst/>
          </a:prstGeom>
        </p:spPr>
        <p:txBody>
          <a:bodyPr lIns="0" anchor="t"/>
          <a:lstStyle>
            <a:lvl1pPr marL="0" indent="0">
              <a:buNone/>
              <a:defRPr sz="2400">
                <a:solidFill>
                  <a:schemeClr val="bg1"/>
                </a:solidFill>
                <a:latin typeface="+mj-lt"/>
              </a:defRPr>
            </a:lvl1pPr>
          </a:lstStyle>
          <a:p>
            <a:pPr lvl="0"/>
            <a:r>
              <a:rPr lang="en-US" noProof="0" dirty="0"/>
              <a:t>Subtitle of Analysis / Analyst Initials</a:t>
            </a:r>
          </a:p>
        </p:txBody>
      </p:sp>
      <p:pic>
        <p:nvPicPr>
          <p:cNvPr id="21" name="Picture 20" descr="A black and white logo&#10;&#10;Description automatically generated">
            <a:extLst>
              <a:ext uri="{FF2B5EF4-FFF2-40B4-BE49-F238E27FC236}">
                <a16:creationId xmlns:a16="http://schemas.microsoft.com/office/drawing/2014/main" id="{467376BC-9C0F-BC2C-7072-0D0DB723320E}"/>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98764" y="1560281"/>
            <a:ext cx="4762864" cy="1111338"/>
          </a:xfrm>
          <a:prstGeom prst="rect">
            <a:avLst/>
          </a:prstGeom>
        </p:spPr>
      </p:pic>
    </p:spTree>
    <p:extLst>
      <p:ext uri="{BB962C8B-B14F-4D97-AF65-F5344CB8AC3E}">
        <p14:creationId xmlns:p14="http://schemas.microsoft.com/office/powerpoint/2010/main" val="29583431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sclaimer_1">
    <p:spTree>
      <p:nvGrpSpPr>
        <p:cNvPr id="1" name=""/>
        <p:cNvGrpSpPr/>
        <p:nvPr/>
      </p:nvGrpSpPr>
      <p:grpSpPr>
        <a:xfrm>
          <a:off x="0" y="0"/>
          <a:ext cx="0" cy="0"/>
          <a:chOff x="0" y="0"/>
          <a:chExt cx="0" cy="0"/>
        </a:xfrm>
      </p:grpSpPr>
      <p:sp>
        <p:nvSpPr>
          <p:cNvPr id="3" name="Do not remove" hidden="1">
            <a:extLst>
              <a:ext uri="{FF2B5EF4-FFF2-40B4-BE49-F238E27FC236}">
                <a16:creationId xmlns:a16="http://schemas.microsoft.com/office/drawing/2014/main" id="{0C0FA438-A50E-6746-6904-9C99E89FDE4A}"/>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sp>
        <p:nvSpPr>
          <p:cNvPr id="5" name="TextBox 4">
            <a:extLst>
              <a:ext uri="{FF2B5EF4-FFF2-40B4-BE49-F238E27FC236}">
                <a16:creationId xmlns:a16="http://schemas.microsoft.com/office/drawing/2014/main" id="{91FDDEA5-8A29-A472-3223-3D8D3392A192}"/>
              </a:ext>
            </a:extLst>
          </p:cNvPr>
          <p:cNvSpPr txBox="1"/>
          <p:nvPr userDrawn="1"/>
        </p:nvSpPr>
        <p:spPr>
          <a:xfrm>
            <a:off x="516676" y="487030"/>
            <a:ext cx="8995686" cy="414794"/>
          </a:xfrm>
          <a:prstGeom prst="rect">
            <a:avLst/>
          </a:prstGeom>
        </p:spPr>
        <p:txBody>
          <a:bodyPr lIns="0">
            <a:noAutofit/>
          </a:bodyPr>
          <a:lstStyle>
            <a:defPPr>
              <a:defRPr lang="es-MX"/>
            </a:defPPr>
            <a:lvl1pPr lvl="0">
              <a:lnSpc>
                <a:spcPct val="90000"/>
              </a:lnSpc>
              <a:spcBef>
                <a:spcPct val="0"/>
              </a:spcBef>
              <a:buNone/>
              <a:defRPr sz="2800" b="0">
                <a:latin typeface="Arial" panose="020B0604020202020204" pitchFamily="34" charset="0"/>
                <a:ea typeface="+mj-ea"/>
                <a:cs typeface="Arial" panose="020B0604020202020204" pitchFamily="34" charset="0"/>
              </a:defRPr>
            </a:lvl1pPr>
          </a:lstStyle>
          <a:p>
            <a:pPr lvl="0"/>
            <a:r>
              <a:rPr lang="en-US" noProof="0" dirty="0">
                <a:solidFill>
                  <a:schemeClr val="tx1"/>
                </a:solidFill>
              </a:rPr>
              <a:t>Disclaimer</a:t>
            </a:r>
          </a:p>
        </p:txBody>
      </p:sp>
      <p:cxnSp>
        <p:nvCxnSpPr>
          <p:cNvPr id="7" name="Conector recto 6">
            <a:extLst>
              <a:ext uri="{FF2B5EF4-FFF2-40B4-BE49-F238E27FC236}">
                <a16:creationId xmlns:a16="http://schemas.microsoft.com/office/drawing/2014/main" id="{4E6C3F20-2666-8543-8C31-2C5B3049A759}"/>
              </a:ext>
            </a:extLst>
          </p:cNvPr>
          <p:cNvCxnSpPr>
            <a:cxnSpLocks/>
          </p:cNvCxnSpPr>
          <p:nvPr userDrawn="1"/>
        </p:nvCxnSpPr>
        <p:spPr>
          <a:xfrm>
            <a:off x="516676" y="286563"/>
            <a:ext cx="11212869" cy="0"/>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pic>
        <p:nvPicPr>
          <p:cNvPr id="8" name="Imagen 7" descr="Imagen que contiene negro, firmar, hombre&#10;&#10;Descripción generada automáticamente">
            <a:extLst>
              <a:ext uri="{FF2B5EF4-FFF2-40B4-BE49-F238E27FC236}">
                <a16:creationId xmlns:a16="http://schemas.microsoft.com/office/drawing/2014/main" id="{7C331CAA-24FF-4CEB-B423-C1D80DD69E26}"/>
              </a:ext>
            </a:extLst>
          </p:cNvPr>
          <p:cNvPicPr>
            <a:picLocks noChangeAspect="1"/>
          </p:cNvPicPr>
          <p:nvPr userDrawn="1"/>
        </p:nvPicPr>
        <p:blipFill>
          <a:blip r:embed="rId3"/>
          <a:stretch>
            <a:fillRect/>
          </a:stretch>
        </p:blipFill>
        <p:spPr>
          <a:xfrm>
            <a:off x="9512361" y="331377"/>
            <a:ext cx="2217184" cy="820266"/>
          </a:xfrm>
          <a:prstGeom prst="rect">
            <a:avLst/>
          </a:prstGeom>
        </p:spPr>
      </p:pic>
      <p:sp>
        <p:nvSpPr>
          <p:cNvPr id="2" name="TextBox 1">
            <a:extLst>
              <a:ext uri="{FF2B5EF4-FFF2-40B4-BE49-F238E27FC236}">
                <a16:creationId xmlns:a16="http://schemas.microsoft.com/office/drawing/2014/main" id="{A61F37F1-2268-7286-14F6-02583EAFFBA2}"/>
              </a:ext>
            </a:extLst>
          </p:cNvPr>
          <p:cNvSpPr txBox="1"/>
          <p:nvPr userDrawn="1"/>
        </p:nvSpPr>
        <p:spPr>
          <a:xfrm>
            <a:off x="516676" y="1985818"/>
            <a:ext cx="11266695" cy="4207778"/>
          </a:xfrm>
          <a:prstGeom prst="rect">
            <a:avLst/>
          </a:prstGeom>
        </p:spPr>
        <p:txBody>
          <a:bodyPr lIns="0">
            <a:noAutofit/>
          </a:bodyPr>
          <a:lstStyle>
            <a:lvl1pPr lvl="0" indent="0">
              <a:lnSpc>
                <a:spcPct val="90000"/>
              </a:lnSpc>
              <a:spcBef>
                <a:spcPts val="1000"/>
              </a:spcBef>
              <a:buFont typeface="Arial" panose="020B0604020202020204" pitchFamily="34" charset="0"/>
              <a:buNone/>
              <a:defRPr sz="1400">
                <a:latin typeface="Arial" panose="020B0604020202020204" pitchFamily="34" charset="0"/>
                <a:cs typeface="Arial" panose="020B0604020202020204" pitchFamily="34" charset="0"/>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endParaRPr lang="es-419" dirty="0"/>
          </a:p>
        </p:txBody>
      </p:sp>
      <p:sp>
        <p:nvSpPr>
          <p:cNvPr id="6" name="TextBox 5">
            <a:extLst>
              <a:ext uri="{FF2B5EF4-FFF2-40B4-BE49-F238E27FC236}">
                <a16:creationId xmlns:a16="http://schemas.microsoft.com/office/drawing/2014/main" id="{C9A0BA19-AA04-5C68-3357-C892BE04F8D9}"/>
              </a:ext>
            </a:extLst>
          </p:cNvPr>
          <p:cNvSpPr txBox="1"/>
          <p:nvPr userDrawn="1"/>
        </p:nvSpPr>
        <p:spPr>
          <a:xfrm>
            <a:off x="516676" y="1196456"/>
            <a:ext cx="11249123" cy="4810582"/>
          </a:xfrm>
          <a:prstGeom prst="rect">
            <a:avLst/>
          </a:prstGeom>
        </p:spPr>
        <p:txBody>
          <a:bodyPr lIns="0">
            <a:noAutofit/>
          </a:bodyPr>
          <a:lstStyle>
            <a:lvl1pPr lvl="0" indent="0">
              <a:lnSpc>
                <a:spcPct val="90000"/>
              </a:lnSpc>
              <a:spcBef>
                <a:spcPts val="1000"/>
              </a:spcBef>
              <a:buFont typeface="Arial" panose="020B0604020202020204" pitchFamily="34" charset="0"/>
              <a:buNone/>
              <a:defRPr sz="1400">
                <a:latin typeface="Arial" panose="020B0604020202020204" pitchFamily="34" charset="0"/>
                <a:cs typeface="Arial" panose="020B0604020202020204" pitchFamily="34" charset="0"/>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lgn="just">
              <a:lnSpc>
                <a:spcPct val="150000"/>
              </a:lnSpc>
            </a:pPr>
            <a:r>
              <a:rPr lang="en-US" sz="1200" i="0" dirty="0"/>
              <a:t>The information contained in this presentation has been prepared by Aztlan Equity Management LLC for informational purposes only. It is not intended as, and should not be construed as, financial, investment, legal, or tax advice, nor as an offer or solicitation to buy or sell any securities or to participate in any investment strategy. Any projections, estimates, and forward-looking statements are speculative in nature and are subject to various risks and uncertainties, which may cause actual results to differ materially from the assumptions or expectations reflected in these materials.</a:t>
            </a:r>
          </a:p>
          <a:p>
            <a:pPr lvl="0" algn="just">
              <a:lnSpc>
                <a:spcPct val="150000"/>
              </a:lnSpc>
            </a:pPr>
            <a:r>
              <a:rPr lang="en-US" sz="1200" i="0" dirty="0"/>
              <a:t>Aztlan Equity Management LLC makes no representation or warranty, express or implied, as to the accuracy or completeness of the information presented. While efforts have been made to ensure the reliability of the data, Aztlan Equity Management LLC assumes no responsibility for errors or omissions, nor does it guarantee the achievement of any stated objectives. Past performance is not indicative of future results, and the value of investments can go down as well as up.</a:t>
            </a:r>
          </a:p>
          <a:p>
            <a:pPr lvl="0" algn="just">
              <a:lnSpc>
                <a:spcPct val="150000"/>
              </a:lnSpc>
            </a:pPr>
            <a:r>
              <a:rPr lang="en-US" sz="1200" i="0" dirty="0"/>
              <a:t>Investing involves risks, including the potential loss of principal, and investors should conduct their own due diligence or consult with a professional advisor before making any investment decisions. Aztlan Equity Management LLC and its affiliates shall not be liable for any direct, indirect, consequential, or incidental damages arising out of any use of, or reliance on, the information contained in this presentation.</a:t>
            </a:r>
          </a:p>
          <a:p>
            <a:pPr lvl="0" algn="just">
              <a:lnSpc>
                <a:spcPct val="150000"/>
              </a:lnSpc>
            </a:pPr>
            <a:r>
              <a:rPr lang="en-US" sz="1200" i="0" dirty="0"/>
              <a:t>All opinions and viewpoints expressed herein are those of Aztlan Equity Management LLC and are subject to change without notice. This material may not be reproduced, distributed, or transmitted to any other person without the prior written consent of Aztlan Equity Management LLC.</a:t>
            </a:r>
          </a:p>
        </p:txBody>
      </p:sp>
      <p:sp>
        <p:nvSpPr>
          <p:cNvPr id="11" name="Slide Number Placeholder 4">
            <a:extLst>
              <a:ext uri="{FF2B5EF4-FFF2-40B4-BE49-F238E27FC236}">
                <a16:creationId xmlns:a16="http://schemas.microsoft.com/office/drawing/2014/main" id="{BA04F41A-8F0B-706E-4153-3B461AD93A10}"/>
              </a:ext>
            </a:extLst>
          </p:cNvPr>
          <p:cNvSpPr>
            <a:spLocks noGrp="1"/>
          </p:cNvSpPr>
          <p:nvPr>
            <p:ph type="sldNum" sz="quarter" idx="12"/>
          </p:nvPr>
        </p:nvSpPr>
        <p:spPr>
          <a:xfrm>
            <a:off x="11353126" y="6356350"/>
            <a:ext cx="421460" cy="365123"/>
          </a:xfrm>
          <a:prstGeom prst="rect">
            <a:avLst/>
          </a:prstGeom>
        </p:spPr>
        <p:txBody>
          <a:bodyPr rIns="0" anchor="ctr"/>
          <a:lstStyle>
            <a:lvl1pPr algn="r">
              <a:defRPr sz="1100" i="1">
                <a:solidFill>
                  <a:srgbClr val="002060"/>
                </a:solidFill>
                <a:latin typeface="Arial" panose="020B0604020202020204" pitchFamily="34" charset="0"/>
                <a:cs typeface="Arial" panose="020B0604020202020204" pitchFamily="34" charset="0"/>
              </a:defRPr>
            </a:lvl1pPr>
          </a:lstStyle>
          <a:p>
            <a:fld id="{3623642F-8B6C-4948-BDBA-D9CE46053C76}" type="slidenum">
              <a:rPr lang="en-MX" smtClean="0"/>
              <a:pPr/>
              <a:t>‹#›</a:t>
            </a:fld>
            <a:endParaRPr lang="en-MX"/>
          </a:p>
        </p:txBody>
      </p:sp>
    </p:spTree>
    <p:extLst>
      <p:ext uri="{BB962C8B-B14F-4D97-AF65-F5344CB8AC3E}">
        <p14:creationId xmlns:p14="http://schemas.microsoft.com/office/powerpoint/2010/main" val="42033818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General">
    <p:spTree>
      <p:nvGrpSpPr>
        <p:cNvPr id="1" name=""/>
        <p:cNvGrpSpPr/>
        <p:nvPr/>
      </p:nvGrpSpPr>
      <p:grpSpPr>
        <a:xfrm>
          <a:off x="0" y="0"/>
          <a:ext cx="0" cy="0"/>
          <a:chOff x="0" y="0"/>
          <a:chExt cx="0" cy="0"/>
        </a:xfrm>
      </p:grpSpPr>
      <p:sp>
        <p:nvSpPr>
          <p:cNvPr id="2" name="Do not remove" hidden="1">
            <a:extLst>
              <a:ext uri="{FF2B5EF4-FFF2-40B4-BE49-F238E27FC236}">
                <a16:creationId xmlns:a16="http://schemas.microsoft.com/office/drawing/2014/main" id="{92B8F434-9817-9A24-A8D6-3376AB29519E}"/>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cxnSp>
        <p:nvCxnSpPr>
          <p:cNvPr id="7" name="Conector recto 6">
            <a:extLst>
              <a:ext uri="{FF2B5EF4-FFF2-40B4-BE49-F238E27FC236}">
                <a16:creationId xmlns:a16="http://schemas.microsoft.com/office/drawing/2014/main" id="{4E6C3F20-2666-8543-8C31-2C5B3049A759}"/>
              </a:ext>
            </a:extLst>
          </p:cNvPr>
          <p:cNvCxnSpPr>
            <a:cxnSpLocks/>
          </p:cNvCxnSpPr>
          <p:nvPr userDrawn="1"/>
        </p:nvCxnSpPr>
        <p:spPr>
          <a:xfrm>
            <a:off x="516676" y="286563"/>
            <a:ext cx="11212869" cy="0"/>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pic>
        <p:nvPicPr>
          <p:cNvPr id="8" name="Imagen 7" descr="Imagen que contiene negro, firmar, hombre&#10;&#10;Descripción generada automáticamente">
            <a:extLst>
              <a:ext uri="{FF2B5EF4-FFF2-40B4-BE49-F238E27FC236}">
                <a16:creationId xmlns:a16="http://schemas.microsoft.com/office/drawing/2014/main" id="{7C331CAA-24FF-4CEB-B423-C1D80DD69E26}"/>
              </a:ext>
            </a:extLst>
          </p:cNvPr>
          <p:cNvPicPr>
            <a:picLocks noChangeAspect="1"/>
          </p:cNvPicPr>
          <p:nvPr userDrawn="1"/>
        </p:nvPicPr>
        <p:blipFill>
          <a:blip r:embed="rId3"/>
          <a:stretch>
            <a:fillRect/>
          </a:stretch>
        </p:blipFill>
        <p:spPr>
          <a:xfrm>
            <a:off x="9512361" y="331377"/>
            <a:ext cx="2217184" cy="820266"/>
          </a:xfrm>
          <a:prstGeom prst="rect">
            <a:avLst/>
          </a:prstGeom>
        </p:spPr>
      </p:pic>
      <p:sp>
        <p:nvSpPr>
          <p:cNvPr id="4" name="Text Placeholder 6">
            <a:extLst>
              <a:ext uri="{FF2B5EF4-FFF2-40B4-BE49-F238E27FC236}">
                <a16:creationId xmlns:a16="http://schemas.microsoft.com/office/drawing/2014/main" id="{10CC8164-8FB8-0BAF-6597-50836A007D3F}"/>
              </a:ext>
            </a:extLst>
          </p:cNvPr>
          <p:cNvSpPr>
            <a:spLocks noGrp="1"/>
          </p:cNvSpPr>
          <p:nvPr>
            <p:ph type="body" sz="quarter" idx="13"/>
          </p:nvPr>
        </p:nvSpPr>
        <p:spPr>
          <a:xfrm>
            <a:off x="525464" y="1352108"/>
            <a:ext cx="11257907" cy="4841488"/>
          </a:xfrm>
          <a:prstGeom prst="rect">
            <a:avLst/>
          </a:prstGeom>
        </p:spPr>
        <p:txBody>
          <a:bodyPr lIns="0">
            <a:noAutofit/>
          </a:bodyPr>
          <a:lstStyle>
            <a:lvl1pPr marL="0" indent="0">
              <a:buNone/>
              <a:defRPr sz="1400">
                <a:solidFill>
                  <a:schemeClr val="tx1"/>
                </a:solidFill>
                <a:latin typeface="Arial" panose="020B0604020202020204" pitchFamily="34" charset="0"/>
                <a:cs typeface="Arial" panose="020B0604020202020204" pitchFamily="34" charset="0"/>
              </a:defRPr>
            </a:lvl1pPr>
          </a:lstStyle>
          <a:p>
            <a:pPr lvl="0"/>
            <a:r>
              <a:rPr lang="en-US" noProof="0"/>
              <a:t>Click to edit Master text styles</a:t>
            </a:r>
          </a:p>
        </p:txBody>
      </p:sp>
      <p:sp>
        <p:nvSpPr>
          <p:cNvPr id="12" name="Title 1">
            <a:extLst>
              <a:ext uri="{FF2B5EF4-FFF2-40B4-BE49-F238E27FC236}">
                <a16:creationId xmlns:a16="http://schemas.microsoft.com/office/drawing/2014/main" id="{C84385AE-5A58-AA0A-6FBC-DCBB0170EC3A}"/>
              </a:ext>
            </a:extLst>
          </p:cNvPr>
          <p:cNvSpPr>
            <a:spLocks noGrp="1"/>
          </p:cNvSpPr>
          <p:nvPr>
            <p:ph type="title"/>
          </p:nvPr>
        </p:nvSpPr>
        <p:spPr>
          <a:xfrm>
            <a:off x="526212" y="487029"/>
            <a:ext cx="8986150" cy="414795"/>
          </a:xfrm>
          <a:prstGeom prst="rect">
            <a:avLst/>
          </a:prstGeom>
        </p:spPr>
        <p:txBody>
          <a:bodyPr lIns="0">
            <a:noAutofit/>
          </a:bodyPr>
          <a:lstStyle>
            <a:lvl1pPr>
              <a:defRPr sz="2800" b="0">
                <a:latin typeface="Arial" panose="020B0604020202020204" pitchFamily="34" charset="0"/>
                <a:cs typeface="Arial" panose="020B0604020202020204" pitchFamily="34" charset="0"/>
              </a:defRPr>
            </a:lvl1pPr>
          </a:lstStyle>
          <a:p>
            <a:r>
              <a:rPr lang="en-US" noProof="0"/>
              <a:t>Click to edit Master title style</a:t>
            </a:r>
            <a:endParaRPr lang="es-ES_tradnl" noProof="0" dirty="0"/>
          </a:p>
        </p:txBody>
      </p:sp>
      <p:sp>
        <p:nvSpPr>
          <p:cNvPr id="13" name="Subtítulo 2">
            <a:extLst>
              <a:ext uri="{FF2B5EF4-FFF2-40B4-BE49-F238E27FC236}">
                <a16:creationId xmlns:a16="http://schemas.microsoft.com/office/drawing/2014/main" id="{40983DC9-0401-3E91-2C38-17C369DE45B8}"/>
              </a:ext>
            </a:extLst>
          </p:cNvPr>
          <p:cNvSpPr>
            <a:spLocks noGrp="1"/>
          </p:cNvSpPr>
          <p:nvPr>
            <p:ph type="subTitle" idx="1"/>
          </p:nvPr>
        </p:nvSpPr>
        <p:spPr>
          <a:xfrm>
            <a:off x="526212" y="904130"/>
            <a:ext cx="8986150" cy="261855"/>
          </a:xfrm>
          <a:prstGeom prst="rect">
            <a:avLst/>
          </a:prstGeom>
        </p:spPr>
        <p:txBody>
          <a:bodyPr lIns="0">
            <a:noAutofit/>
          </a:bodyPr>
          <a:lstStyle>
            <a:lvl1pPr marL="0" indent="0" algn="l">
              <a:buNone/>
              <a:defRPr sz="1600" i="0">
                <a:solidFill>
                  <a:schemeClr val="accent1"/>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US" noProof="0" dirty="0"/>
          </a:p>
        </p:txBody>
      </p:sp>
      <p:sp>
        <p:nvSpPr>
          <p:cNvPr id="20" name="Text Placeholder 5">
            <a:extLst>
              <a:ext uri="{FF2B5EF4-FFF2-40B4-BE49-F238E27FC236}">
                <a16:creationId xmlns:a16="http://schemas.microsoft.com/office/drawing/2014/main" id="{E80C2372-6B86-E2B2-6142-02AD8CF4873B}"/>
              </a:ext>
            </a:extLst>
          </p:cNvPr>
          <p:cNvSpPr>
            <a:spLocks noGrp="1"/>
          </p:cNvSpPr>
          <p:nvPr>
            <p:ph type="body" sz="quarter" idx="14"/>
          </p:nvPr>
        </p:nvSpPr>
        <p:spPr>
          <a:xfrm>
            <a:off x="525462" y="6356351"/>
            <a:ext cx="11249123" cy="365124"/>
          </a:xfrm>
          <a:prstGeom prst="rect">
            <a:avLst/>
          </a:prstGeom>
        </p:spPr>
        <p:txBody>
          <a:bodyPr anchor="ctr">
            <a:normAutofit/>
          </a:bodyPr>
          <a:lstStyle>
            <a:lvl1pPr marL="0" indent="0" algn="ctr">
              <a:buNone/>
              <a:defRPr sz="1000" i="1">
                <a:latin typeface="Arial" panose="020B0604020202020204" pitchFamily="34" charset="0"/>
                <a:cs typeface="Arial" panose="020B0604020202020204" pitchFamily="34" charset="0"/>
              </a:defRPr>
            </a:lvl1pPr>
          </a:lstStyle>
          <a:p>
            <a:pPr lvl="0"/>
            <a:r>
              <a:rPr lang="en-US" noProof="0"/>
              <a:t>Click to edit Master text styles</a:t>
            </a:r>
          </a:p>
        </p:txBody>
      </p:sp>
      <p:sp>
        <p:nvSpPr>
          <p:cNvPr id="22" name="Slide Number Placeholder 4">
            <a:extLst>
              <a:ext uri="{FF2B5EF4-FFF2-40B4-BE49-F238E27FC236}">
                <a16:creationId xmlns:a16="http://schemas.microsoft.com/office/drawing/2014/main" id="{9AC34BD3-ABCE-9192-9AC9-9558DB51D042}"/>
              </a:ext>
            </a:extLst>
          </p:cNvPr>
          <p:cNvSpPr>
            <a:spLocks noGrp="1"/>
          </p:cNvSpPr>
          <p:nvPr>
            <p:ph type="sldNum" sz="quarter" idx="12"/>
          </p:nvPr>
        </p:nvSpPr>
        <p:spPr>
          <a:xfrm>
            <a:off x="11353126" y="6356350"/>
            <a:ext cx="421460" cy="365123"/>
          </a:xfrm>
          <a:prstGeom prst="rect">
            <a:avLst/>
          </a:prstGeom>
        </p:spPr>
        <p:txBody>
          <a:bodyPr rIns="0" anchor="ctr"/>
          <a:lstStyle>
            <a:lvl1pPr>
              <a:defRPr lang="en-MX" sz="1100" i="1" smtClean="0">
                <a:solidFill>
                  <a:srgbClr val="002060"/>
                </a:solidFill>
                <a:latin typeface="Arial" panose="020B0604020202020204" pitchFamily="34" charset="0"/>
                <a:cs typeface="Arial" panose="020B0604020202020204" pitchFamily="34" charset="0"/>
              </a:defRPr>
            </a:lvl1pPr>
          </a:lstStyle>
          <a:p>
            <a:pPr algn="r"/>
            <a:fld id="{3623642F-8B6C-4948-BDBA-D9CE46053C76}" type="slidenum">
              <a:rPr lang="en-US" smtClean="0"/>
              <a:pPr algn="r"/>
              <a:t>‹#›</a:t>
            </a:fld>
            <a:endParaRPr lang="en-US" dirty="0"/>
          </a:p>
        </p:txBody>
      </p:sp>
    </p:spTree>
    <p:extLst>
      <p:ext uri="{BB962C8B-B14F-4D97-AF65-F5344CB8AC3E}">
        <p14:creationId xmlns:p14="http://schemas.microsoft.com/office/powerpoint/2010/main" val="14895910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Chart">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2C74D7C4-B84E-294B-5981-6A73F0925A9C}"/>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cxnSp>
        <p:nvCxnSpPr>
          <p:cNvPr id="3" name="Conector recto 6">
            <a:extLst>
              <a:ext uri="{FF2B5EF4-FFF2-40B4-BE49-F238E27FC236}">
                <a16:creationId xmlns:a16="http://schemas.microsoft.com/office/drawing/2014/main" id="{9E0B75B3-13EF-37CA-6829-71856F5E4064}"/>
              </a:ext>
            </a:extLst>
          </p:cNvPr>
          <p:cNvCxnSpPr>
            <a:cxnSpLocks/>
          </p:cNvCxnSpPr>
          <p:nvPr userDrawn="1"/>
        </p:nvCxnSpPr>
        <p:spPr>
          <a:xfrm>
            <a:off x="516676" y="286563"/>
            <a:ext cx="11212869" cy="0"/>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pic>
        <p:nvPicPr>
          <p:cNvPr id="5" name="Imagen 7" descr="Imagen que contiene negro, firmar, hombre&#10;&#10;Descripción generada automáticamente">
            <a:extLst>
              <a:ext uri="{FF2B5EF4-FFF2-40B4-BE49-F238E27FC236}">
                <a16:creationId xmlns:a16="http://schemas.microsoft.com/office/drawing/2014/main" id="{05ECC982-E22C-57C2-AC52-FA02F3D441BB}"/>
              </a:ext>
            </a:extLst>
          </p:cNvPr>
          <p:cNvPicPr>
            <a:picLocks noChangeAspect="1"/>
          </p:cNvPicPr>
          <p:nvPr userDrawn="1"/>
        </p:nvPicPr>
        <p:blipFill>
          <a:blip r:embed="rId3"/>
          <a:stretch>
            <a:fillRect/>
          </a:stretch>
        </p:blipFill>
        <p:spPr>
          <a:xfrm>
            <a:off x="9512361" y="331377"/>
            <a:ext cx="2217184" cy="820266"/>
          </a:xfrm>
          <a:prstGeom prst="rect">
            <a:avLst/>
          </a:prstGeom>
        </p:spPr>
      </p:pic>
      <p:sp>
        <p:nvSpPr>
          <p:cNvPr id="13" name="Title 1">
            <a:extLst>
              <a:ext uri="{FF2B5EF4-FFF2-40B4-BE49-F238E27FC236}">
                <a16:creationId xmlns:a16="http://schemas.microsoft.com/office/drawing/2014/main" id="{0D5094BD-D4A8-BAE0-FC29-49F7827188EF}"/>
              </a:ext>
            </a:extLst>
          </p:cNvPr>
          <p:cNvSpPr>
            <a:spLocks noGrp="1"/>
          </p:cNvSpPr>
          <p:nvPr>
            <p:ph type="title"/>
          </p:nvPr>
        </p:nvSpPr>
        <p:spPr>
          <a:xfrm>
            <a:off x="526212" y="487029"/>
            <a:ext cx="8986150" cy="414795"/>
          </a:xfrm>
          <a:prstGeom prst="rect">
            <a:avLst/>
          </a:prstGeom>
        </p:spPr>
        <p:txBody>
          <a:bodyPr lIns="0">
            <a:noAutofit/>
          </a:bodyPr>
          <a:lstStyle>
            <a:lvl1pPr>
              <a:defRPr sz="2800" b="0">
                <a:latin typeface="Arial" panose="020B0604020202020204" pitchFamily="34" charset="0"/>
                <a:cs typeface="Arial" panose="020B0604020202020204" pitchFamily="34" charset="0"/>
              </a:defRPr>
            </a:lvl1pPr>
          </a:lstStyle>
          <a:p>
            <a:r>
              <a:rPr lang="en-US" noProof="0"/>
              <a:t>Click to edit Master title style</a:t>
            </a:r>
            <a:endParaRPr lang="es-ES_tradnl" noProof="0" dirty="0"/>
          </a:p>
        </p:txBody>
      </p:sp>
      <p:sp>
        <p:nvSpPr>
          <p:cNvPr id="15" name="Subtítulo 2">
            <a:extLst>
              <a:ext uri="{FF2B5EF4-FFF2-40B4-BE49-F238E27FC236}">
                <a16:creationId xmlns:a16="http://schemas.microsoft.com/office/drawing/2014/main" id="{D1999416-8E00-C48F-77CB-57362CEC11FB}"/>
              </a:ext>
            </a:extLst>
          </p:cNvPr>
          <p:cNvSpPr>
            <a:spLocks noGrp="1"/>
          </p:cNvSpPr>
          <p:nvPr>
            <p:ph type="subTitle" idx="1"/>
          </p:nvPr>
        </p:nvSpPr>
        <p:spPr>
          <a:xfrm>
            <a:off x="526212" y="904130"/>
            <a:ext cx="8986150" cy="261855"/>
          </a:xfrm>
          <a:prstGeom prst="rect">
            <a:avLst/>
          </a:prstGeom>
        </p:spPr>
        <p:txBody>
          <a:bodyPr lIns="0">
            <a:noAutofit/>
          </a:bodyPr>
          <a:lstStyle>
            <a:lvl1pPr marL="0" indent="0" algn="l">
              <a:buNone/>
              <a:defRPr sz="1600" i="0">
                <a:solidFill>
                  <a:schemeClr val="tx2"/>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US" noProof="0" dirty="0"/>
          </a:p>
        </p:txBody>
      </p:sp>
      <p:sp>
        <p:nvSpPr>
          <p:cNvPr id="24" name="Chart Placeholder 14">
            <a:extLst>
              <a:ext uri="{FF2B5EF4-FFF2-40B4-BE49-F238E27FC236}">
                <a16:creationId xmlns:a16="http://schemas.microsoft.com/office/drawing/2014/main" id="{776688E8-1EDD-97EB-E252-6F8A63EE7DF8}"/>
              </a:ext>
            </a:extLst>
          </p:cNvPr>
          <p:cNvSpPr>
            <a:spLocks noGrp="1"/>
          </p:cNvSpPr>
          <p:nvPr>
            <p:ph type="chart" sz="quarter" idx="24"/>
          </p:nvPr>
        </p:nvSpPr>
        <p:spPr>
          <a:xfrm>
            <a:off x="516676" y="1279191"/>
            <a:ext cx="11266695" cy="4993153"/>
          </a:xfrm>
          <a:prstGeom prst="rect">
            <a:avLst/>
          </a:prstGeom>
        </p:spPr>
        <p:txBody>
          <a:bodyPr/>
          <a:lstStyle>
            <a:lvl1pPr>
              <a:defRPr>
                <a:latin typeface="Arial" panose="020B0604020202020204" pitchFamily="34" charset="0"/>
                <a:cs typeface="Arial" panose="020B0604020202020204" pitchFamily="34" charset="0"/>
              </a:defRPr>
            </a:lvl1pPr>
          </a:lstStyle>
          <a:p>
            <a:r>
              <a:rPr lang="en-US"/>
              <a:t>Click icon to add chart</a:t>
            </a:r>
            <a:endParaRPr lang="es-419"/>
          </a:p>
        </p:txBody>
      </p:sp>
      <p:sp>
        <p:nvSpPr>
          <p:cNvPr id="8" name="Text Placeholder 5">
            <a:extLst>
              <a:ext uri="{FF2B5EF4-FFF2-40B4-BE49-F238E27FC236}">
                <a16:creationId xmlns:a16="http://schemas.microsoft.com/office/drawing/2014/main" id="{AC74AF88-7224-1BB4-2AE1-0F5C0E2B225D}"/>
              </a:ext>
            </a:extLst>
          </p:cNvPr>
          <p:cNvSpPr>
            <a:spLocks noGrp="1"/>
          </p:cNvSpPr>
          <p:nvPr>
            <p:ph type="body" sz="quarter" idx="14"/>
          </p:nvPr>
        </p:nvSpPr>
        <p:spPr>
          <a:xfrm>
            <a:off x="525462" y="6356351"/>
            <a:ext cx="11249123" cy="365124"/>
          </a:xfrm>
          <a:prstGeom prst="rect">
            <a:avLst/>
          </a:prstGeom>
        </p:spPr>
        <p:txBody>
          <a:bodyPr anchor="ctr">
            <a:normAutofit/>
          </a:bodyPr>
          <a:lstStyle>
            <a:lvl1pPr marL="0" indent="0" algn="ctr">
              <a:buNone/>
              <a:defRPr sz="1000" i="1">
                <a:latin typeface="Arial" panose="020B0604020202020204" pitchFamily="34" charset="0"/>
                <a:cs typeface="Arial" panose="020B0604020202020204" pitchFamily="34" charset="0"/>
              </a:defRPr>
            </a:lvl1pPr>
          </a:lstStyle>
          <a:p>
            <a:pPr lvl="0"/>
            <a:r>
              <a:rPr lang="en-US" noProof="0"/>
              <a:t>Click to edit Master text styles</a:t>
            </a:r>
          </a:p>
        </p:txBody>
      </p:sp>
      <p:sp>
        <p:nvSpPr>
          <p:cNvPr id="9" name="Slide Number Placeholder 4">
            <a:extLst>
              <a:ext uri="{FF2B5EF4-FFF2-40B4-BE49-F238E27FC236}">
                <a16:creationId xmlns:a16="http://schemas.microsoft.com/office/drawing/2014/main" id="{E572418D-CCF3-B270-9FFA-97CD0CF5F59C}"/>
              </a:ext>
            </a:extLst>
          </p:cNvPr>
          <p:cNvSpPr>
            <a:spLocks noGrp="1"/>
          </p:cNvSpPr>
          <p:nvPr>
            <p:ph type="sldNum" sz="quarter" idx="12"/>
          </p:nvPr>
        </p:nvSpPr>
        <p:spPr>
          <a:xfrm>
            <a:off x="11353126" y="6356350"/>
            <a:ext cx="421460" cy="365123"/>
          </a:xfrm>
          <a:prstGeom prst="rect">
            <a:avLst/>
          </a:prstGeom>
        </p:spPr>
        <p:txBody>
          <a:bodyPr rIns="0" anchor="ctr"/>
          <a:lstStyle>
            <a:lvl1pPr>
              <a:defRPr lang="en-MX" sz="1100" i="1" smtClean="0">
                <a:solidFill>
                  <a:srgbClr val="002060"/>
                </a:solidFill>
                <a:latin typeface="Arial" panose="020B0604020202020204" pitchFamily="34" charset="0"/>
                <a:cs typeface="Arial" panose="020B0604020202020204" pitchFamily="34" charset="0"/>
              </a:defRPr>
            </a:lvl1pPr>
          </a:lstStyle>
          <a:p>
            <a:pPr algn="r"/>
            <a:fld id="{3623642F-8B6C-4948-BDBA-D9CE46053C76}" type="slidenum">
              <a:rPr lang="en-US" smtClean="0"/>
              <a:pPr algn="r"/>
              <a:t>‹#›</a:t>
            </a:fld>
            <a:endParaRPr lang="en-US"/>
          </a:p>
        </p:txBody>
      </p:sp>
    </p:spTree>
    <p:extLst>
      <p:ext uri="{BB962C8B-B14F-4D97-AF65-F5344CB8AC3E}">
        <p14:creationId xmlns:p14="http://schemas.microsoft.com/office/powerpoint/2010/main" val="1426370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ChartTableBelow">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2C74D7C4-B84E-294B-5981-6A73F0925A9C}"/>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cxnSp>
        <p:nvCxnSpPr>
          <p:cNvPr id="3" name="Conector recto 6">
            <a:extLst>
              <a:ext uri="{FF2B5EF4-FFF2-40B4-BE49-F238E27FC236}">
                <a16:creationId xmlns:a16="http://schemas.microsoft.com/office/drawing/2014/main" id="{9E0B75B3-13EF-37CA-6829-71856F5E4064}"/>
              </a:ext>
            </a:extLst>
          </p:cNvPr>
          <p:cNvCxnSpPr>
            <a:cxnSpLocks/>
          </p:cNvCxnSpPr>
          <p:nvPr userDrawn="1"/>
        </p:nvCxnSpPr>
        <p:spPr>
          <a:xfrm>
            <a:off x="516676" y="286563"/>
            <a:ext cx="11212869" cy="0"/>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pic>
        <p:nvPicPr>
          <p:cNvPr id="5" name="Imagen 7" descr="Imagen que contiene negro, firmar, hombre&#10;&#10;Descripción generada automáticamente">
            <a:extLst>
              <a:ext uri="{FF2B5EF4-FFF2-40B4-BE49-F238E27FC236}">
                <a16:creationId xmlns:a16="http://schemas.microsoft.com/office/drawing/2014/main" id="{05ECC982-E22C-57C2-AC52-FA02F3D441BB}"/>
              </a:ext>
            </a:extLst>
          </p:cNvPr>
          <p:cNvPicPr>
            <a:picLocks noChangeAspect="1"/>
          </p:cNvPicPr>
          <p:nvPr userDrawn="1"/>
        </p:nvPicPr>
        <p:blipFill>
          <a:blip r:embed="rId3"/>
          <a:stretch>
            <a:fillRect/>
          </a:stretch>
        </p:blipFill>
        <p:spPr>
          <a:xfrm>
            <a:off x="9512361" y="331377"/>
            <a:ext cx="2217184" cy="820266"/>
          </a:xfrm>
          <a:prstGeom prst="rect">
            <a:avLst/>
          </a:prstGeom>
        </p:spPr>
      </p:pic>
      <p:sp>
        <p:nvSpPr>
          <p:cNvPr id="13" name="Title 1">
            <a:extLst>
              <a:ext uri="{FF2B5EF4-FFF2-40B4-BE49-F238E27FC236}">
                <a16:creationId xmlns:a16="http://schemas.microsoft.com/office/drawing/2014/main" id="{0D5094BD-D4A8-BAE0-FC29-49F7827188EF}"/>
              </a:ext>
            </a:extLst>
          </p:cNvPr>
          <p:cNvSpPr>
            <a:spLocks noGrp="1"/>
          </p:cNvSpPr>
          <p:nvPr>
            <p:ph type="title"/>
          </p:nvPr>
        </p:nvSpPr>
        <p:spPr>
          <a:xfrm>
            <a:off x="526212" y="487029"/>
            <a:ext cx="8986150" cy="414795"/>
          </a:xfrm>
          <a:prstGeom prst="rect">
            <a:avLst/>
          </a:prstGeom>
        </p:spPr>
        <p:txBody>
          <a:bodyPr lIns="0">
            <a:noAutofit/>
          </a:bodyPr>
          <a:lstStyle>
            <a:lvl1pPr>
              <a:defRPr sz="2800" b="0">
                <a:latin typeface="Arial" panose="020B0604020202020204" pitchFamily="34" charset="0"/>
                <a:cs typeface="Arial" panose="020B0604020202020204" pitchFamily="34" charset="0"/>
              </a:defRPr>
            </a:lvl1pPr>
          </a:lstStyle>
          <a:p>
            <a:r>
              <a:rPr lang="en-US" noProof="0"/>
              <a:t>Click to edit Master title style</a:t>
            </a:r>
            <a:endParaRPr lang="es-ES_tradnl" noProof="0" dirty="0"/>
          </a:p>
        </p:txBody>
      </p:sp>
      <p:sp>
        <p:nvSpPr>
          <p:cNvPr id="15" name="Subtítulo 2">
            <a:extLst>
              <a:ext uri="{FF2B5EF4-FFF2-40B4-BE49-F238E27FC236}">
                <a16:creationId xmlns:a16="http://schemas.microsoft.com/office/drawing/2014/main" id="{D1999416-8E00-C48F-77CB-57362CEC11FB}"/>
              </a:ext>
            </a:extLst>
          </p:cNvPr>
          <p:cNvSpPr>
            <a:spLocks noGrp="1"/>
          </p:cNvSpPr>
          <p:nvPr>
            <p:ph type="subTitle" idx="1"/>
          </p:nvPr>
        </p:nvSpPr>
        <p:spPr>
          <a:xfrm>
            <a:off x="526212" y="904130"/>
            <a:ext cx="8986150" cy="261855"/>
          </a:xfrm>
          <a:prstGeom prst="rect">
            <a:avLst/>
          </a:prstGeom>
        </p:spPr>
        <p:txBody>
          <a:bodyPr lIns="0">
            <a:noAutofit/>
          </a:bodyPr>
          <a:lstStyle>
            <a:lvl1pPr marL="0" indent="0" algn="l">
              <a:buNone/>
              <a:defRPr sz="1600" i="0">
                <a:solidFill>
                  <a:schemeClr val="tx2"/>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US" noProof="0" dirty="0"/>
          </a:p>
        </p:txBody>
      </p:sp>
      <p:sp>
        <p:nvSpPr>
          <p:cNvPr id="24" name="Chart Placeholder 14">
            <a:extLst>
              <a:ext uri="{FF2B5EF4-FFF2-40B4-BE49-F238E27FC236}">
                <a16:creationId xmlns:a16="http://schemas.microsoft.com/office/drawing/2014/main" id="{776688E8-1EDD-97EB-E252-6F8A63EE7DF8}"/>
              </a:ext>
            </a:extLst>
          </p:cNvPr>
          <p:cNvSpPr>
            <a:spLocks noGrp="1"/>
          </p:cNvSpPr>
          <p:nvPr>
            <p:ph type="chart" sz="quarter" idx="24"/>
          </p:nvPr>
        </p:nvSpPr>
        <p:spPr>
          <a:xfrm>
            <a:off x="516676" y="1279192"/>
            <a:ext cx="11266695" cy="3255864"/>
          </a:xfrm>
          <a:prstGeom prst="rect">
            <a:avLst/>
          </a:prstGeom>
        </p:spPr>
        <p:txBody>
          <a:bodyPr/>
          <a:lstStyle>
            <a:lvl1pPr>
              <a:defRPr>
                <a:latin typeface="Arial" panose="020B0604020202020204" pitchFamily="34" charset="0"/>
                <a:cs typeface="Arial" panose="020B0604020202020204" pitchFamily="34" charset="0"/>
              </a:defRPr>
            </a:lvl1pPr>
          </a:lstStyle>
          <a:p>
            <a:r>
              <a:rPr lang="en-US"/>
              <a:t>Click icon to add chart</a:t>
            </a:r>
            <a:endParaRPr lang="es-419"/>
          </a:p>
        </p:txBody>
      </p:sp>
      <p:sp>
        <p:nvSpPr>
          <p:cNvPr id="8" name="Text Placeholder 5">
            <a:extLst>
              <a:ext uri="{FF2B5EF4-FFF2-40B4-BE49-F238E27FC236}">
                <a16:creationId xmlns:a16="http://schemas.microsoft.com/office/drawing/2014/main" id="{AC74AF88-7224-1BB4-2AE1-0F5C0E2B225D}"/>
              </a:ext>
            </a:extLst>
          </p:cNvPr>
          <p:cNvSpPr>
            <a:spLocks noGrp="1"/>
          </p:cNvSpPr>
          <p:nvPr>
            <p:ph type="body" sz="quarter" idx="14"/>
          </p:nvPr>
        </p:nvSpPr>
        <p:spPr>
          <a:xfrm>
            <a:off x="525462" y="6356351"/>
            <a:ext cx="11249123" cy="365124"/>
          </a:xfrm>
          <a:prstGeom prst="rect">
            <a:avLst/>
          </a:prstGeom>
        </p:spPr>
        <p:txBody>
          <a:bodyPr anchor="ctr">
            <a:normAutofit/>
          </a:bodyPr>
          <a:lstStyle>
            <a:lvl1pPr marL="0" indent="0" algn="ctr">
              <a:buNone/>
              <a:defRPr sz="1000" i="1">
                <a:latin typeface="Arial" panose="020B0604020202020204" pitchFamily="34" charset="0"/>
                <a:cs typeface="Arial" panose="020B0604020202020204" pitchFamily="34" charset="0"/>
              </a:defRPr>
            </a:lvl1pPr>
          </a:lstStyle>
          <a:p>
            <a:pPr lvl="0"/>
            <a:r>
              <a:rPr lang="en-US" noProof="0"/>
              <a:t>Click to edit Master text styles</a:t>
            </a:r>
          </a:p>
        </p:txBody>
      </p:sp>
      <p:sp>
        <p:nvSpPr>
          <p:cNvPr id="9" name="Slide Number Placeholder 4">
            <a:extLst>
              <a:ext uri="{FF2B5EF4-FFF2-40B4-BE49-F238E27FC236}">
                <a16:creationId xmlns:a16="http://schemas.microsoft.com/office/drawing/2014/main" id="{E572418D-CCF3-B270-9FFA-97CD0CF5F59C}"/>
              </a:ext>
            </a:extLst>
          </p:cNvPr>
          <p:cNvSpPr>
            <a:spLocks noGrp="1"/>
          </p:cNvSpPr>
          <p:nvPr>
            <p:ph type="sldNum" sz="quarter" idx="12"/>
          </p:nvPr>
        </p:nvSpPr>
        <p:spPr>
          <a:xfrm>
            <a:off x="11353126" y="6356350"/>
            <a:ext cx="421460" cy="365123"/>
          </a:xfrm>
          <a:prstGeom prst="rect">
            <a:avLst/>
          </a:prstGeom>
        </p:spPr>
        <p:txBody>
          <a:bodyPr rIns="0" anchor="ctr"/>
          <a:lstStyle>
            <a:lvl1pPr>
              <a:defRPr lang="en-MX" sz="1100" i="1" smtClean="0">
                <a:solidFill>
                  <a:srgbClr val="002060"/>
                </a:solidFill>
                <a:latin typeface="Arial" panose="020B0604020202020204" pitchFamily="34" charset="0"/>
                <a:cs typeface="Arial" panose="020B0604020202020204" pitchFamily="34" charset="0"/>
              </a:defRPr>
            </a:lvl1pPr>
          </a:lstStyle>
          <a:p>
            <a:pPr algn="r"/>
            <a:fld id="{3623642F-8B6C-4948-BDBA-D9CE46053C76}" type="slidenum">
              <a:rPr lang="en-US" smtClean="0"/>
              <a:pPr algn="r"/>
              <a:t>‹#›</a:t>
            </a:fld>
            <a:endParaRPr lang="en-US"/>
          </a:p>
        </p:txBody>
      </p:sp>
      <p:sp>
        <p:nvSpPr>
          <p:cNvPr id="4" name="Content Placeholder 3">
            <a:extLst>
              <a:ext uri="{FF2B5EF4-FFF2-40B4-BE49-F238E27FC236}">
                <a16:creationId xmlns:a16="http://schemas.microsoft.com/office/drawing/2014/main" id="{C3C12AFD-85DC-FFE5-E69A-A7DEE9B5DC39}"/>
              </a:ext>
            </a:extLst>
          </p:cNvPr>
          <p:cNvSpPr>
            <a:spLocks noGrp="1"/>
          </p:cNvSpPr>
          <p:nvPr>
            <p:ph sz="quarter" idx="25"/>
          </p:nvPr>
        </p:nvSpPr>
        <p:spPr>
          <a:xfrm>
            <a:off x="516676" y="4618038"/>
            <a:ext cx="11257812" cy="148907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419"/>
          </a:p>
        </p:txBody>
      </p:sp>
    </p:spTree>
    <p:extLst>
      <p:ext uri="{BB962C8B-B14F-4D97-AF65-F5344CB8AC3E}">
        <p14:creationId xmlns:p14="http://schemas.microsoft.com/office/powerpoint/2010/main" val="7730979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ChartsVertical">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2C74D7C4-B84E-294B-5981-6A73F0925A9C}"/>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cxnSp>
        <p:nvCxnSpPr>
          <p:cNvPr id="3" name="Conector recto 6">
            <a:extLst>
              <a:ext uri="{FF2B5EF4-FFF2-40B4-BE49-F238E27FC236}">
                <a16:creationId xmlns:a16="http://schemas.microsoft.com/office/drawing/2014/main" id="{9E0B75B3-13EF-37CA-6829-71856F5E4064}"/>
              </a:ext>
            </a:extLst>
          </p:cNvPr>
          <p:cNvCxnSpPr>
            <a:cxnSpLocks/>
          </p:cNvCxnSpPr>
          <p:nvPr userDrawn="1"/>
        </p:nvCxnSpPr>
        <p:spPr>
          <a:xfrm>
            <a:off x="516676" y="286563"/>
            <a:ext cx="11212869" cy="0"/>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pic>
        <p:nvPicPr>
          <p:cNvPr id="5" name="Imagen 7" descr="Imagen que contiene negro, firmar, hombre&#10;&#10;Descripción generada automáticamente">
            <a:extLst>
              <a:ext uri="{FF2B5EF4-FFF2-40B4-BE49-F238E27FC236}">
                <a16:creationId xmlns:a16="http://schemas.microsoft.com/office/drawing/2014/main" id="{05ECC982-E22C-57C2-AC52-FA02F3D441BB}"/>
              </a:ext>
            </a:extLst>
          </p:cNvPr>
          <p:cNvPicPr>
            <a:picLocks noChangeAspect="1"/>
          </p:cNvPicPr>
          <p:nvPr userDrawn="1"/>
        </p:nvPicPr>
        <p:blipFill>
          <a:blip r:embed="rId3"/>
          <a:stretch>
            <a:fillRect/>
          </a:stretch>
        </p:blipFill>
        <p:spPr>
          <a:xfrm>
            <a:off x="9512361" y="331377"/>
            <a:ext cx="2217184" cy="820266"/>
          </a:xfrm>
          <a:prstGeom prst="rect">
            <a:avLst/>
          </a:prstGeom>
        </p:spPr>
      </p:pic>
      <p:sp>
        <p:nvSpPr>
          <p:cNvPr id="13" name="Title 1">
            <a:extLst>
              <a:ext uri="{FF2B5EF4-FFF2-40B4-BE49-F238E27FC236}">
                <a16:creationId xmlns:a16="http://schemas.microsoft.com/office/drawing/2014/main" id="{0D5094BD-D4A8-BAE0-FC29-49F7827188EF}"/>
              </a:ext>
            </a:extLst>
          </p:cNvPr>
          <p:cNvSpPr>
            <a:spLocks noGrp="1"/>
          </p:cNvSpPr>
          <p:nvPr>
            <p:ph type="title"/>
          </p:nvPr>
        </p:nvSpPr>
        <p:spPr>
          <a:xfrm>
            <a:off x="526212" y="487029"/>
            <a:ext cx="8986150" cy="414795"/>
          </a:xfrm>
          <a:prstGeom prst="rect">
            <a:avLst/>
          </a:prstGeom>
        </p:spPr>
        <p:txBody>
          <a:bodyPr lIns="0">
            <a:noAutofit/>
          </a:bodyPr>
          <a:lstStyle>
            <a:lvl1pPr>
              <a:defRPr sz="2800" b="0">
                <a:latin typeface="Arial" panose="020B0604020202020204" pitchFamily="34" charset="0"/>
                <a:cs typeface="Arial" panose="020B0604020202020204" pitchFamily="34" charset="0"/>
              </a:defRPr>
            </a:lvl1pPr>
          </a:lstStyle>
          <a:p>
            <a:r>
              <a:rPr lang="en-US" noProof="0"/>
              <a:t>Click to edit Master title style</a:t>
            </a:r>
            <a:endParaRPr lang="es-ES_tradnl" noProof="0" dirty="0"/>
          </a:p>
        </p:txBody>
      </p:sp>
      <p:sp>
        <p:nvSpPr>
          <p:cNvPr id="15" name="Subtítulo 2">
            <a:extLst>
              <a:ext uri="{FF2B5EF4-FFF2-40B4-BE49-F238E27FC236}">
                <a16:creationId xmlns:a16="http://schemas.microsoft.com/office/drawing/2014/main" id="{D1999416-8E00-C48F-77CB-57362CEC11FB}"/>
              </a:ext>
            </a:extLst>
          </p:cNvPr>
          <p:cNvSpPr>
            <a:spLocks noGrp="1"/>
          </p:cNvSpPr>
          <p:nvPr>
            <p:ph type="subTitle" idx="1"/>
          </p:nvPr>
        </p:nvSpPr>
        <p:spPr>
          <a:xfrm>
            <a:off x="526212" y="904130"/>
            <a:ext cx="8986150" cy="261855"/>
          </a:xfrm>
          <a:prstGeom prst="rect">
            <a:avLst/>
          </a:prstGeom>
        </p:spPr>
        <p:txBody>
          <a:bodyPr lIns="0">
            <a:noAutofit/>
          </a:bodyPr>
          <a:lstStyle>
            <a:lvl1pPr marL="0" indent="0" algn="l">
              <a:buNone/>
              <a:defRPr sz="1600" i="0">
                <a:solidFill>
                  <a:schemeClr val="tx2"/>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US" noProof="0" dirty="0"/>
          </a:p>
        </p:txBody>
      </p:sp>
      <p:sp>
        <p:nvSpPr>
          <p:cNvPr id="16" name="Text Placeholder 5">
            <a:extLst>
              <a:ext uri="{FF2B5EF4-FFF2-40B4-BE49-F238E27FC236}">
                <a16:creationId xmlns:a16="http://schemas.microsoft.com/office/drawing/2014/main" id="{5A3DD8F5-1A5F-1F35-5057-366542BF3C59}"/>
              </a:ext>
            </a:extLst>
          </p:cNvPr>
          <p:cNvSpPr>
            <a:spLocks noGrp="1"/>
          </p:cNvSpPr>
          <p:nvPr>
            <p:ph type="body" sz="quarter" idx="14"/>
          </p:nvPr>
        </p:nvSpPr>
        <p:spPr>
          <a:xfrm>
            <a:off x="525462" y="6356351"/>
            <a:ext cx="11249123" cy="365124"/>
          </a:xfrm>
          <a:prstGeom prst="rect">
            <a:avLst/>
          </a:prstGeom>
        </p:spPr>
        <p:txBody>
          <a:bodyPr anchor="ctr">
            <a:normAutofit/>
          </a:bodyPr>
          <a:lstStyle>
            <a:lvl1pPr marL="0" indent="0" algn="ctr">
              <a:buNone/>
              <a:defRPr sz="1000" i="1">
                <a:latin typeface="Arial" panose="020B0604020202020204" pitchFamily="34" charset="0"/>
                <a:cs typeface="Arial" panose="020B0604020202020204" pitchFamily="34" charset="0"/>
              </a:defRPr>
            </a:lvl1pPr>
          </a:lstStyle>
          <a:p>
            <a:pPr lvl="0"/>
            <a:r>
              <a:rPr lang="en-US" noProof="0"/>
              <a:t>Click to edit Master text styles</a:t>
            </a:r>
          </a:p>
        </p:txBody>
      </p:sp>
      <p:sp>
        <p:nvSpPr>
          <p:cNvPr id="22" name="Text Placeholder 17">
            <a:extLst>
              <a:ext uri="{FF2B5EF4-FFF2-40B4-BE49-F238E27FC236}">
                <a16:creationId xmlns:a16="http://schemas.microsoft.com/office/drawing/2014/main" id="{A1E1E2EC-35CE-D750-D007-0FBBAAC12DAF}"/>
              </a:ext>
            </a:extLst>
          </p:cNvPr>
          <p:cNvSpPr>
            <a:spLocks noGrp="1"/>
          </p:cNvSpPr>
          <p:nvPr>
            <p:ph type="body" sz="quarter" idx="22"/>
          </p:nvPr>
        </p:nvSpPr>
        <p:spPr>
          <a:xfrm>
            <a:off x="6432807" y="1704095"/>
            <a:ext cx="5341778" cy="220806"/>
          </a:xfrm>
          <a:prstGeom prst="rect">
            <a:avLst/>
          </a:prstGeom>
        </p:spPr>
        <p:txBody>
          <a:bodyPr lIns="0"/>
          <a:lstStyle>
            <a:lvl1pPr marL="0" indent="0">
              <a:buNone/>
              <a:defRPr sz="1200" i="1">
                <a:latin typeface="Arial" panose="020B0604020202020204" pitchFamily="34" charset="0"/>
                <a:cs typeface="Arial" panose="020B0604020202020204" pitchFamily="34" charset="0"/>
              </a:defRPr>
            </a:lvl1pPr>
          </a:lstStyle>
          <a:p>
            <a:pPr lvl="0"/>
            <a:r>
              <a:rPr lang="en-US"/>
              <a:t>Click to edit Master text styles</a:t>
            </a:r>
          </a:p>
        </p:txBody>
      </p:sp>
      <p:sp>
        <p:nvSpPr>
          <p:cNvPr id="23" name="Text Placeholder 17">
            <a:extLst>
              <a:ext uri="{FF2B5EF4-FFF2-40B4-BE49-F238E27FC236}">
                <a16:creationId xmlns:a16="http://schemas.microsoft.com/office/drawing/2014/main" id="{2D4722E2-9434-349D-E736-22C8F7E6E325}"/>
              </a:ext>
            </a:extLst>
          </p:cNvPr>
          <p:cNvSpPr>
            <a:spLocks noGrp="1"/>
          </p:cNvSpPr>
          <p:nvPr>
            <p:ph type="body" sz="quarter" idx="23"/>
          </p:nvPr>
        </p:nvSpPr>
        <p:spPr>
          <a:xfrm>
            <a:off x="6432807" y="1346812"/>
            <a:ext cx="5341778" cy="313932"/>
          </a:xfrm>
          <a:prstGeom prst="rect">
            <a:avLst/>
          </a:prstGeom>
        </p:spPr>
        <p:txBody>
          <a:bodyPr lIns="0" anchor="b">
            <a:noAutofit/>
          </a:bodyPr>
          <a:lstStyle>
            <a:lvl1pPr marL="0" indent="0">
              <a:buNone/>
              <a:defRPr sz="1600" b="1" i="0">
                <a:solidFill>
                  <a:schemeClr val="accent5"/>
                </a:solidFill>
                <a:latin typeface="Arial" panose="020B0604020202020204" pitchFamily="34" charset="0"/>
                <a:cs typeface="Arial" panose="020B0604020202020204" pitchFamily="34" charset="0"/>
              </a:defRPr>
            </a:lvl1pPr>
          </a:lstStyle>
          <a:p>
            <a:pPr lvl="0"/>
            <a:r>
              <a:rPr lang="en-US"/>
              <a:t>Click to edit Master text styles</a:t>
            </a:r>
          </a:p>
        </p:txBody>
      </p:sp>
      <p:sp>
        <p:nvSpPr>
          <p:cNvPr id="24" name="Chart Placeholder 14">
            <a:extLst>
              <a:ext uri="{FF2B5EF4-FFF2-40B4-BE49-F238E27FC236}">
                <a16:creationId xmlns:a16="http://schemas.microsoft.com/office/drawing/2014/main" id="{776688E8-1EDD-97EB-E252-6F8A63EE7DF8}"/>
              </a:ext>
            </a:extLst>
          </p:cNvPr>
          <p:cNvSpPr>
            <a:spLocks noGrp="1"/>
          </p:cNvSpPr>
          <p:nvPr>
            <p:ph type="chart" sz="quarter" idx="24"/>
          </p:nvPr>
        </p:nvSpPr>
        <p:spPr>
          <a:xfrm>
            <a:off x="6432807" y="4452484"/>
            <a:ext cx="5341778" cy="1819860"/>
          </a:xfrm>
          <a:prstGeom prst="rect">
            <a:avLst/>
          </a:prstGeom>
        </p:spPr>
        <p:txBody>
          <a:bodyPr/>
          <a:lstStyle>
            <a:lvl1pPr>
              <a:defRPr>
                <a:latin typeface="Arial" panose="020B0604020202020204" pitchFamily="34" charset="0"/>
                <a:cs typeface="Arial" panose="020B0604020202020204" pitchFamily="34" charset="0"/>
              </a:defRPr>
            </a:lvl1pPr>
          </a:lstStyle>
          <a:p>
            <a:r>
              <a:rPr lang="en-US"/>
              <a:t>Click icon to add chart</a:t>
            </a:r>
            <a:endParaRPr lang="es-419"/>
          </a:p>
        </p:txBody>
      </p:sp>
      <p:sp>
        <p:nvSpPr>
          <p:cNvPr id="25" name="Text Placeholder 17">
            <a:extLst>
              <a:ext uri="{FF2B5EF4-FFF2-40B4-BE49-F238E27FC236}">
                <a16:creationId xmlns:a16="http://schemas.microsoft.com/office/drawing/2014/main" id="{F20A9A80-6FFB-99F6-ECBE-8CFE719033BD}"/>
              </a:ext>
            </a:extLst>
          </p:cNvPr>
          <p:cNvSpPr>
            <a:spLocks noGrp="1"/>
          </p:cNvSpPr>
          <p:nvPr>
            <p:ph type="body" sz="quarter" idx="25"/>
          </p:nvPr>
        </p:nvSpPr>
        <p:spPr>
          <a:xfrm>
            <a:off x="6432807" y="4225752"/>
            <a:ext cx="5341778" cy="258532"/>
          </a:xfrm>
          <a:prstGeom prst="rect">
            <a:avLst/>
          </a:prstGeom>
        </p:spPr>
        <p:txBody>
          <a:bodyPr lIns="0">
            <a:noAutofit/>
          </a:bodyPr>
          <a:lstStyle>
            <a:lvl1pPr marL="0" indent="0">
              <a:buNone/>
              <a:defRPr sz="1200" i="1">
                <a:latin typeface="Arial" panose="020B0604020202020204" pitchFamily="34" charset="0"/>
                <a:cs typeface="Arial" panose="020B0604020202020204" pitchFamily="34" charset="0"/>
              </a:defRPr>
            </a:lvl1pPr>
          </a:lstStyle>
          <a:p>
            <a:pPr lvl="0"/>
            <a:r>
              <a:rPr lang="en-US"/>
              <a:t>Click to edit Master text styles</a:t>
            </a:r>
          </a:p>
        </p:txBody>
      </p:sp>
      <p:sp>
        <p:nvSpPr>
          <p:cNvPr id="26" name="Text Placeholder 17">
            <a:extLst>
              <a:ext uri="{FF2B5EF4-FFF2-40B4-BE49-F238E27FC236}">
                <a16:creationId xmlns:a16="http://schemas.microsoft.com/office/drawing/2014/main" id="{059B415B-13F1-9645-0AC0-DB150986491D}"/>
              </a:ext>
            </a:extLst>
          </p:cNvPr>
          <p:cNvSpPr>
            <a:spLocks noGrp="1"/>
          </p:cNvSpPr>
          <p:nvPr>
            <p:ph type="body" sz="quarter" idx="26"/>
          </p:nvPr>
        </p:nvSpPr>
        <p:spPr>
          <a:xfrm>
            <a:off x="6432807" y="3868469"/>
            <a:ext cx="5341778" cy="313932"/>
          </a:xfrm>
          <a:prstGeom prst="rect">
            <a:avLst/>
          </a:prstGeom>
        </p:spPr>
        <p:txBody>
          <a:bodyPr lIns="0" anchor="b">
            <a:noAutofit/>
          </a:bodyPr>
          <a:lstStyle>
            <a:lvl1pPr marL="0" indent="0">
              <a:buNone/>
              <a:defRPr sz="1600" b="1" i="0">
                <a:solidFill>
                  <a:schemeClr val="tx1">
                    <a:lumMod val="75000"/>
                    <a:lumOff val="25000"/>
                  </a:schemeClr>
                </a:solidFill>
                <a:latin typeface="Arial" panose="020B0604020202020204" pitchFamily="34" charset="0"/>
                <a:cs typeface="Arial" panose="020B0604020202020204" pitchFamily="34" charset="0"/>
              </a:defRPr>
            </a:lvl1pPr>
          </a:lstStyle>
          <a:p>
            <a:pPr lvl="0"/>
            <a:r>
              <a:rPr lang="en-US"/>
              <a:t>Click to edit Master text styles</a:t>
            </a:r>
          </a:p>
        </p:txBody>
      </p:sp>
      <p:cxnSp>
        <p:nvCxnSpPr>
          <p:cNvPr id="30" name="Straight Connector 29">
            <a:extLst>
              <a:ext uri="{FF2B5EF4-FFF2-40B4-BE49-F238E27FC236}">
                <a16:creationId xmlns:a16="http://schemas.microsoft.com/office/drawing/2014/main" id="{F27EFA6E-13F7-E054-DBEC-8F7D53949A3F}"/>
              </a:ext>
            </a:extLst>
          </p:cNvPr>
          <p:cNvCxnSpPr>
            <a:cxnSpLocks/>
          </p:cNvCxnSpPr>
          <p:nvPr userDrawn="1"/>
        </p:nvCxnSpPr>
        <p:spPr>
          <a:xfrm flipV="1">
            <a:off x="6432339" y="1666647"/>
            <a:ext cx="5342246" cy="0"/>
          </a:xfrm>
          <a:prstGeom prst="line">
            <a:avLst/>
          </a:prstGeom>
        </p:spPr>
        <p:style>
          <a:lnRef idx="2">
            <a:schemeClr val="accent1"/>
          </a:lnRef>
          <a:fillRef idx="0">
            <a:schemeClr val="accent1"/>
          </a:fillRef>
          <a:effectRef idx="1">
            <a:schemeClr val="accent1"/>
          </a:effectRef>
          <a:fontRef idx="minor">
            <a:schemeClr val="tx1"/>
          </a:fontRef>
        </p:style>
      </p:cxnSp>
      <p:sp>
        <p:nvSpPr>
          <p:cNvPr id="31" name="Chart Placeholder 14">
            <a:extLst>
              <a:ext uri="{FF2B5EF4-FFF2-40B4-BE49-F238E27FC236}">
                <a16:creationId xmlns:a16="http://schemas.microsoft.com/office/drawing/2014/main" id="{D4090BD7-F91C-DA21-4623-1D04ADA64B2C}"/>
              </a:ext>
            </a:extLst>
          </p:cNvPr>
          <p:cNvSpPr>
            <a:spLocks noGrp="1"/>
          </p:cNvSpPr>
          <p:nvPr>
            <p:ph type="chart" sz="quarter" idx="21"/>
          </p:nvPr>
        </p:nvSpPr>
        <p:spPr>
          <a:xfrm>
            <a:off x="6432807" y="1930827"/>
            <a:ext cx="5341778" cy="1819860"/>
          </a:xfrm>
          <a:prstGeom prst="rect">
            <a:avLst/>
          </a:prstGeom>
        </p:spPr>
        <p:txBody>
          <a:bodyPr/>
          <a:lstStyle>
            <a:lvl1pPr>
              <a:defRPr>
                <a:latin typeface="Arial" panose="020B0604020202020204" pitchFamily="34" charset="0"/>
                <a:cs typeface="Arial" panose="020B0604020202020204" pitchFamily="34" charset="0"/>
              </a:defRPr>
            </a:lvl1pPr>
          </a:lstStyle>
          <a:p>
            <a:r>
              <a:rPr lang="en-US"/>
              <a:t>Click icon to add chart</a:t>
            </a:r>
            <a:endParaRPr lang="es-419"/>
          </a:p>
        </p:txBody>
      </p:sp>
      <p:cxnSp>
        <p:nvCxnSpPr>
          <p:cNvPr id="32" name="Straight Connector 31">
            <a:extLst>
              <a:ext uri="{FF2B5EF4-FFF2-40B4-BE49-F238E27FC236}">
                <a16:creationId xmlns:a16="http://schemas.microsoft.com/office/drawing/2014/main" id="{58214282-EED8-4DDC-CAAE-7D0D72FC3EEB}"/>
              </a:ext>
            </a:extLst>
          </p:cNvPr>
          <p:cNvCxnSpPr>
            <a:cxnSpLocks/>
          </p:cNvCxnSpPr>
          <p:nvPr userDrawn="1"/>
        </p:nvCxnSpPr>
        <p:spPr>
          <a:xfrm flipV="1">
            <a:off x="6432339" y="4188304"/>
            <a:ext cx="5342246" cy="0"/>
          </a:xfrm>
          <a:prstGeom prst="line">
            <a:avLst/>
          </a:prstGeom>
        </p:spPr>
        <p:style>
          <a:lnRef idx="2">
            <a:schemeClr val="accent1"/>
          </a:lnRef>
          <a:fillRef idx="0">
            <a:schemeClr val="accent1"/>
          </a:fillRef>
          <a:effectRef idx="1">
            <a:schemeClr val="accent1"/>
          </a:effectRef>
          <a:fontRef idx="minor">
            <a:schemeClr val="tx1"/>
          </a:fontRef>
        </p:style>
      </p:cxnSp>
      <p:sp>
        <p:nvSpPr>
          <p:cNvPr id="7" name="Text Placeholder 6">
            <a:extLst>
              <a:ext uri="{FF2B5EF4-FFF2-40B4-BE49-F238E27FC236}">
                <a16:creationId xmlns:a16="http://schemas.microsoft.com/office/drawing/2014/main" id="{3EE1FD8C-2099-3D7B-14B5-A29833CDAB7E}"/>
              </a:ext>
            </a:extLst>
          </p:cNvPr>
          <p:cNvSpPr>
            <a:spLocks noGrp="1"/>
          </p:cNvSpPr>
          <p:nvPr>
            <p:ph type="body" sz="quarter" idx="13"/>
          </p:nvPr>
        </p:nvSpPr>
        <p:spPr>
          <a:xfrm>
            <a:off x="525465" y="1352108"/>
            <a:ext cx="5341778" cy="4920236"/>
          </a:xfrm>
          <a:prstGeom prst="rect">
            <a:avLst/>
          </a:prstGeom>
        </p:spPr>
        <p:txBody>
          <a:bodyPr lIns="0">
            <a:noAutofit/>
          </a:bodyPr>
          <a:lstStyle>
            <a:lvl1pPr marL="0" indent="0">
              <a:buNone/>
              <a:defRPr sz="1400">
                <a:solidFill>
                  <a:schemeClr val="tx1"/>
                </a:solidFill>
                <a:latin typeface="Arial" panose="020B0604020202020204" pitchFamily="34" charset="0"/>
                <a:cs typeface="Arial" panose="020B0604020202020204" pitchFamily="34" charset="0"/>
              </a:defRPr>
            </a:lvl1pPr>
          </a:lstStyle>
          <a:p>
            <a:pPr lvl="0"/>
            <a:r>
              <a:rPr lang="en-US" noProof="0"/>
              <a:t>Click to edit Master text styles</a:t>
            </a:r>
          </a:p>
        </p:txBody>
      </p:sp>
      <p:sp>
        <p:nvSpPr>
          <p:cNvPr id="8" name="Slide Number Placeholder 4">
            <a:extLst>
              <a:ext uri="{FF2B5EF4-FFF2-40B4-BE49-F238E27FC236}">
                <a16:creationId xmlns:a16="http://schemas.microsoft.com/office/drawing/2014/main" id="{76AA7F5C-B746-591C-E60E-09AF73B8AF29}"/>
              </a:ext>
            </a:extLst>
          </p:cNvPr>
          <p:cNvSpPr>
            <a:spLocks noGrp="1"/>
          </p:cNvSpPr>
          <p:nvPr>
            <p:ph type="sldNum" sz="quarter" idx="12"/>
          </p:nvPr>
        </p:nvSpPr>
        <p:spPr>
          <a:xfrm>
            <a:off x="11353126" y="6356350"/>
            <a:ext cx="421460" cy="365123"/>
          </a:xfrm>
          <a:prstGeom prst="rect">
            <a:avLst/>
          </a:prstGeom>
        </p:spPr>
        <p:txBody>
          <a:bodyPr rIns="0" anchor="ctr"/>
          <a:lstStyle>
            <a:lvl1pPr>
              <a:defRPr lang="en-MX" sz="1100" i="1" smtClean="0">
                <a:solidFill>
                  <a:srgbClr val="002060"/>
                </a:solidFill>
                <a:latin typeface="Arial" panose="020B0604020202020204" pitchFamily="34" charset="0"/>
                <a:cs typeface="Arial" panose="020B0604020202020204" pitchFamily="34" charset="0"/>
              </a:defRPr>
            </a:lvl1pPr>
          </a:lstStyle>
          <a:p>
            <a:pPr algn="r"/>
            <a:fld id="{3623642F-8B6C-4948-BDBA-D9CE46053C76}" type="slidenum">
              <a:rPr lang="en-US" smtClean="0"/>
              <a:pPr algn="r"/>
              <a:t>‹#›</a:t>
            </a:fld>
            <a:endParaRPr lang="en-US" dirty="0"/>
          </a:p>
        </p:txBody>
      </p:sp>
    </p:spTree>
    <p:extLst>
      <p:ext uri="{BB962C8B-B14F-4D97-AF65-F5344CB8AC3E}">
        <p14:creationId xmlns:p14="http://schemas.microsoft.com/office/powerpoint/2010/main" val="16327290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2ChartsVertical">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2C74D7C4-B84E-294B-5981-6A73F0925A9C}"/>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cxnSp>
        <p:nvCxnSpPr>
          <p:cNvPr id="3" name="Conector recto 6">
            <a:extLst>
              <a:ext uri="{FF2B5EF4-FFF2-40B4-BE49-F238E27FC236}">
                <a16:creationId xmlns:a16="http://schemas.microsoft.com/office/drawing/2014/main" id="{9E0B75B3-13EF-37CA-6829-71856F5E4064}"/>
              </a:ext>
            </a:extLst>
          </p:cNvPr>
          <p:cNvCxnSpPr>
            <a:cxnSpLocks/>
          </p:cNvCxnSpPr>
          <p:nvPr userDrawn="1"/>
        </p:nvCxnSpPr>
        <p:spPr>
          <a:xfrm>
            <a:off x="516676" y="286563"/>
            <a:ext cx="11212869" cy="0"/>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pic>
        <p:nvPicPr>
          <p:cNvPr id="5" name="Imagen 7" descr="Imagen que contiene negro, firmar, hombre&#10;&#10;Descripción generada automáticamente">
            <a:extLst>
              <a:ext uri="{FF2B5EF4-FFF2-40B4-BE49-F238E27FC236}">
                <a16:creationId xmlns:a16="http://schemas.microsoft.com/office/drawing/2014/main" id="{05ECC982-E22C-57C2-AC52-FA02F3D441BB}"/>
              </a:ext>
            </a:extLst>
          </p:cNvPr>
          <p:cNvPicPr>
            <a:picLocks noChangeAspect="1"/>
          </p:cNvPicPr>
          <p:nvPr userDrawn="1"/>
        </p:nvPicPr>
        <p:blipFill>
          <a:blip r:embed="rId3"/>
          <a:stretch>
            <a:fillRect/>
          </a:stretch>
        </p:blipFill>
        <p:spPr>
          <a:xfrm>
            <a:off x="9512361" y="331377"/>
            <a:ext cx="2217184" cy="820266"/>
          </a:xfrm>
          <a:prstGeom prst="rect">
            <a:avLst/>
          </a:prstGeom>
        </p:spPr>
      </p:pic>
      <p:sp>
        <p:nvSpPr>
          <p:cNvPr id="13" name="Title 1">
            <a:extLst>
              <a:ext uri="{FF2B5EF4-FFF2-40B4-BE49-F238E27FC236}">
                <a16:creationId xmlns:a16="http://schemas.microsoft.com/office/drawing/2014/main" id="{0D5094BD-D4A8-BAE0-FC29-49F7827188EF}"/>
              </a:ext>
            </a:extLst>
          </p:cNvPr>
          <p:cNvSpPr>
            <a:spLocks noGrp="1"/>
          </p:cNvSpPr>
          <p:nvPr>
            <p:ph type="title"/>
          </p:nvPr>
        </p:nvSpPr>
        <p:spPr>
          <a:xfrm>
            <a:off x="526212" y="487029"/>
            <a:ext cx="8986150" cy="414795"/>
          </a:xfrm>
          <a:prstGeom prst="rect">
            <a:avLst/>
          </a:prstGeom>
        </p:spPr>
        <p:txBody>
          <a:bodyPr lIns="0">
            <a:noAutofit/>
          </a:bodyPr>
          <a:lstStyle>
            <a:lvl1pPr>
              <a:defRPr sz="2800" b="0">
                <a:latin typeface="Arial" panose="020B0604020202020204" pitchFamily="34" charset="0"/>
                <a:cs typeface="Arial" panose="020B0604020202020204" pitchFamily="34" charset="0"/>
              </a:defRPr>
            </a:lvl1pPr>
          </a:lstStyle>
          <a:p>
            <a:r>
              <a:rPr lang="en-US" noProof="0"/>
              <a:t>Click to edit Master title style</a:t>
            </a:r>
            <a:endParaRPr lang="es-ES_tradnl" noProof="0" dirty="0"/>
          </a:p>
        </p:txBody>
      </p:sp>
      <p:sp>
        <p:nvSpPr>
          <p:cNvPr id="15" name="Subtítulo 2">
            <a:extLst>
              <a:ext uri="{FF2B5EF4-FFF2-40B4-BE49-F238E27FC236}">
                <a16:creationId xmlns:a16="http://schemas.microsoft.com/office/drawing/2014/main" id="{D1999416-8E00-C48F-77CB-57362CEC11FB}"/>
              </a:ext>
            </a:extLst>
          </p:cNvPr>
          <p:cNvSpPr>
            <a:spLocks noGrp="1"/>
          </p:cNvSpPr>
          <p:nvPr>
            <p:ph type="subTitle" idx="1"/>
          </p:nvPr>
        </p:nvSpPr>
        <p:spPr>
          <a:xfrm>
            <a:off x="526212" y="904130"/>
            <a:ext cx="8986150" cy="261855"/>
          </a:xfrm>
          <a:prstGeom prst="rect">
            <a:avLst/>
          </a:prstGeom>
        </p:spPr>
        <p:txBody>
          <a:bodyPr lIns="0">
            <a:noAutofit/>
          </a:bodyPr>
          <a:lstStyle>
            <a:lvl1pPr marL="0" indent="0" algn="l">
              <a:buNone/>
              <a:defRPr sz="1600" i="0">
                <a:solidFill>
                  <a:schemeClr val="tx2"/>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US" noProof="0" dirty="0"/>
          </a:p>
        </p:txBody>
      </p:sp>
      <p:sp>
        <p:nvSpPr>
          <p:cNvPr id="16" name="Text Placeholder 5">
            <a:extLst>
              <a:ext uri="{FF2B5EF4-FFF2-40B4-BE49-F238E27FC236}">
                <a16:creationId xmlns:a16="http://schemas.microsoft.com/office/drawing/2014/main" id="{5A3DD8F5-1A5F-1F35-5057-366542BF3C59}"/>
              </a:ext>
            </a:extLst>
          </p:cNvPr>
          <p:cNvSpPr>
            <a:spLocks noGrp="1"/>
          </p:cNvSpPr>
          <p:nvPr>
            <p:ph type="body" sz="quarter" idx="14"/>
          </p:nvPr>
        </p:nvSpPr>
        <p:spPr>
          <a:xfrm>
            <a:off x="525462" y="6356351"/>
            <a:ext cx="11249123" cy="365124"/>
          </a:xfrm>
          <a:prstGeom prst="rect">
            <a:avLst/>
          </a:prstGeom>
        </p:spPr>
        <p:txBody>
          <a:bodyPr anchor="ctr">
            <a:normAutofit/>
          </a:bodyPr>
          <a:lstStyle>
            <a:lvl1pPr marL="0" indent="0" algn="ctr">
              <a:buNone/>
              <a:defRPr sz="1000" i="1">
                <a:latin typeface="Arial" panose="020B0604020202020204" pitchFamily="34" charset="0"/>
                <a:cs typeface="Arial" panose="020B0604020202020204" pitchFamily="34" charset="0"/>
              </a:defRPr>
            </a:lvl1pPr>
          </a:lstStyle>
          <a:p>
            <a:pPr lvl="0"/>
            <a:r>
              <a:rPr lang="en-US" noProof="0"/>
              <a:t>Click to edit Master text styles</a:t>
            </a:r>
          </a:p>
        </p:txBody>
      </p:sp>
      <p:sp>
        <p:nvSpPr>
          <p:cNvPr id="22" name="Text Placeholder 17">
            <a:extLst>
              <a:ext uri="{FF2B5EF4-FFF2-40B4-BE49-F238E27FC236}">
                <a16:creationId xmlns:a16="http://schemas.microsoft.com/office/drawing/2014/main" id="{A1E1E2EC-35CE-D750-D007-0FBBAAC12DAF}"/>
              </a:ext>
            </a:extLst>
          </p:cNvPr>
          <p:cNvSpPr>
            <a:spLocks noGrp="1"/>
          </p:cNvSpPr>
          <p:nvPr>
            <p:ph type="body" sz="quarter" idx="22"/>
          </p:nvPr>
        </p:nvSpPr>
        <p:spPr>
          <a:xfrm>
            <a:off x="6432807" y="1704095"/>
            <a:ext cx="5341778" cy="220806"/>
          </a:xfrm>
          <a:prstGeom prst="rect">
            <a:avLst/>
          </a:prstGeom>
        </p:spPr>
        <p:txBody>
          <a:bodyPr lIns="0"/>
          <a:lstStyle>
            <a:lvl1pPr marL="0" indent="0">
              <a:buNone/>
              <a:defRPr sz="1200" i="1">
                <a:latin typeface="Arial" panose="020B0604020202020204" pitchFamily="34" charset="0"/>
                <a:cs typeface="Arial" panose="020B0604020202020204" pitchFamily="34" charset="0"/>
              </a:defRPr>
            </a:lvl1pPr>
          </a:lstStyle>
          <a:p>
            <a:pPr lvl="0"/>
            <a:r>
              <a:rPr lang="en-US"/>
              <a:t>Click to edit Master text styles</a:t>
            </a:r>
          </a:p>
        </p:txBody>
      </p:sp>
      <p:sp>
        <p:nvSpPr>
          <p:cNvPr id="23" name="Text Placeholder 17">
            <a:extLst>
              <a:ext uri="{FF2B5EF4-FFF2-40B4-BE49-F238E27FC236}">
                <a16:creationId xmlns:a16="http://schemas.microsoft.com/office/drawing/2014/main" id="{2D4722E2-9434-349D-E736-22C8F7E6E325}"/>
              </a:ext>
            </a:extLst>
          </p:cNvPr>
          <p:cNvSpPr>
            <a:spLocks noGrp="1"/>
          </p:cNvSpPr>
          <p:nvPr>
            <p:ph type="body" sz="quarter" idx="23"/>
          </p:nvPr>
        </p:nvSpPr>
        <p:spPr>
          <a:xfrm>
            <a:off x="6432807" y="1346812"/>
            <a:ext cx="5341778" cy="313932"/>
          </a:xfrm>
          <a:prstGeom prst="rect">
            <a:avLst/>
          </a:prstGeom>
        </p:spPr>
        <p:txBody>
          <a:bodyPr lIns="0" anchor="b">
            <a:noAutofit/>
          </a:bodyPr>
          <a:lstStyle>
            <a:lvl1pPr marL="0" indent="0">
              <a:buNone/>
              <a:defRPr sz="1600" b="1" i="0">
                <a:solidFill>
                  <a:schemeClr val="accent5"/>
                </a:solidFill>
                <a:latin typeface="Arial" panose="020B0604020202020204" pitchFamily="34" charset="0"/>
                <a:cs typeface="Arial" panose="020B0604020202020204" pitchFamily="34" charset="0"/>
              </a:defRPr>
            </a:lvl1pPr>
          </a:lstStyle>
          <a:p>
            <a:pPr lvl="0"/>
            <a:r>
              <a:rPr lang="en-US"/>
              <a:t>Click to edit Master text styles</a:t>
            </a:r>
          </a:p>
        </p:txBody>
      </p:sp>
      <p:sp>
        <p:nvSpPr>
          <p:cNvPr id="24" name="Chart Placeholder 14">
            <a:extLst>
              <a:ext uri="{FF2B5EF4-FFF2-40B4-BE49-F238E27FC236}">
                <a16:creationId xmlns:a16="http://schemas.microsoft.com/office/drawing/2014/main" id="{776688E8-1EDD-97EB-E252-6F8A63EE7DF8}"/>
              </a:ext>
            </a:extLst>
          </p:cNvPr>
          <p:cNvSpPr>
            <a:spLocks noGrp="1"/>
          </p:cNvSpPr>
          <p:nvPr>
            <p:ph type="chart" sz="quarter" idx="24"/>
          </p:nvPr>
        </p:nvSpPr>
        <p:spPr>
          <a:xfrm>
            <a:off x="6432807" y="4452484"/>
            <a:ext cx="5341778" cy="1819860"/>
          </a:xfrm>
          <a:prstGeom prst="rect">
            <a:avLst/>
          </a:prstGeom>
        </p:spPr>
        <p:txBody>
          <a:bodyPr/>
          <a:lstStyle>
            <a:lvl1pPr>
              <a:defRPr>
                <a:latin typeface="Arial" panose="020B0604020202020204" pitchFamily="34" charset="0"/>
                <a:cs typeface="Arial" panose="020B0604020202020204" pitchFamily="34" charset="0"/>
              </a:defRPr>
            </a:lvl1pPr>
          </a:lstStyle>
          <a:p>
            <a:r>
              <a:rPr lang="en-US"/>
              <a:t>Click icon to add chart</a:t>
            </a:r>
            <a:endParaRPr lang="es-419"/>
          </a:p>
        </p:txBody>
      </p:sp>
      <p:sp>
        <p:nvSpPr>
          <p:cNvPr id="25" name="Text Placeholder 17">
            <a:extLst>
              <a:ext uri="{FF2B5EF4-FFF2-40B4-BE49-F238E27FC236}">
                <a16:creationId xmlns:a16="http://schemas.microsoft.com/office/drawing/2014/main" id="{F20A9A80-6FFB-99F6-ECBE-8CFE719033BD}"/>
              </a:ext>
            </a:extLst>
          </p:cNvPr>
          <p:cNvSpPr>
            <a:spLocks noGrp="1"/>
          </p:cNvSpPr>
          <p:nvPr>
            <p:ph type="body" sz="quarter" idx="25"/>
          </p:nvPr>
        </p:nvSpPr>
        <p:spPr>
          <a:xfrm>
            <a:off x="6432807" y="4225752"/>
            <a:ext cx="5341778" cy="258532"/>
          </a:xfrm>
          <a:prstGeom prst="rect">
            <a:avLst/>
          </a:prstGeom>
        </p:spPr>
        <p:txBody>
          <a:bodyPr lIns="0">
            <a:noAutofit/>
          </a:bodyPr>
          <a:lstStyle>
            <a:lvl1pPr marL="0" indent="0">
              <a:buNone/>
              <a:defRPr sz="1200" i="1">
                <a:latin typeface="Arial" panose="020B0604020202020204" pitchFamily="34" charset="0"/>
                <a:cs typeface="Arial" panose="020B0604020202020204" pitchFamily="34" charset="0"/>
              </a:defRPr>
            </a:lvl1pPr>
          </a:lstStyle>
          <a:p>
            <a:pPr lvl="0"/>
            <a:r>
              <a:rPr lang="en-US"/>
              <a:t>Click to edit Master text styles</a:t>
            </a:r>
          </a:p>
        </p:txBody>
      </p:sp>
      <p:sp>
        <p:nvSpPr>
          <p:cNvPr id="26" name="Text Placeholder 17">
            <a:extLst>
              <a:ext uri="{FF2B5EF4-FFF2-40B4-BE49-F238E27FC236}">
                <a16:creationId xmlns:a16="http://schemas.microsoft.com/office/drawing/2014/main" id="{059B415B-13F1-9645-0AC0-DB150986491D}"/>
              </a:ext>
            </a:extLst>
          </p:cNvPr>
          <p:cNvSpPr>
            <a:spLocks noGrp="1"/>
          </p:cNvSpPr>
          <p:nvPr>
            <p:ph type="body" sz="quarter" idx="26"/>
          </p:nvPr>
        </p:nvSpPr>
        <p:spPr>
          <a:xfrm>
            <a:off x="6432807" y="3868469"/>
            <a:ext cx="5341778" cy="313932"/>
          </a:xfrm>
          <a:prstGeom prst="rect">
            <a:avLst/>
          </a:prstGeom>
        </p:spPr>
        <p:txBody>
          <a:bodyPr lIns="0" anchor="b">
            <a:noAutofit/>
          </a:bodyPr>
          <a:lstStyle>
            <a:lvl1pPr marL="0" indent="0">
              <a:buNone/>
              <a:defRPr sz="1600" b="1" i="0">
                <a:solidFill>
                  <a:schemeClr val="tx1">
                    <a:lumMod val="75000"/>
                    <a:lumOff val="25000"/>
                  </a:schemeClr>
                </a:solidFill>
                <a:latin typeface="Arial" panose="020B0604020202020204" pitchFamily="34" charset="0"/>
                <a:cs typeface="Arial" panose="020B0604020202020204" pitchFamily="34" charset="0"/>
              </a:defRPr>
            </a:lvl1pPr>
          </a:lstStyle>
          <a:p>
            <a:pPr lvl="0"/>
            <a:r>
              <a:rPr lang="en-US"/>
              <a:t>Click to edit Master text styles</a:t>
            </a:r>
          </a:p>
        </p:txBody>
      </p:sp>
      <p:cxnSp>
        <p:nvCxnSpPr>
          <p:cNvPr id="30" name="Straight Connector 29">
            <a:extLst>
              <a:ext uri="{FF2B5EF4-FFF2-40B4-BE49-F238E27FC236}">
                <a16:creationId xmlns:a16="http://schemas.microsoft.com/office/drawing/2014/main" id="{F27EFA6E-13F7-E054-DBEC-8F7D53949A3F}"/>
              </a:ext>
            </a:extLst>
          </p:cNvPr>
          <p:cNvCxnSpPr>
            <a:cxnSpLocks/>
          </p:cNvCxnSpPr>
          <p:nvPr userDrawn="1"/>
        </p:nvCxnSpPr>
        <p:spPr>
          <a:xfrm flipV="1">
            <a:off x="6432339" y="1666647"/>
            <a:ext cx="5342246" cy="0"/>
          </a:xfrm>
          <a:prstGeom prst="line">
            <a:avLst/>
          </a:prstGeom>
        </p:spPr>
        <p:style>
          <a:lnRef idx="2">
            <a:schemeClr val="accent1"/>
          </a:lnRef>
          <a:fillRef idx="0">
            <a:schemeClr val="accent1"/>
          </a:fillRef>
          <a:effectRef idx="1">
            <a:schemeClr val="accent1"/>
          </a:effectRef>
          <a:fontRef idx="minor">
            <a:schemeClr val="tx1"/>
          </a:fontRef>
        </p:style>
      </p:cxnSp>
      <p:sp>
        <p:nvSpPr>
          <p:cNvPr id="31" name="Chart Placeholder 14">
            <a:extLst>
              <a:ext uri="{FF2B5EF4-FFF2-40B4-BE49-F238E27FC236}">
                <a16:creationId xmlns:a16="http://schemas.microsoft.com/office/drawing/2014/main" id="{D4090BD7-F91C-DA21-4623-1D04ADA64B2C}"/>
              </a:ext>
            </a:extLst>
          </p:cNvPr>
          <p:cNvSpPr>
            <a:spLocks noGrp="1"/>
          </p:cNvSpPr>
          <p:nvPr>
            <p:ph type="chart" sz="quarter" idx="21"/>
          </p:nvPr>
        </p:nvSpPr>
        <p:spPr>
          <a:xfrm>
            <a:off x="6432807" y="1930827"/>
            <a:ext cx="5341778" cy="1819860"/>
          </a:xfrm>
          <a:prstGeom prst="rect">
            <a:avLst/>
          </a:prstGeom>
        </p:spPr>
        <p:txBody>
          <a:bodyPr/>
          <a:lstStyle>
            <a:lvl1pPr>
              <a:defRPr>
                <a:latin typeface="Arial" panose="020B0604020202020204" pitchFamily="34" charset="0"/>
                <a:cs typeface="Arial" panose="020B0604020202020204" pitchFamily="34" charset="0"/>
              </a:defRPr>
            </a:lvl1pPr>
          </a:lstStyle>
          <a:p>
            <a:r>
              <a:rPr lang="en-US"/>
              <a:t>Click icon to add chart</a:t>
            </a:r>
            <a:endParaRPr lang="es-419"/>
          </a:p>
        </p:txBody>
      </p:sp>
      <p:cxnSp>
        <p:nvCxnSpPr>
          <p:cNvPr id="32" name="Straight Connector 31">
            <a:extLst>
              <a:ext uri="{FF2B5EF4-FFF2-40B4-BE49-F238E27FC236}">
                <a16:creationId xmlns:a16="http://schemas.microsoft.com/office/drawing/2014/main" id="{58214282-EED8-4DDC-CAAE-7D0D72FC3EEB}"/>
              </a:ext>
            </a:extLst>
          </p:cNvPr>
          <p:cNvCxnSpPr>
            <a:cxnSpLocks/>
          </p:cNvCxnSpPr>
          <p:nvPr userDrawn="1"/>
        </p:nvCxnSpPr>
        <p:spPr>
          <a:xfrm flipV="1">
            <a:off x="6432339" y="4188304"/>
            <a:ext cx="5342246" cy="0"/>
          </a:xfrm>
          <a:prstGeom prst="line">
            <a:avLst/>
          </a:prstGeom>
        </p:spPr>
        <p:style>
          <a:lnRef idx="2">
            <a:schemeClr val="accent1"/>
          </a:lnRef>
          <a:fillRef idx="0">
            <a:schemeClr val="accent1"/>
          </a:fillRef>
          <a:effectRef idx="1">
            <a:schemeClr val="accent1"/>
          </a:effectRef>
          <a:fontRef idx="minor">
            <a:schemeClr val="tx1"/>
          </a:fontRef>
        </p:style>
      </p:cxnSp>
      <p:sp>
        <p:nvSpPr>
          <p:cNvPr id="7" name="Text Placeholder 6">
            <a:extLst>
              <a:ext uri="{FF2B5EF4-FFF2-40B4-BE49-F238E27FC236}">
                <a16:creationId xmlns:a16="http://schemas.microsoft.com/office/drawing/2014/main" id="{3EE1FD8C-2099-3D7B-14B5-A29833CDAB7E}"/>
              </a:ext>
            </a:extLst>
          </p:cNvPr>
          <p:cNvSpPr>
            <a:spLocks noGrp="1"/>
          </p:cNvSpPr>
          <p:nvPr>
            <p:ph type="body" sz="quarter" idx="13"/>
          </p:nvPr>
        </p:nvSpPr>
        <p:spPr>
          <a:xfrm>
            <a:off x="525465" y="1352108"/>
            <a:ext cx="5341778" cy="4920236"/>
          </a:xfrm>
          <a:prstGeom prst="rect">
            <a:avLst/>
          </a:prstGeom>
        </p:spPr>
        <p:txBody>
          <a:bodyPr lIns="0">
            <a:noAutofit/>
          </a:bodyPr>
          <a:lstStyle>
            <a:lvl1pPr marL="0" indent="0">
              <a:buNone/>
              <a:defRPr sz="1400">
                <a:solidFill>
                  <a:schemeClr val="tx1"/>
                </a:solidFill>
                <a:latin typeface="Arial" panose="020B0604020202020204" pitchFamily="34" charset="0"/>
                <a:cs typeface="Arial" panose="020B0604020202020204" pitchFamily="34" charset="0"/>
              </a:defRPr>
            </a:lvl1pPr>
          </a:lstStyle>
          <a:p>
            <a:pPr lvl="0"/>
            <a:r>
              <a:rPr lang="en-US" noProof="0"/>
              <a:t>Click to edit Master text styles</a:t>
            </a:r>
          </a:p>
        </p:txBody>
      </p:sp>
      <p:sp>
        <p:nvSpPr>
          <p:cNvPr id="8" name="Slide Number Placeholder 4">
            <a:extLst>
              <a:ext uri="{FF2B5EF4-FFF2-40B4-BE49-F238E27FC236}">
                <a16:creationId xmlns:a16="http://schemas.microsoft.com/office/drawing/2014/main" id="{76AA7F5C-B746-591C-E60E-09AF73B8AF29}"/>
              </a:ext>
            </a:extLst>
          </p:cNvPr>
          <p:cNvSpPr>
            <a:spLocks noGrp="1"/>
          </p:cNvSpPr>
          <p:nvPr>
            <p:ph type="sldNum" sz="quarter" idx="12"/>
          </p:nvPr>
        </p:nvSpPr>
        <p:spPr>
          <a:xfrm>
            <a:off x="11353126" y="6356350"/>
            <a:ext cx="421460" cy="365123"/>
          </a:xfrm>
          <a:prstGeom prst="rect">
            <a:avLst/>
          </a:prstGeom>
        </p:spPr>
        <p:txBody>
          <a:bodyPr rIns="0" anchor="ctr"/>
          <a:lstStyle>
            <a:lvl1pPr>
              <a:defRPr lang="en-MX" sz="1100" i="1" smtClean="0">
                <a:solidFill>
                  <a:srgbClr val="002060"/>
                </a:solidFill>
                <a:latin typeface="Arial" panose="020B0604020202020204" pitchFamily="34" charset="0"/>
                <a:cs typeface="Arial" panose="020B0604020202020204" pitchFamily="34" charset="0"/>
              </a:defRPr>
            </a:lvl1pPr>
          </a:lstStyle>
          <a:p>
            <a:pPr algn="r"/>
            <a:fld id="{3623642F-8B6C-4948-BDBA-D9CE46053C76}" type="slidenum">
              <a:rPr lang="en-US" smtClean="0"/>
              <a:pPr algn="r"/>
              <a:t>‹#›</a:t>
            </a:fld>
            <a:endParaRPr lang="en-US" dirty="0"/>
          </a:p>
        </p:txBody>
      </p:sp>
    </p:spTree>
    <p:extLst>
      <p:ext uri="{BB962C8B-B14F-4D97-AF65-F5344CB8AC3E}">
        <p14:creationId xmlns:p14="http://schemas.microsoft.com/office/powerpoint/2010/main" val="7162595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ChartsSubtitles">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2C74D7C4-B84E-294B-5981-6A73F0925A9C}"/>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cxnSp>
        <p:nvCxnSpPr>
          <p:cNvPr id="3" name="Conector recto 6">
            <a:extLst>
              <a:ext uri="{FF2B5EF4-FFF2-40B4-BE49-F238E27FC236}">
                <a16:creationId xmlns:a16="http://schemas.microsoft.com/office/drawing/2014/main" id="{9E0B75B3-13EF-37CA-6829-71856F5E4064}"/>
              </a:ext>
            </a:extLst>
          </p:cNvPr>
          <p:cNvCxnSpPr>
            <a:cxnSpLocks/>
          </p:cNvCxnSpPr>
          <p:nvPr userDrawn="1"/>
        </p:nvCxnSpPr>
        <p:spPr>
          <a:xfrm>
            <a:off x="516676" y="286563"/>
            <a:ext cx="11212869" cy="0"/>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pic>
        <p:nvPicPr>
          <p:cNvPr id="5" name="Imagen 7" descr="Imagen que contiene negro, firmar, hombre&#10;&#10;Descripción generada automáticamente">
            <a:extLst>
              <a:ext uri="{FF2B5EF4-FFF2-40B4-BE49-F238E27FC236}">
                <a16:creationId xmlns:a16="http://schemas.microsoft.com/office/drawing/2014/main" id="{05ECC982-E22C-57C2-AC52-FA02F3D441BB}"/>
              </a:ext>
            </a:extLst>
          </p:cNvPr>
          <p:cNvPicPr>
            <a:picLocks noChangeAspect="1"/>
          </p:cNvPicPr>
          <p:nvPr userDrawn="1"/>
        </p:nvPicPr>
        <p:blipFill>
          <a:blip r:embed="rId3"/>
          <a:stretch>
            <a:fillRect/>
          </a:stretch>
        </p:blipFill>
        <p:spPr>
          <a:xfrm>
            <a:off x="9512361" y="331377"/>
            <a:ext cx="2217184" cy="820266"/>
          </a:xfrm>
          <a:prstGeom prst="rect">
            <a:avLst/>
          </a:prstGeom>
        </p:spPr>
      </p:pic>
      <p:sp>
        <p:nvSpPr>
          <p:cNvPr id="13" name="Title 1">
            <a:extLst>
              <a:ext uri="{FF2B5EF4-FFF2-40B4-BE49-F238E27FC236}">
                <a16:creationId xmlns:a16="http://schemas.microsoft.com/office/drawing/2014/main" id="{0D5094BD-D4A8-BAE0-FC29-49F7827188EF}"/>
              </a:ext>
            </a:extLst>
          </p:cNvPr>
          <p:cNvSpPr>
            <a:spLocks noGrp="1"/>
          </p:cNvSpPr>
          <p:nvPr>
            <p:ph type="title"/>
          </p:nvPr>
        </p:nvSpPr>
        <p:spPr>
          <a:xfrm>
            <a:off x="526212" y="487029"/>
            <a:ext cx="8986150" cy="414795"/>
          </a:xfrm>
          <a:prstGeom prst="rect">
            <a:avLst/>
          </a:prstGeom>
        </p:spPr>
        <p:txBody>
          <a:bodyPr lIns="0">
            <a:noAutofit/>
          </a:bodyPr>
          <a:lstStyle>
            <a:lvl1pPr>
              <a:defRPr sz="2800" b="0">
                <a:latin typeface="Arial" panose="020B0604020202020204" pitchFamily="34" charset="0"/>
                <a:cs typeface="Arial" panose="020B0604020202020204" pitchFamily="34" charset="0"/>
              </a:defRPr>
            </a:lvl1pPr>
          </a:lstStyle>
          <a:p>
            <a:r>
              <a:rPr lang="en-US" noProof="0"/>
              <a:t>Click to edit Master title style</a:t>
            </a:r>
            <a:endParaRPr lang="es-ES_tradnl" noProof="0" dirty="0"/>
          </a:p>
        </p:txBody>
      </p:sp>
      <p:sp>
        <p:nvSpPr>
          <p:cNvPr id="15" name="Subtítulo 2">
            <a:extLst>
              <a:ext uri="{FF2B5EF4-FFF2-40B4-BE49-F238E27FC236}">
                <a16:creationId xmlns:a16="http://schemas.microsoft.com/office/drawing/2014/main" id="{D1999416-8E00-C48F-77CB-57362CEC11FB}"/>
              </a:ext>
            </a:extLst>
          </p:cNvPr>
          <p:cNvSpPr>
            <a:spLocks noGrp="1"/>
          </p:cNvSpPr>
          <p:nvPr>
            <p:ph type="subTitle" idx="1"/>
          </p:nvPr>
        </p:nvSpPr>
        <p:spPr>
          <a:xfrm>
            <a:off x="526212" y="904130"/>
            <a:ext cx="8986150" cy="261855"/>
          </a:xfrm>
          <a:prstGeom prst="rect">
            <a:avLst/>
          </a:prstGeom>
        </p:spPr>
        <p:txBody>
          <a:bodyPr lIns="0">
            <a:noAutofit/>
          </a:bodyPr>
          <a:lstStyle>
            <a:lvl1pPr marL="0" indent="0" algn="l">
              <a:buNone/>
              <a:defRPr sz="1600" i="0">
                <a:solidFill>
                  <a:schemeClr val="tx2"/>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US" noProof="0" dirty="0"/>
          </a:p>
        </p:txBody>
      </p:sp>
      <p:sp>
        <p:nvSpPr>
          <p:cNvPr id="18" name="Text Placeholder 17">
            <a:extLst>
              <a:ext uri="{FF2B5EF4-FFF2-40B4-BE49-F238E27FC236}">
                <a16:creationId xmlns:a16="http://schemas.microsoft.com/office/drawing/2014/main" id="{937244F1-151F-0C66-0BC7-3BAA047B3E89}"/>
              </a:ext>
            </a:extLst>
          </p:cNvPr>
          <p:cNvSpPr>
            <a:spLocks noGrp="1"/>
          </p:cNvSpPr>
          <p:nvPr>
            <p:ph type="body" sz="quarter" idx="17"/>
          </p:nvPr>
        </p:nvSpPr>
        <p:spPr>
          <a:xfrm>
            <a:off x="526211" y="1346812"/>
            <a:ext cx="5341778" cy="313932"/>
          </a:xfrm>
          <a:prstGeom prst="rect">
            <a:avLst/>
          </a:prstGeom>
        </p:spPr>
        <p:txBody>
          <a:bodyPr lIns="0" anchor="b">
            <a:noAutofit/>
          </a:bodyPr>
          <a:lstStyle>
            <a:lvl1pPr marL="0" indent="0">
              <a:buNone/>
              <a:defRPr sz="1600" b="1" i="0">
                <a:solidFill>
                  <a:schemeClr val="tx1">
                    <a:lumMod val="75000"/>
                    <a:lumOff val="25000"/>
                  </a:schemeClr>
                </a:solidFill>
                <a:latin typeface="Arial" panose="020B0604020202020204" pitchFamily="34" charset="0"/>
                <a:cs typeface="Arial" panose="020B0604020202020204" pitchFamily="34" charset="0"/>
              </a:defRPr>
            </a:lvl1pPr>
          </a:lstStyle>
          <a:p>
            <a:pPr lvl="0"/>
            <a:r>
              <a:rPr lang="en-US"/>
              <a:t>Click to edit Master text styles</a:t>
            </a:r>
          </a:p>
        </p:txBody>
      </p:sp>
      <p:sp>
        <p:nvSpPr>
          <p:cNvPr id="23" name="Text Placeholder 17">
            <a:extLst>
              <a:ext uri="{FF2B5EF4-FFF2-40B4-BE49-F238E27FC236}">
                <a16:creationId xmlns:a16="http://schemas.microsoft.com/office/drawing/2014/main" id="{2D4722E2-9434-349D-E736-22C8F7E6E325}"/>
              </a:ext>
            </a:extLst>
          </p:cNvPr>
          <p:cNvSpPr>
            <a:spLocks noGrp="1"/>
          </p:cNvSpPr>
          <p:nvPr>
            <p:ph type="body" sz="quarter" idx="23"/>
          </p:nvPr>
        </p:nvSpPr>
        <p:spPr>
          <a:xfrm>
            <a:off x="6432807" y="1346812"/>
            <a:ext cx="5341778" cy="313932"/>
          </a:xfrm>
          <a:prstGeom prst="rect">
            <a:avLst/>
          </a:prstGeom>
        </p:spPr>
        <p:txBody>
          <a:bodyPr lIns="0" anchor="b">
            <a:noAutofit/>
          </a:bodyPr>
          <a:lstStyle>
            <a:lvl1pPr marL="0" indent="0">
              <a:buNone/>
              <a:defRPr sz="1600" b="1" i="0">
                <a:solidFill>
                  <a:schemeClr val="tx1">
                    <a:lumMod val="75000"/>
                    <a:lumOff val="25000"/>
                  </a:schemeClr>
                </a:solidFill>
                <a:latin typeface="Arial" panose="020B0604020202020204" pitchFamily="34" charset="0"/>
                <a:cs typeface="Arial" panose="020B0604020202020204" pitchFamily="34" charset="0"/>
              </a:defRPr>
            </a:lvl1pPr>
          </a:lstStyle>
          <a:p>
            <a:pPr lvl="0"/>
            <a:r>
              <a:rPr lang="en-US"/>
              <a:t>Click to edit Master text styles</a:t>
            </a:r>
          </a:p>
        </p:txBody>
      </p:sp>
      <p:cxnSp>
        <p:nvCxnSpPr>
          <p:cNvPr id="27" name="Straight Connector 26">
            <a:extLst>
              <a:ext uri="{FF2B5EF4-FFF2-40B4-BE49-F238E27FC236}">
                <a16:creationId xmlns:a16="http://schemas.microsoft.com/office/drawing/2014/main" id="{6D6D425F-05EF-4B81-A5F7-6BA1386CA2AF}"/>
              </a:ext>
            </a:extLst>
          </p:cNvPr>
          <p:cNvCxnSpPr>
            <a:cxnSpLocks/>
          </p:cNvCxnSpPr>
          <p:nvPr userDrawn="1"/>
        </p:nvCxnSpPr>
        <p:spPr>
          <a:xfrm>
            <a:off x="525462" y="1666647"/>
            <a:ext cx="5342995"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F27EFA6E-13F7-E054-DBEC-8F7D53949A3F}"/>
              </a:ext>
            </a:extLst>
          </p:cNvPr>
          <p:cNvCxnSpPr>
            <a:cxnSpLocks/>
          </p:cNvCxnSpPr>
          <p:nvPr userDrawn="1"/>
        </p:nvCxnSpPr>
        <p:spPr>
          <a:xfrm flipV="1">
            <a:off x="6432339" y="1666647"/>
            <a:ext cx="5342246" cy="0"/>
          </a:xfrm>
          <a:prstGeom prst="line">
            <a:avLst/>
          </a:prstGeom>
        </p:spPr>
        <p:style>
          <a:lnRef idx="2">
            <a:schemeClr val="accent1"/>
          </a:lnRef>
          <a:fillRef idx="0">
            <a:schemeClr val="accent1"/>
          </a:fillRef>
          <a:effectRef idx="1">
            <a:schemeClr val="accent1"/>
          </a:effectRef>
          <a:fontRef idx="minor">
            <a:schemeClr val="tx1"/>
          </a:fontRef>
        </p:style>
      </p:cxnSp>
      <p:sp>
        <p:nvSpPr>
          <p:cNvPr id="34" name="Text Placeholder 5">
            <a:extLst>
              <a:ext uri="{FF2B5EF4-FFF2-40B4-BE49-F238E27FC236}">
                <a16:creationId xmlns:a16="http://schemas.microsoft.com/office/drawing/2014/main" id="{71296A4B-EA45-DF10-E46A-BDE45ED9B045}"/>
              </a:ext>
            </a:extLst>
          </p:cNvPr>
          <p:cNvSpPr>
            <a:spLocks noGrp="1"/>
          </p:cNvSpPr>
          <p:nvPr>
            <p:ph type="body" sz="quarter" idx="14"/>
          </p:nvPr>
        </p:nvSpPr>
        <p:spPr>
          <a:xfrm>
            <a:off x="525462" y="6356351"/>
            <a:ext cx="11249123" cy="365124"/>
          </a:xfrm>
          <a:prstGeom prst="rect">
            <a:avLst/>
          </a:prstGeom>
        </p:spPr>
        <p:txBody>
          <a:bodyPr anchor="ctr">
            <a:normAutofit/>
          </a:bodyPr>
          <a:lstStyle>
            <a:lvl1pPr marL="0" indent="0" algn="ctr">
              <a:buNone/>
              <a:defRPr sz="1000" i="1">
                <a:latin typeface="Arial" panose="020B0604020202020204" pitchFamily="34" charset="0"/>
                <a:cs typeface="Arial" panose="020B0604020202020204" pitchFamily="34" charset="0"/>
              </a:defRPr>
            </a:lvl1pPr>
          </a:lstStyle>
          <a:p>
            <a:pPr lvl="0"/>
            <a:r>
              <a:rPr lang="en-US" noProof="0"/>
              <a:t>Click to edit Master text styles</a:t>
            </a:r>
          </a:p>
        </p:txBody>
      </p:sp>
      <p:sp>
        <p:nvSpPr>
          <p:cNvPr id="35" name="Slide Number Placeholder 4">
            <a:extLst>
              <a:ext uri="{FF2B5EF4-FFF2-40B4-BE49-F238E27FC236}">
                <a16:creationId xmlns:a16="http://schemas.microsoft.com/office/drawing/2014/main" id="{2A26B931-295C-D1C5-7199-54BA8F3B32D6}"/>
              </a:ext>
            </a:extLst>
          </p:cNvPr>
          <p:cNvSpPr>
            <a:spLocks noGrp="1"/>
          </p:cNvSpPr>
          <p:nvPr>
            <p:ph type="sldNum" sz="quarter" idx="12"/>
          </p:nvPr>
        </p:nvSpPr>
        <p:spPr>
          <a:xfrm>
            <a:off x="11353126" y="6356350"/>
            <a:ext cx="421460" cy="365123"/>
          </a:xfrm>
          <a:prstGeom prst="rect">
            <a:avLst/>
          </a:prstGeom>
        </p:spPr>
        <p:txBody>
          <a:bodyPr rIns="0" anchor="ctr"/>
          <a:lstStyle>
            <a:lvl1pPr>
              <a:defRPr lang="en-MX" sz="1100" i="1" smtClean="0">
                <a:solidFill>
                  <a:srgbClr val="002060"/>
                </a:solidFill>
                <a:latin typeface="Arial" panose="020B0604020202020204" pitchFamily="34" charset="0"/>
                <a:cs typeface="Arial" panose="020B0604020202020204" pitchFamily="34" charset="0"/>
              </a:defRPr>
            </a:lvl1pPr>
          </a:lstStyle>
          <a:p>
            <a:pPr algn="r"/>
            <a:fld id="{3623642F-8B6C-4948-BDBA-D9CE46053C76}" type="slidenum">
              <a:rPr lang="en-US" smtClean="0"/>
              <a:pPr algn="r"/>
              <a:t>‹#›</a:t>
            </a:fld>
            <a:endParaRPr lang="en-US"/>
          </a:p>
        </p:txBody>
      </p:sp>
      <p:sp>
        <p:nvSpPr>
          <p:cNvPr id="2" name="Text Placeholder 17">
            <a:extLst>
              <a:ext uri="{FF2B5EF4-FFF2-40B4-BE49-F238E27FC236}">
                <a16:creationId xmlns:a16="http://schemas.microsoft.com/office/drawing/2014/main" id="{0727108E-007B-5E82-FD69-517BE260F8FA}"/>
              </a:ext>
            </a:extLst>
          </p:cNvPr>
          <p:cNvSpPr>
            <a:spLocks noGrp="1"/>
          </p:cNvSpPr>
          <p:nvPr>
            <p:ph type="body" sz="quarter" idx="16"/>
          </p:nvPr>
        </p:nvSpPr>
        <p:spPr>
          <a:xfrm>
            <a:off x="526211" y="1704095"/>
            <a:ext cx="5341778" cy="258532"/>
          </a:xfrm>
          <a:prstGeom prst="rect">
            <a:avLst/>
          </a:prstGeom>
        </p:spPr>
        <p:txBody>
          <a:bodyPr lIns="0">
            <a:noAutofit/>
          </a:bodyPr>
          <a:lstStyle>
            <a:lvl1pPr marL="0" indent="0">
              <a:buNone/>
              <a:defRPr sz="1200" i="1">
                <a:latin typeface="Arial" panose="020B0604020202020204" pitchFamily="34" charset="0"/>
                <a:cs typeface="Arial" panose="020B0604020202020204" pitchFamily="34" charset="0"/>
              </a:defRPr>
            </a:lvl1pPr>
          </a:lstStyle>
          <a:p>
            <a:pPr lvl="0"/>
            <a:r>
              <a:rPr lang="en-US"/>
              <a:t>Click to edit Master text styles</a:t>
            </a:r>
          </a:p>
        </p:txBody>
      </p:sp>
      <p:sp>
        <p:nvSpPr>
          <p:cNvPr id="4" name="Text Placeholder 17">
            <a:extLst>
              <a:ext uri="{FF2B5EF4-FFF2-40B4-BE49-F238E27FC236}">
                <a16:creationId xmlns:a16="http://schemas.microsoft.com/office/drawing/2014/main" id="{9FFF4A3C-6DE5-7354-4210-0BC1A476D8DD}"/>
              </a:ext>
            </a:extLst>
          </p:cNvPr>
          <p:cNvSpPr>
            <a:spLocks noGrp="1"/>
          </p:cNvSpPr>
          <p:nvPr>
            <p:ph type="body" sz="quarter" idx="22"/>
          </p:nvPr>
        </p:nvSpPr>
        <p:spPr>
          <a:xfrm>
            <a:off x="6432807" y="1704095"/>
            <a:ext cx="5341778" cy="220806"/>
          </a:xfrm>
          <a:prstGeom prst="rect">
            <a:avLst/>
          </a:prstGeom>
        </p:spPr>
        <p:txBody>
          <a:bodyPr lIns="0"/>
          <a:lstStyle>
            <a:lvl1pPr marL="0" indent="0">
              <a:buNone/>
              <a:defRPr sz="1200" i="1">
                <a:latin typeface="Arial" panose="020B0604020202020204" pitchFamily="34" charset="0"/>
                <a:cs typeface="Arial" panose="020B0604020202020204" pitchFamily="34" charset="0"/>
              </a:defRPr>
            </a:lvl1pPr>
          </a:lstStyle>
          <a:p>
            <a:pPr lvl="0"/>
            <a:r>
              <a:rPr lang="en-US"/>
              <a:t>Click to edit Master text styles</a:t>
            </a:r>
          </a:p>
        </p:txBody>
      </p:sp>
      <p:sp>
        <p:nvSpPr>
          <p:cNvPr id="6" name="Chart Placeholder 14">
            <a:extLst>
              <a:ext uri="{FF2B5EF4-FFF2-40B4-BE49-F238E27FC236}">
                <a16:creationId xmlns:a16="http://schemas.microsoft.com/office/drawing/2014/main" id="{B7815C6F-F1FA-1ABF-2257-FF2A3A7D9B6F}"/>
              </a:ext>
            </a:extLst>
          </p:cNvPr>
          <p:cNvSpPr>
            <a:spLocks noGrp="1"/>
          </p:cNvSpPr>
          <p:nvPr>
            <p:ph type="chart" sz="quarter" idx="15"/>
          </p:nvPr>
        </p:nvSpPr>
        <p:spPr>
          <a:xfrm>
            <a:off x="526211" y="1930827"/>
            <a:ext cx="5341778" cy="4248300"/>
          </a:xfrm>
          <a:prstGeom prst="rect">
            <a:avLst/>
          </a:prstGeom>
        </p:spPr>
        <p:txBody>
          <a:bodyPr/>
          <a:lstStyle>
            <a:lvl1pPr>
              <a:defRPr>
                <a:latin typeface="Arial" panose="020B0604020202020204" pitchFamily="34" charset="0"/>
                <a:cs typeface="Arial" panose="020B0604020202020204" pitchFamily="34" charset="0"/>
              </a:defRPr>
            </a:lvl1pPr>
          </a:lstStyle>
          <a:p>
            <a:r>
              <a:rPr lang="en-US"/>
              <a:t>Click icon to add chart</a:t>
            </a:r>
            <a:endParaRPr lang="es-419"/>
          </a:p>
        </p:txBody>
      </p:sp>
      <p:sp>
        <p:nvSpPr>
          <p:cNvPr id="7" name="Chart Placeholder 14">
            <a:extLst>
              <a:ext uri="{FF2B5EF4-FFF2-40B4-BE49-F238E27FC236}">
                <a16:creationId xmlns:a16="http://schemas.microsoft.com/office/drawing/2014/main" id="{F2EDC406-DFB4-24AB-D59C-4D6CE036EB5E}"/>
              </a:ext>
            </a:extLst>
          </p:cNvPr>
          <p:cNvSpPr>
            <a:spLocks noGrp="1"/>
          </p:cNvSpPr>
          <p:nvPr>
            <p:ph type="chart" sz="quarter" idx="21"/>
          </p:nvPr>
        </p:nvSpPr>
        <p:spPr>
          <a:xfrm>
            <a:off x="6432807" y="1930827"/>
            <a:ext cx="5341778" cy="4248300"/>
          </a:xfrm>
          <a:prstGeom prst="rect">
            <a:avLst/>
          </a:prstGeom>
        </p:spPr>
        <p:txBody>
          <a:bodyPr/>
          <a:lstStyle>
            <a:lvl1pPr>
              <a:defRPr>
                <a:latin typeface="Arial" panose="020B0604020202020204" pitchFamily="34" charset="0"/>
                <a:cs typeface="Arial" panose="020B0604020202020204" pitchFamily="34" charset="0"/>
              </a:defRPr>
            </a:lvl1pPr>
          </a:lstStyle>
          <a:p>
            <a:r>
              <a:rPr lang="en-US"/>
              <a:t>Click icon to add chart</a:t>
            </a:r>
            <a:endParaRPr lang="es-419"/>
          </a:p>
        </p:txBody>
      </p:sp>
    </p:spTree>
    <p:extLst>
      <p:ext uri="{BB962C8B-B14F-4D97-AF65-F5344CB8AC3E}">
        <p14:creationId xmlns:p14="http://schemas.microsoft.com/office/powerpoint/2010/main" val="32424624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ChartsHorizontal">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2C74D7C4-B84E-294B-5981-6A73F0925A9C}"/>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cxnSp>
        <p:nvCxnSpPr>
          <p:cNvPr id="3" name="Conector recto 6">
            <a:extLst>
              <a:ext uri="{FF2B5EF4-FFF2-40B4-BE49-F238E27FC236}">
                <a16:creationId xmlns:a16="http://schemas.microsoft.com/office/drawing/2014/main" id="{9E0B75B3-13EF-37CA-6829-71856F5E4064}"/>
              </a:ext>
            </a:extLst>
          </p:cNvPr>
          <p:cNvCxnSpPr>
            <a:cxnSpLocks/>
          </p:cNvCxnSpPr>
          <p:nvPr userDrawn="1"/>
        </p:nvCxnSpPr>
        <p:spPr>
          <a:xfrm>
            <a:off x="516676" y="286563"/>
            <a:ext cx="11212869" cy="0"/>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pic>
        <p:nvPicPr>
          <p:cNvPr id="5" name="Imagen 7" descr="Imagen que contiene negro, firmar, hombre&#10;&#10;Descripción generada automáticamente">
            <a:extLst>
              <a:ext uri="{FF2B5EF4-FFF2-40B4-BE49-F238E27FC236}">
                <a16:creationId xmlns:a16="http://schemas.microsoft.com/office/drawing/2014/main" id="{05ECC982-E22C-57C2-AC52-FA02F3D441BB}"/>
              </a:ext>
            </a:extLst>
          </p:cNvPr>
          <p:cNvPicPr>
            <a:picLocks noChangeAspect="1"/>
          </p:cNvPicPr>
          <p:nvPr userDrawn="1"/>
        </p:nvPicPr>
        <p:blipFill>
          <a:blip r:embed="rId3"/>
          <a:stretch>
            <a:fillRect/>
          </a:stretch>
        </p:blipFill>
        <p:spPr>
          <a:xfrm>
            <a:off x="9512361" y="331377"/>
            <a:ext cx="2217184" cy="820266"/>
          </a:xfrm>
          <a:prstGeom prst="rect">
            <a:avLst/>
          </a:prstGeom>
        </p:spPr>
      </p:pic>
      <p:sp>
        <p:nvSpPr>
          <p:cNvPr id="13" name="Title 1">
            <a:extLst>
              <a:ext uri="{FF2B5EF4-FFF2-40B4-BE49-F238E27FC236}">
                <a16:creationId xmlns:a16="http://schemas.microsoft.com/office/drawing/2014/main" id="{0D5094BD-D4A8-BAE0-FC29-49F7827188EF}"/>
              </a:ext>
            </a:extLst>
          </p:cNvPr>
          <p:cNvSpPr>
            <a:spLocks noGrp="1"/>
          </p:cNvSpPr>
          <p:nvPr>
            <p:ph type="title"/>
          </p:nvPr>
        </p:nvSpPr>
        <p:spPr>
          <a:xfrm>
            <a:off x="526212" y="487029"/>
            <a:ext cx="8986150" cy="414795"/>
          </a:xfrm>
          <a:prstGeom prst="rect">
            <a:avLst/>
          </a:prstGeom>
        </p:spPr>
        <p:txBody>
          <a:bodyPr lIns="0">
            <a:noAutofit/>
          </a:bodyPr>
          <a:lstStyle>
            <a:lvl1pPr>
              <a:defRPr sz="2800" b="0">
                <a:latin typeface="Arial" panose="020B0604020202020204" pitchFamily="34" charset="0"/>
                <a:cs typeface="Arial" panose="020B0604020202020204" pitchFamily="34" charset="0"/>
              </a:defRPr>
            </a:lvl1pPr>
          </a:lstStyle>
          <a:p>
            <a:r>
              <a:rPr lang="en-US" noProof="0"/>
              <a:t>Click to edit Master title style</a:t>
            </a:r>
            <a:endParaRPr lang="es-ES_tradnl" noProof="0" dirty="0"/>
          </a:p>
        </p:txBody>
      </p:sp>
      <p:sp>
        <p:nvSpPr>
          <p:cNvPr id="15" name="Subtítulo 2">
            <a:extLst>
              <a:ext uri="{FF2B5EF4-FFF2-40B4-BE49-F238E27FC236}">
                <a16:creationId xmlns:a16="http://schemas.microsoft.com/office/drawing/2014/main" id="{D1999416-8E00-C48F-77CB-57362CEC11FB}"/>
              </a:ext>
            </a:extLst>
          </p:cNvPr>
          <p:cNvSpPr>
            <a:spLocks noGrp="1"/>
          </p:cNvSpPr>
          <p:nvPr>
            <p:ph type="subTitle" idx="1"/>
          </p:nvPr>
        </p:nvSpPr>
        <p:spPr>
          <a:xfrm>
            <a:off x="526212" y="904130"/>
            <a:ext cx="8986150" cy="261855"/>
          </a:xfrm>
          <a:prstGeom prst="rect">
            <a:avLst/>
          </a:prstGeom>
        </p:spPr>
        <p:txBody>
          <a:bodyPr lIns="0">
            <a:noAutofit/>
          </a:bodyPr>
          <a:lstStyle>
            <a:lvl1pPr marL="0" indent="0" algn="l">
              <a:buNone/>
              <a:defRPr sz="1600" i="0">
                <a:solidFill>
                  <a:schemeClr val="tx2"/>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US" noProof="0" dirty="0"/>
          </a:p>
        </p:txBody>
      </p:sp>
      <p:sp>
        <p:nvSpPr>
          <p:cNvPr id="19" name="Chart Placeholder 14">
            <a:extLst>
              <a:ext uri="{FF2B5EF4-FFF2-40B4-BE49-F238E27FC236}">
                <a16:creationId xmlns:a16="http://schemas.microsoft.com/office/drawing/2014/main" id="{3DB3157F-F904-DB93-F019-0F5DD59607AD}"/>
              </a:ext>
            </a:extLst>
          </p:cNvPr>
          <p:cNvSpPr>
            <a:spLocks noGrp="1"/>
          </p:cNvSpPr>
          <p:nvPr>
            <p:ph type="chart" sz="quarter" idx="18"/>
          </p:nvPr>
        </p:nvSpPr>
        <p:spPr>
          <a:xfrm>
            <a:off x="526211" y="4452484"/>
            <a:ext cx="5341778" cy="1819860"/>
          </a:xfrm>
          <a:prstGeom prst="rect">
            <a:avLst/>
          </a:prstGeom>
        </p:spPr>
        <p:txBody>
          <a:bodyPr/>
          <a:lstStyle>
            <a:lvl1pPr>
              <a:defRPr>
                <a:latin typeface="Arial" panose="020B0604020202020204" pitchFamily="34" charset="0"/>
                <a:cs typeface="Arial" panose="020B0604020202020204" pitchFamily="34" charset="0"/>
              </a:defRPr>
            </a:lvl1pPr>
          </a:lstStyle>
          <a:p>
            <a:r>
              <a:rPr lang="en-US"/>
              <a:t>Click icon to add chart</a:t>
            </a:r>
            <a:endParaRPr lang="es-419"/>
          </a:p>
        </p:txBody>
      </p:sp>
      <p:sp>
        <p:nvSpPr>
          <p:cNvPr id="20" name="Text Placeholder 17">
            <a:extLst>
              <a:ext uri="{FF2B5EF4-FFF2-40B4-BE49-F238E27FC236}">
                <a16:creationId xmlns:a16="http://schemas.microsoft.com/office/drawing/2014/main" id="{D021A9F0-A608-D3C2-2188-221306F9A351}"/>
              </a:ext>
            </a:extLst>
          </p:cNvPr>
          <p:cNvSpPr>
            <a:spLocks noGrp="1"/>
          </p:cNvSpPr>
          <p:nvPr>
            <p:ph type="body" sz="quarter" idx="19"/>
          </p:nvPr>
        </p:nvSpPr>
        <p:spPr>
          <a:xfrm>
            <a:off x="526211" y="4225752"/>
            <a:ext cx="5341778" cy="258532"/>
          </a:xfrm>
          <a:prstGeom prst="rect">
            <a:avLst/>
          </a:prstGeom>
        </p:spPr>
        <p:txBody>
          <a:bodyPr lIns="0">
            <a:noAutofit/>
          </a:bodyPr>
          <a:lstStyle>
            <a:lvl1pPr marL="0" indent="0">
              <a:buNone/>
              <a:defRPr sz="1200" i="1">
                <a:latin typeface="Arial" panose="020B0604020202020204" pitchFamily="34" charset="0"/>
                <a:cs typeface="Arial" panose="020B0604020202020204" pitchFamily="34" charset="0"/>
              </a:defRPr>
            </a:lvl1pPr>
          </a:lstStyle>
          <a:p>
            <a:pPr lvl="0"/>
            <a:r>
              <a:rPr lang="en-US"/>
              <a:t>Click to edit Master text styles</a:t>
            </a:r>
          </a:p>
        </p:txBody>
      </p:sp>
      <p:sp>
        <p:nvSpPr>
          <p:cNvPr id="21" name="Text Placeholder 17">
            <a:extLst>
              <a:ext uri="{FF2B5EF4-FFF2-40B4-BE49-F238E27FC236}">
                <a16:creationId xmlns:a16="http://schemas.microsoft.com/office/drawing/2014/main" id="{7ED7B234-FCD9-0FE2-A17A-199F67EA5BDD}"/>
              </a:ext>
            </a:extLst>
          </p:cNvPr>
          <p:cNvSpPr>
            <a:spLocks noGrp="1"/>
          </p:cNvSpPr>
          <p:nvPr>
            <p:ph type="body" sz="quarter" idx="20"/>
          </p:nvPr>
        </p:nvSpPr>
        <p:spPr>
          <a:xfrm>
            <a:off x="526211" y="3868469"/>
            <a:ext cx="5341778" cy="313932"/>
          </a:xfrm>
          <a:prstGeom prst="rect">
            <a:avLst/>
          </a:prstGeom>
        </p:spPr>
        <p:txBody>
          <a:bodyPr lIns="0" anchor="b">
            <a:noAutofit/>
          </a:bodyPr>
          <a:lstStyle>
            <a:lvl1pPr marL="0" indent="0">
              <a:buNone/>
              <a:defRPr sz="1600" b="1" i="0">
                <a:solidFill>
                  <a:schemeClr val="tx1">
                    <a:lumMod val="75000"/>
                    <a:lumOff val="25000"/>
                  </a:schemeClr>
                </a:solidFill>
                <a:latin typeface="Arial" panose="020B0604020202020204" pitchFamily="34" charset="0"/>
                <a:cs typeface="Arial" panose="020B0604020202020204" pitchFamily="34" charset="0"/>
              </a:defRPr>
            </a:lvl1pPr>
          </a:lstStyle>
          <a:p>
            <a:pPr lvl="0"/>
            <a:r>
              <a:rPr lang="en-US"/>
              <a:t>Click to edit Master text styles</a:t>
            </a:r>
          </a:p>
        </p:txBody>
      </p:sp>
      <p:sp>
        <p:nvSpPr>
          <p:cNvPr id="24" name="Chart Placeholder 14">
            <a:extLst>
              <a:ext uri="{FF2B5EF4-FFF2-40B4-BE49-F238E27FC236}">
                <a16:creationId xmlns:a16="http://schemas.microsoft.com/office/drawing/2014/main" id="{776688E8-1EDD-97EB-E252-6F8A63EE7DF8}"/>
              </a:ext>
            </a:extLst>
          </p:cNvPr>
          <p:cNvSpPr>
            <a:spLocks noGrp="1"/>
          </p:cNvSpPr>
          <p:nvPr>
            <p:ph type="chart" sz="quarter" idx="24"/>
          </p:nvPr>
        </p:nvSpPr>
        <p:spPr>
          <a:xfrm>
            <a:off x="6432807" y="4452484"/>
            <a:ext cx="5341778" cy="1819860"/>
          </a:xfrm>
          <a:prstGeom prst="rect">
            <a:avLst/>
          </a:prstGeom>
        </p:spPr>
        <p:txBody>
          <a:bodyPr/>
          <a:lstStyle>
            <a:lvl1pPr>
              <a:defRPr>
                <a:latin typeface="Arial" panose="020B0604020202020204" pitchFamily="34" charset="0"/>
                <a:cs typeface="Arial" panose="020B0604020202020204" pitchFamily="34" charset="0"/>
              </a:defRPr>
            </a:lvl1pPr>
          </a:lstStyle>
          <a:p>
            <a:r>
              <a:rPr lang="en-US"/>
              <a:t>Click icon to add chart</a:t>
            </a:r>
            <a:endParaRPr lang="es-419"/>
          </a:p>
        </p:txBody>
      </p:sp>
      <p:sp>
        <p:nvSpPr>
          <p:cNvPr id="25" name="Text Placeholder 17">
            <a:extLst>
              <a:ext uri="{FF2B5EF4-FFF2-40B4-BE49-F238E27FC236}">
                <a16:creationId xmlns:a16="http://schemas.microsoft.com/office/drawing/2014/main" id="{F20A9A80-6FFB-99F6-ECBE-8CFE719033BD}"/>
              </a:ext>
            </a:extLst>
          </p:cNvPr>
          <p:cNvSpPr>
            <a:spLocks noGrp="1"/>
          </p:cNvSpPr>
          <p:nvPr>
            <p:ph type="body" sz="quarter" idx="25"/>
          </p:nvPr>
        </p:nvSpPr>
        <p:spPr>
          <a:xfrm>
            <a:off x="6432807" y="4225752"/>
            <a:ext cx="5341778" cy="258532"/>
          </a:xfrm>
          <a:prstGeom prst="rect">
            <a:avLst/>
          </a:prstGeom>
        </p:spPr>
        <p:txBody>
          <a:bodyPr lIns="0">
            <a:noAutofit/>
          </a:bodyPr>
          <a:lstStyle>
            <a:lvl1pPr marL="0" indent="0">
              <a:buNone/>
              <a:defRPr sz="1200" i="1">
                <a:latin typeface="Arial" panose="020B0604020202020204" pitchFamily="34" charset="0"/>
                <a:cs typeface="Arial" panose="020B0604020202020204" pitchFamily="34" charset="0"/>
              </a:defRPr>
            </a:lvl1pPr>
          </a:lstStyle>
          <a:p>
            <a:pPr lvl="0"/>
            <a:r>
              <a:rPr lang="en-US"/>
              <a:t>Click to edit Master text styles</a:t>
            </a:r>
          </a:p>
        </p:txBody>
      </p:sp>
      <p:sp>
        <p:nvSpPr>
          <p:cNvPr id="26" name="Text Placeholder 17">
            <a:extLst>
              <a:ext uri="{FF2B5EF4-FFF2-40B4-BE49-F238E27FC236}">
                <a16:creationId xmlns:a16="http://schemas.microsoft.com/office/drawing/2014/main" id="{059B415B-13F1-9645-0AC0-DB150986491D}"/>
              </a:ext>
            </a:extLst>
          </p:cNvPr>
          <p:cNvSpPr>
            <a:spLocks noGrp="1"/>
          </p:cNvSpPr>
          <p:nvPr>
            <p:ph type="body" sz="quarter" idx="26"/>
          </p:nvPr>
        </p:nvSpPr>
        <p:spPr>
          <a:xfrm>
            <a:off x="6432807" y="3868469"/>
            <a:ext cx="5341778" cy="313932"/>
          </a:xfrm>
          <a:prstGeom prst="rect">
            <a:avLst/>
          </a:prstGeom>
        </p:spPr>
        <p:txBody>
          <a:bodyPr lIns="0" anchor="b">
            <a:noAutofit/>
          </a:bodyPr>
          <a:lstStyle>
            <a:lvl1pPr marL="0" indent="0">
              <a:buNone/>
              <a:defRPr sz="1600" b="1" i="0">
                <a:solidFill>
                  <a:schemeClr val="tx1">
                    <a:lumMod val="75000"/>
                    <a:lumOff val="25000"/>
                  </a:schemeClr>
                </a:solidFill>
                <a:latin typeface="Arial" panose="020B0604020202020204" pitchFamily="34" charset="0"/>
                <a:cs typeface="Arial" panose="020B0604020202020204" pitchFamily="34" charset="0"/>
              </a:defRPr>
            </a:lvl1pPr>
          </a:lstStyle>
          <a:p>
            <a:pPr lvl="0"/>
            <a:r>
              <a:rPr lang="en-US"/>
              <a:t>Click to edit Master text styles</a:t>
            </a:r>
          </a:p>
        </p:txBody>
      </p:sp>
      <p:cxnSp>
        <p:nvCxnSpPr>
          <p:cNvPr id="29" name="Straight Connector 28">
            <a:extLst>
              <a:ext uri="{FF2B5EF4-FFF2-40B4-BE49-F238E27FC236}">
                <a16:creationId xmlns:a16="http://schemas.microsoft.com/office/drawing/2014/main" id="{E1CA71B5-BD3F-C6AF-78E7-41A0B46A23B5}"/>
              </a:ext>
            </a:extLst>
          </p:cNvPr>
          <p:cNvCxnSpPr>
            <a:cxnSpLocks/>
          </p:cNvCxnSpPr>
          <p:nvPr userDrawn="1"/>
        </p:nvCxnSpPr>
        <p:spPr>
          <a:xfrm>
            <a:off x="526211" y="4188304"/>
            <a:ext cx="5342246"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58214282-EED8-4DDC-CAAE-7D0D72FC3EEB}"/>
              </a:ext>
            </a:extLst>
          </p:cNvPr>
          <p:cNvCxnSpPr>
            <a:cxnSpLocks/>
          </p:cNvCxnSpPr>
          <p:nvPr userDrawn="1"/>
        </p:nvCxnSpPr>
        <p:spPr>
          <a:xfrm flipV="1">
            <a:off x="6432339" y="4188304"/>
            <a:ext cx="5342246" cy="0"/>
          </a:xfrm>
          <a:prstGeom prst="line">
            <a:avLst/>
          </a:prstGeom>
        </p:spPr>
        <p:style>
          <a:lnRef idx="2">
            <a:schemeClr val="accent1"/>
          </a:lnRef>
          <a:fillRef idx="0">
            <a:schemeClr val="accent1"/>
          </a:fillRef>
          <a:effectRef idx="1">
            <a:schemeClr val="accent1"/>
          </a:effectRef>
          <a:fontRef idx="minor">
            <a:schemeClr val="tx1"/>
          </a:fontRef>
        </p:style>
      </p:cxnSp>
      <p:sp>
        <p:nvSpPr>
          <p:cNvPr id="6" name="Text Placeholder 6">
            <a:extLst>
              <a:ext uri="{FF2B5EF4-FFF2-40B4-BE49-F238E27FC236}">
                <a16:creationId xmlns:a16="http://schemas.microsoft.com/office/drawing/2014/main" id="{DCCF72A4-A593-92A3-1A38-6B8BBB40B6E6}"/>
              </a:ext>
            </a:extLst>
          </p:cNvPr>
          <p:cNvSpPr>
            <a:spLocks noGrp="1"/>
          </p:cNvSpPr>
          <p:nvPr>
            <p:ph type="body" sz="quarter" idx="13"/>
          </p:nvPr>
        </p:nvSpPr>
        <p:spPr>
          <a:xfrm>
            <a:off x="516676" y="1352108"/>
            <a:ext cx="11257909" cy="2360907"/>
          </a:xfrm>
          <a:prstGeom prst="rect">
            <a:avLst/>
          </a:prstGeom>
        </p:spPr>
        <p:txBody>
          <a:bodyPr lIns="0">
            <a:noAutofit/>
          </a:bodyPr>
          <a:lstStyle>
            <a:lvl1pPr marL="0" indent="0">
              <a:buNone/>
              <a:defRPr sz="1400">
                <a:solidFill>
                  <a:schemeClr val="tx1"/>
                </a:solidFill>
                <a:latin typeface="Arial" panose="020B0604020202020204" pitchFamily="34" charset="0"/>
                <a:cs typeface="Arial" panose="020B0604020202020204" pitchFamily="34" charset="0"/>
              </a:defRPr>
            </a:lvl1pPr>
          </a:lstStyle>
          <a:p>
            <a:pPr lvl="0"/>
            <a:r>
              <a:rPr lang="en-US" noProof="0"/>
              <a:t>Click to edit Master text styles</a:t>
            </a:r>
          </a:p>
        </p:txBody>
      </p:sp>
      <p:sp>
        <p:nvSpPr>
          <p:cNvPr id="8" name="Text Placeholder 5">
            <a:extLst>
              <a:ext uri="{FF2B5EF4-FFF2-40B4-BE49-F238E27FC236}">
                <a16:creationId xmlns:a16="http://schemas.microsoft.com/office/drawing/2014/main" id="{0F63F32C-A8F4-A2CB-9913-9867A6810841}"/>
              </a:ext>
            </a:extLst>
          </p:cNvPr>
          <p:cNvSpPr>
            <a:spLocks noGrp="1"/>
          </p:cNvSpPr>
          <p:nvPr>
            <p:ph type="body" sz="quarter" idx="14"/>
          </p:nvPr>
        </p:nvSpPr>
        <p:spPr>
          <a:xfrm>
            <a:off x="525462" y="6356351"/>
            <a:ext cx="11249123" cy="365124"/>
          </a:xfrm>
          <a:prstGeom prst="rect">
            <a:avLst/>
          </a:prstGeom>
        </p:spPr>
        <p:txBody>
          <a:bodyPr anchor="ctr">
            <a:normAutofit/>
          </a:bodyPr>
          <a:lstStyle>
            <a:lvl1pPr marL="0" indent="0" algn="ctr">
              <a:buNone/>
              <a:defRPr sz="1000" i="1">
                <a:latin typeface="Arial" panose="020B0604020202020204" pitchFamily="34" charset="0"/>
                <a:cs typeface="Arial" panose="020B0604020202020204" pitchFamily="34" charset="0"/>
              </a:defRPr>
            </a:lvl1pPr>
          </a:lstStyle>
          <a:p>
            <a:pPr lvl="0"/>
            <a:r>
              <a:rPr lang="en-US" noProof="0"/>
              <a:t>Click to edit Master text styles</a:t>
            </a:r>
          </a:p>
        </p:txBody>
      </p:sp>
      <p:sp>
        <p:nvSpPr>
          <p:cNvPr id="9" name="Slide Number Placeholder 4">
            <a:extLst>
              <a:ext uri="{FF2B5EF4-FFF2-40B4-BE49-F238E27FC236}">
                <a16:creationId xmlns:a16="http://schemas.microsoft.com/office/drawing/2014/main" id="{1C9D4CCC-1F73-D1E4-B422-FE8E254DCE14}"/>
              </a:ext>
            </a:extLst>
          </p:cNvPr>
          <p:cNvSpPr>
            <a:spLocks noGrp="1"/>
          </p:cNvSpPr>
          <p:nvPr>
            <p:ph type="sldNum" sz="quarter" idx="12"/>
          </p:nvPr>
        </p:nvSpPr>
        <p:spPr>
          <a:xfrm>
            <a:off x="11353126" y="6356350"/>
            <a:ext cx="421460" cy="365123"/>
          </a:xfrm>
          <a:prstGeom prst="rect">
            <a:avLst/>
          </a:prstGeom>
        </p:spPr>
        <p:txBody>
          <a:bodyPr rIns="0" anchor="ctr"/>
          <a:lstStyle>
            <a:lvl1pPr>
              <a:defRPr lang="en-MX" sz="1100" i="1" smtClean="0">
                <a:solidFill>
                  <a:srgbClr val="002060"/>
                </a:solidFill>
                <a:latin typeface="Arial" panose="020B0604020202020204" pitchFamily="34" charset="0"/>
                <a:cs typeface="Arial" panose="020B0604020202020204" pitchFamily="34" charset="0"/>
              </a:defRPr>
            </a:lvl1pPr>
          </a:lstStyle>
          <a:p>
            <a:pPr algn="r"/>
            <a:fld id="{3623642F-8B6C-4948-BDBA-D9CE46053C76}" type="slidenum">
              <a:rPr lang="en-US" smtClean="0"/>
              <a:pPr algn="r"/>
              <a:t>‹#›</a:t>
            </a:fld>
            <a:endParaRPr lang="en-US"/>
          </a:p>
        </p:txBody>
      </p:sp>
    </p:spTree>
    <p:extLst>
      <p:ext uri="{BB962C8B-B14F-4D97-AF65-F5344CB8AC3E}">
        <p14:creationId xmlns:p14="http://schemas.microsoft.com/office/powerpoint/2010/main" val="15060904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Charts">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2C74D7C4-B84E-294B-5981-6A73F0925A9C}"/>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cxnSp>
        <p:nvCxnSpPr>
          <p:cNvPr id="3" name="Conector recto 6">
            <a:extLst>
              <a:ext uri="{FF2B5EF4-FFF2-40B4-BE49-F238E27FC236}">
                <a16:creationId xmlns:a16="http://schemas.microsoft.com/office/drawing/2014/main" id="{9E0B75B3-13EF-37CA-6829-71856F5E4064}"/>
              </a:ext>
            </a:extLst>
          </p:cNvPr>
          <p:cNvCxnSpPr>
            <a:cxnSpLocks/>
          </p:cNvCxnSpPr>
          <p:nvPr userDrawn="1"/>
        </p:nvCxnSpPr>
        <p:spPr>
          <a:xfrm>
            <a:off x="516676" y="286563"/>
            <a:ext cx="11212869" cy="0"/>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pic>
        <p:nvPicPr>
          <p:cNvPr id="5" name="Imagen 7" descr="Imagen que contiene negro, firmar, hombre&#10;&#10;Descripción generada automáticamente">
            <a:extLst>
              <a:ext uri="{FF2B5EF4-FFF2-40B4-BE49-F238E27FC236}">
                <a16:creationId xmlns:a16="http://schemas.microsoft.com/office/drawing/2014/main" id="{05ECC982-E22C-57C2-AC52-FA02F3D441BB}"/>
              </a:ext>
            </a:extLst>
          </p:cNvPr>
          <p:cNvPicPr>
            <a:picLocks noChangeAspect="1"/>
          </p:cNvPicPr>
          <p:nvPr userDrawn="1"/>
        </p:nvPicPr>
        <p:blipFill>
          <a:blip r:embed="rId3"/>
          <a:stretch>
            <a:fillRect/>
          </a:stretch>
        </p:blipFill>
        <p:spPr>
          <a:xfrm>
            <a:off x="9512361" y="331377"/>
            <a:ext cx="2217184" cy="820266"/>
          </a:xfrm>
          <a:prstGeom prst="rect">
            <a:avLst/>
          </a:prstGeom>
        </p:spPr>
      </p:pic>
      <p:sp>
        <p:nvSpPr>
          <p:cNvPr id="13" name="Title 1">
            <a:extLst>
              <a:ext uri="{FF2B5EF4-FFF2-40B4-BE49-F238E27FC236}">
                <a16:creationId xmlns:a16="http://schemas.microsoft.com/office/drawing/2014/main" id="{0D5094BD-D4A8-BAE0-FC29-49F7827188EF}"/>
              </a:ext>
            </a:extLst>
          </p:cNvPr>
          <p:cNvSpPr>
            <a:spLocks noGrp="1"/>
          </p:cNvSpPr>
          <p:nvPr>
            <p:ph type="title"/>
          </p:nvPr>
        </p:nvSpPr>
        <p:spPr>
          <a:xfrm>
            <a:off x="526212" y="487029"/>
            <a:ext cx="8986150" cy="414795"/>
          </a:xfrm>
          <a:prstGeom prst="rect">
            <a:avLst/>
          </a:prstGeom>
        </p:spPr>
        <p:txBody>
          <a:bodyPr lIns="0">
            <a:noAutofit/>
          </a:bodyPr>
          <a:lstStyle>
            <a:lvl1pPr>
              <a:defRPr sz="2800" b="0">
                <a:latin typeface="Arial" panose="020B0604020202020204" pitchFamily="34" charset="0"/>
                <a:cs typeface="Arial" panose="020B0604020202020204" pitchFamily="34" charset="0"/>
              </a:defRPr>
            </a:lvl1pPr>
          </a:lstStyle>
          <a:p>
            <a:r>
              <a:rPr lang="en-US" noProof="0"/>
              <a:t>Click to edit Master title style</a:t>
            </a:r>
            <a:endParaRPr lang="es-ES_tradnl" noProof="0" dirty="0"/>
          </a:p>
        </p:txBody>
      </p:sp>
      <p:sp>
        <p:nvSpPr>
          <p:cNvPr id="15" name="Subtítulo 2">
            <a:extLst>
              <a:ext uri="{FF2B5EF4-FFF2-40B4-BE49-F238E27FC236}">
                <a16:creationId xmlns:a16="http://schemas.microsoft.com/office/drawing/2014/main" id="{D1999416-8E00-C48F-77CB-57362CEC11FB}"/>
              </a:ext>
            </a:extLst>
          </p:cNvPr>
          <p:cNvSpPr>
            <a:spLocks noGrp="1"/>
          </p:cNvSpPr>
          <p:nvPr>
            <p:ph type="subTitle" idx="1"/>
          </p:nvPr>
        </p:nvSpPr>
        <p:spPr>
          <a:xfrm>
            <a:off x="526212" y="904130"/>
            <a:ext cx="8986150" cy="261855"/>
          </a:xfrm>
          <a:prstGeom prst="rect">
            <a:avLst/>
          </a:prstGeom>
        </p:spPr>
        <p:txBody>
          <a:bodyPr lIns="0">
            <a:noAutofit/>
          </a:bodyPr>
          <a:lstStyle>
            <a:lvl1pPr marL="0" indent="0" algn="l">
              <a:buNone/>
              <a:defRPr sz="1600" i="0">
                <a:solidFill>
                  <a:schemeClr val="tx2"/>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US" noProof="0" dirty="0"/>
          </a:p>
        </p:txBody>
      </p:sp>
      <p:sp>
        <p:nvSpPr>
          <p:cNvPr id="19" name="Chart Placeholder 14">
            <a:extLst>
              <a:ext uri="{FF2B5EF4-FFF2-40B4-BE49-F238E27FC236}">
                <a16:creationId xmlns:a16="http://schemas.microsoft.com/office/drawing/2014/main" id="{3DB3157F-F904-DB93-F019-0F5DD59607AD}"/>
              </a:ext>
            </a:extLst>
          </p:cNvPr>
          <p:cNvSpPr>
            <a:spLocks noGrp="1"/>
          </p:cNvSpPr>
          <p:nvPr>
            <p:ph type="chart" sz="quarter" idx="18"/>
          </p:nvPr>
        </p:nvSpPr>
        <p:spPr>
          <a:xfrm>
            <a:off x="526211" y="4452484"/>
            <a:ext cx="5341778" cy="1819860"/>
          </a:xfrm>
          <a:prstGeom prst="rect">
            <a:avLst/>
          </a:prstGeom>
        </p:spPr>
        <p:txBody>
          <a:bodyPr/>
          <a:lstStyle>
            <a:lvl1pPr>
              <a:defRPr>
                <a:latin typeface="Arial" panose="020B0604020202020204" pitchFamily="34" charset="0"/>
                <a:cs typeface="Arial" panose="020B0604020202020204" pitchFamily="34" charset="0"/>
              </a:defRPr>
            </a:lvl1pPr>
          </a:lstStyle>
          <a:p>
            <a:r>
              <a:rPr lang="en-US"/>
              <a:t>Click icon to add chart</a:t>
            </a:r>
            <a:endParaRPr lang="es-419"/>
          </a:p>
        </p:txBody>
      </p:sp>
      <p:sp>
        <p:nvSpPr>
          <p:cNvPr id="20" name="Text Placeholder 17">
            <a:extLst>
              <a:ext uri="{FF2B5EF4-FFF2-40B4-BE49-F238E27FC236}">
                <a16:creationId xmlns:a16="http://schemas.microsoft.com/office/drawing/2014/main" id="{D021A9F0-A608-D3C2-2188-221306F9A351}"/>
              </a:ext>
            </a:extLst>
          </p:cNvPr>
          <p:cNvSpPr>
            <a:spLocks noGrp="1"/>
          </p:cNvSpPr>
          <p:nvPr>
            <p:ph type="body" sz="quarter" idx="19"/>
          </p:nvPr>
        </p:nvSpPr>
        <p:spPr>
          <a:xfrm>
            <a:off x="526211" y="4225752"/>
            <a:ext cx="5341778" cy="258532"/>
          </a:xfrm>
          <a:prstGeom prst="rect">
            <a:avLst/>
          </a:prstGeom>
        </p:spPr>
        <p:txBody>
          <a:bodyPr lIns="0">
            <a:noAutofit/>
          </a:bodyPr>
          <a:lstStyle>
            <a:lvl1pPr marL="0" indent="0">
              <a:buNone/>
              <a:defRPr sz="1200" i="1">
                <a:latin typeface="Arial" panose="020B0604020202020204" pitchFamily="34" charset="0"/>
                <a:cs typeface="Arial" panose="020B0604020202020204" pitchFamily="34" charset="0"/>
              </a:defRPr>
            </a:lvl1pPr>
          </a:lstStyle>
          <a:p>
            <a:pPr lvl="0"/>
            <a:r>
              <a:rPr lang="en-US"/>
              <a:t>Click to edit Master text styles</a:t>
            </a:r>
          </a:p>
        </p:txBody>
      </p:sp>
      <p:sp>
        <p:nvSpPr>
          <p:cNvPr id="21" name="Text Placeholder 17">
            <a:extLst>
              <a:ext uri="{FF2B5EF4-FFF2-40B4-BE49-F238E27FC236}">
                <a16:creationId xmlns:a16="http://schemas.microsoft.com/office/drawing/2014/main" id="{7ED7B234-FCD9-0FE2-A17A-199F67EA5BDD}"/>
              </a:ext>
            </a:extLst>
          </p:cNvPr>
          <p:cNvSpPr>
            <a:spLocks noGrp="1"/>
          </p:cNvSpPr>
          <p:nvPr>
            <p:ph type="body" sz="quarter" idx="20"/>
          </p:nvPr>
        </p:nvSpPr>
        <p:spPr>
          <a:xfrm>
            <a:off x="526211" y="3868469"/>
            <a:ext cx="5341778" cy="313932"/>
          </a:xfrm>
          <a:prstGeom prst="rect">
            <a:avLst/>
          </a:prstGeom>
        </p:spPr>
        <p:txBody>
          <a:bodyPr lIns="0" anchor="b">
            <a:noAutofit/>
          </a:bodyPr>
          <a:lstStyle>
            <a:lvl1pPr marL="0" indent="0">
              <a:buNone/>
              <a:defRPr sz="1600" b="1" i="0">
                <a:solidFill>
                  <a:schemeClr val="tx1">
                    <a:lumMod val="75000"/>
                    <a:lumOff val="25000"/>
                  </a:schemeClr>
                </a:solidFill>
                <a:latin typeface="Arial" panose="020B0604020202020204" pitchFamily="34" charset="0"/>
                <a:cs typeface="Arial" panose="020B0604020202020204" pitchFamily="34" charset="0"/>
              </a:defRPr>
            </a:lvl1pPr>
          </a:lstStyle>
          <a:p>
            <a:pPr lvl="0"/>
            <a:r>
              <a:rPr lang="en-US"/>
              <a:t>Click to edit Master text styles</a:t>
            </a:r>
          </a:p>
        </p:txBody>
      </p:sp>
      <p:sp>
        <p:nvSpPr>
          <p:cNvPr id="22" name="Text Placeholder 17">
            <a:extLst>
              <a:ext uri="{FF2B5EF4-FFF2-40B4-BE49-F238E27FC236}">
                <a16:creationId xmlns:a16="http://schemas.microsoft.com/office/drawing/2014/main" id="{A1E1E2EC-35CE-D750-D007-0FBBAAC12DAF}"/>
              </a:ext>
            </a:extLst>
          </p:cNvPr>
          <p:cNvSpPr>
            <a:spLocks noGrp="1"/>
          </p:cNvSpPr>
          <p:nvPr>
            <p:ph type="body" sz="quarter" idx="22"/>
          </p:nvPr>
        </p:nvSpPr>
        <p:spPr>
          <a:xfrm>
            <a:off x="6432807" y="1704095"/>
            <a:ext cx="5341778" cy="220806"/>
          </a:xfrm>
          <a:prstGeom prst="rect">
            <a:avLst/>
          </a:prstGeom>
        </p:spPr>
        <p:txBody>
          <a:bodyPr lIns="0"/>
          <a:lstStyle>
            <a:lvl1pPr marL="0" indent="0">
              <a:buNone/>
              <a:defRPr sz="1200" i="1">
                <a:latin typeface="Arial" panose="020B0604020202020204" pitchFamily="34" charset="0"/>
                <a:cs typeface="Arial" panose="020B0604020202020204" pitchFamily="34" charset="0"/>
              </a:defRPr>
            </a:lvl1pPr>
          </a:lstStyle>
          <a:p>
            <a:pPr lvl="0"/>
            <a:r>
              <a:rPr lang="en-US"/>
              <a:t>Click to edit Master text styles</a:t>
            </a:r>
          </a:p>
        </p:txBody>
      </p:sp>
      <p:sp>
        <p:nvSpPr>
          <p:cNvPr id="23" name="Text Placeholder 17">
            <a:extLst>
              <a:ext uri="{FF2B5EF4-FFF2-40B4-BE49-F238E27FC236}">
                <a16:creationId xmlns:a16="http://schemas.microsoft.com/office/drawing/2014/main" id="{2D4722E2-9434-349D-E736-22C8F7E6E325}"/>
              </a:ext>
            </a:extLst>
          </p:cNvPr>
          <p:cNvSpPr>
            <a:spLocks noGrp="1"/>
          </p:cNvSpPr>
          <p:nvPr>
            <p:ph type="body" sz="quarter" idx="23"/>
          </p:nvPr>
        </p:nvSpPr>
        <p:spPr>
          <a:xfrm>
            <a:off x="6432807" y="1346812"/>
            <a:ext cx="5341778" cy="313932"/>
          </a:xfrm>
          <a:prstGeom prst="rect">
            <a:avLst/>
          </a:prstGeom>
        </p:spPr>
        <p:txBody>
          <a:bodyPr lIns="0" anchor="b">
            <a:noAutofit/>
          </a:bodyPr>
          <a:lstStyle>
            <a:lvl1pPr marL="0" indent="0">
              <a:buNone/>
              <a:defRPr sz="1600" b="1" i="0">
                <a:solidFill>
                  <a:schemeClr val="tx1">
                    <a:lumMod val="75000"/>
                    <a:lumOff val="25000"/>
                  </a:schemeClr>
                </a:solidFill>
                <a:latin typeface="Arial" panose="020B0604020202020204" pitchFamily="34" charset="0"/>
                <a:cs typeface="Arial" panose="020B0604020202020204" pitchFamily="34" charset="0"/>
              </a:defRPr>
            </a:lvl1pPr>
          </a:lstStyle>
          <a:p>
            <a:pPr lvl="0"/>
            <a:r>
              <a:rPr lang="en-US"/>
              <a:t>Click to edit Master text styles</a:t>
            </a:r>
          </a:p>
        </p:txBody>
      </p:sp>
      <p:sp>
        <p:nvSpPr>
          <p:cNvPr id="24" name="Chart Placeholder 14">
            <a:extLst>
              <a:ext uri="{FF2B5EF4-FFF2-40B4-BE49-F238E27FC236}">
                <a16:creationId xmlns:a16="http://schemas.microsoft.com/office/drawing/2014/main" id="{776688E8-1EDD-97EB-E252-6F8A63EE7DF8}"/>
              </a:ext>
            </a:extLst>
          </p:cNvPr>
          <p:cNvSpPr>
            <a:spLocks noGrp="1"/>
          </p:cNvSpPr>
          <p:nvPr>
            <p:ph type="chart" sz="quarter" idx="24"/>
          </p:nvPr>
        </p:nvSpPr>
        <p:spPr>
          <a:xfrm>
            <a:off x="6432807" y="4452484"/>
            <a:ext cx="5341778" cy="1819860"/>
          </a:xfrm>
          <a:prstGeom prst="rect">
            <a:avLst/>
          </a:prstGeom>
        </p:spPr>
        <p:txBody>
          <a:bodyPr/>
          <a:lstStyle>
            <a:lvl1pPr>
              <a:defRPr>
                <a:latin typeface="Arial" panose="020B0604020202020204" pitchFamily="34" charset="0"/>
                <a:cs typeface="Arial" panose="020B0604020202020204" pitchFamily="34" charset="0"/>
              </a:defRPr>
            </a:lvl1pPr>
          </a:lstStyle>
          <a:p>
            <a:r>
              <a:rPr lang="en-US"/>
              <a:t>Click icon to add chart</a:t>
            </a:r>
            <a:endParaRPr lang="es-419"/>
          </a:p>
        </p:txBody>
      </p:sp>
      <p:sp>
        <p:nvSpPr>
          <p:cNvPr id="25" name="Text Placeholder 17">
            <a:extLst>
              <a:ext uri="{FF2B5EF4-FFF2-40B4-BE49-F238E27FC236}">
                <a16:creationId xmlns:a16="http://schemas.microsoft.com/office/drawing/2014/main" id="{F20A9A80-6FFB-99F6-ECBE-8CFE719033BD}"/>
              </a:ext>
            </a:extLst>
          </p:cNvPr>
          <p:cNvSpPr>
            <a:spLocks noGrp="1"/>
          </p:cNvSpPr>
          <p:nvPr>
            <p:ph type="body" sz="quarter" idx="25"/>
          </p:nvPr>
        </p:nvSpPr>
        <p:spPr>
          <a:xfrm>
            <a:off x="6432807" y="4225752"/>
            <a:ext cx="5341778" cy="258532"/>
          </a:xfrm>
          <a:prstGeom prst="rect">
            <a:avLst/>
          </a:prstGeom>
        </p:spPr>
        <p:txBody>
          <a:bodyPr lIns="0">
            <a:noAutofit/>
          </a:bodyPr>
          <a:lstStyle>
            <a:lvl1pPr marL="0" indent="0">
              <a:buNone/>
              <a:defRPr sz="1200" i="1">
                <a:latin typeface="Arial" panose="020B0604020202020204" pitchFamily="34" charset="0"/>
                <a:cs typeface="Arial" panose="020B0604020202020204" pitchFamily="34" charset="0"/>
              </a:defRPr>
            </a:lvl1pPr>
          </a:lstStyle>
          <a:p>
            <a:pPr lvl="0"/>
            <a:r>
              <a:rPr lang="en-US"/>
              <a:t>Click to edit Master text styles</a:t>
            </a:r>
          </a:p>
        </p:txBody>
      </p:sp>
      <p:sp>
        <p:nvSpPr>
          <p:cNvPr id="26" name="Text Placeholder 17">
            <a:extLst>
              <a:ext uri="{FF2B5EF4-FFF2-40B4-BE49-F238E27FC236}">
                <a16:creationId xmlns:a16="http://schemas.microsoft.com/office/drawing/2014/main" id="{059B415B-13F1-9645-0AC0-DB150986491D}"/>
              </a:ext>
            </a:extLst>
          </p:cNvPr>
          <p:cNvSpPr>
            <a:spLocks noGrp="1"/>
          </p:cNvSpPr>
          <p:nvPr>
            <p:ph type="body" sz="quarter" idx="26"/>
          </p:nvPr>
        </p:nvSpPr>
        <p:spPr>
          <a:xfrm>
            <a:off x="6432807" y="3868469"/>
            <a:ext cx="5341778" cy="313932"/>
          </a:xfrm>
          <a:prstGeom prst="rect">
            <a:avLst/>
          </a:prstGeom>
        </p:spPr>
        <p:txBody>
          <a:bodyPr lIns="0" anchor="b">
            <a:noAutofit/>
          </a:bodyPr>
          <a:lstStyle>
            <a:lvl1pPr marL="0" indent="0">
              <a:buNone/>
              <a:defRPr sz="1600" b="1" i="0">
                <a:solidFill>
                  <a:schemeClr val="tx1">
                    <a:lumMod val="75000"/>
                    <a:lumOff val="25000"/>
                  </a:schemeClr>
                </a:solidFill>
                <a:latin typeface="Arial" panose="020B0604020202020204" pitchFamily="34" charset="0"/>
                <a:cs typeface="Arial" panose="020B0604020202020204" pitchFamily="34" charset="0"/>
              </a:defRPr>
            </a:lvl1pPr>
          </a:lstStyle>
          <a:p>
            <a:pPr lvl="0"/>
            <a:r>
              <a:rPr lang="en-US"/>
              <a:t>Click to edit Master text styles</a:t>
            </a:r>
          </a:p>
        </p:txBody>
      </p:sp>
      <p:cxnSp>
        <p:nvCxnSpPr>
          <p:cNvPr id="29" name="Straight Connector 28">
            <a:extLst>
              <a:ext uri="{FF2B5EF4-FFF2-40B4-BE49-F238E27FC236}">
                <a16:creationId xmlns:a16="http://schemas.microsoft.com/office/drawing/2014/main" id="{E1CA71B5-BD3F-C6AF-78E7-41A0B46A23B5}"/>
              </a:ext>
            </a:extLst>
          </p:cNvPr>
          <p:cNvCxnSpPr>
            <a:cxnSpLocks/>
          </p:cNvCxnSpPr>
          <p:nvPr userDrawn="1"/>
        </p:nvCxnSpPr>
        <p:spPr>
          <a:xfrm>
            <a:off x="526211" y="4188304"/>
            <a:ext cx="5342246"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F27EFA6E-13F7-E054-DBEC-8F7D53949A3F}"/>
              </a:ext>
            </a:extLst>
          </p:cNvPr>
          <p:cNvCxnSpPr>
            <a:cxnSpLocks/>
          </p:cNvCxnSpPr>
          <p:nvPr userDrawn="1"/>
        </p:nvCxnSpPr>
        <p:spPr>
          <a:xfrm flipV="1">
            <a:off x="6432339" y="1666647"/>
            <a:ext cx="5342246" cy="0"/>
          </a:xfrm>
          <a:prstGeom prst="line">
            <a:avLst/>
          </a:prstGeom>
        </p:spPr>
        <p:style>
          <a:lnRef idx="2">
            <a:schemeClr val="accent1"/>
          </a:lnRef>
          <a:fillRef idx="0">
            <a:schemeClr val="accent1"/>
          </a:fillRef>
          <a:effectRef idx="1">
            <a:schemeClr val="accent1"/>
          </a:effectRef>
          <a:fontRef idx="minor">
            <a:schemeClr val="tx1"/>
          </a:fontRef>
        </p:style>
      </p:cxnSp>
      <p:sp>
        <p:nvSpPr>
          <p:cNvPr id="31" name="Chart Placeholder 14">
            <a:extLst>
              <a:ext uri="{FF2B5EF4-FFF2-40B4-BE49-F238E27FC236}">
                <a16:creationId xmlns:a16="http://schemas.microsoft.com/office/drawing/2014/main" id="{D4090BD7-F91C-DA21-4623-1D04ADA64B2C}"/>
              </a:ext>
            </a:extLst>
          </p:cNvPr>
          <p:cNvSpPr>
            <a:spLocks noGrp="1"/>
          </p:cNvSpPr>
          <p:nvPr>
            <p:ph type="chart" sz="quarter" idx="21"/>
          </p:nvPr>
        </p:nvSpPr>
        <p:spPr>
          <a:xfrm>
            <a:off x="6432807" y="1930827"/>
            <a:ext cx="5341778" cy="1819860"/>
          </a:xfrm>
          <a:prstGeom prst="rect">
            <a:avLst/>
          </a:prstGeom>
        </p:spPr>
        <p:txBody>
          <a:bodyPr/>
          <a:lstStyle>
            <a:lvl1pPr>
              <a:defRPr>
                <a:latin typeface="Arial" panose="020B0604020202020204" pitchFamily="34" charset="0"/>
                <a:cs typeface="Arial" panose="020B0604020202020204" pitchFamily="34" charset="0"/>
              </a:defRPr>
            </a:lvl1pPr>
          </a:lstStyle>
          <a:p>
            <a:r>
              <a:rPr lang="en-US"/>
              <a:t>Click icon to add chart</a:t>
            </a:r>
            <a:endParaRPr lang="es-419"/>
          </a:p>
        </p:txBody>
      </p:sp>
      <p:cxnSp>
        <p:nvCxnSpPr>
          <p:cNvPr id="32" name="Straight Connector 31">
            <a:extLst>
              <a:ext uri="{FF2B5EF4-FFF2-40B4-BE49-F238E27FC236}">
                <a16:creationId xmlns:a16="http://schemas.microsoft.com/office/drawing/2014/main" id="{58214282-EED8-4DDC-CAAE-7D0D72FC3EEB}"/>
              </a:ext>
            </a:extLst>
          </p:cNvPr>
          <p:cNvCxnSpPr>
            <a:cxnSpLocks/>
          </p:cNvCxnSpPr>
          <p:nvPr userDrawn="1"/>
        </p:nvCxnSpPr>
        <p:spPr>
          <a:xfrm flipV="1">
            <a:off x="6432339" y="4188304"/>
            <a:ext cx="5342246" cy="0"/>
          </a:xfrm>
          <a:prstGeom prst="line">
            <a:avLst/>
          </a:prstGeom>
        </p:spPr>
        <p:style>
          <a:lnRef idx="2">
            <a:schemeClr val="accent1"/>
          </a:lnRef>
          <a:fillRef idx="0">
            <a:schemeClr val="accent1"/>
          </a:fillRef>
          <a:effectRef idx="1">
            <a:schemeClr val="accent1"/>
          </a:effectRef>
          <a:fontRef idx="minor">
            <a:schemeClr val="tx1"/>
          </a:fontRef>
        </p:style>
      </p:cxnSp>
      <p:sp>
        <p:nvSpPr>
          <p:cNvPr id="6" name="Text Placeholder 6">
            <a:extLst>
              <a:ext uri="{FF2B5EF4-FFF2-40B4-BE49-F238E27FC236}">
                <a16:creationId xmlns:a16="http://schemas.microsoft.com/office/drawing/2014/main" id="{85DC6371-BAEC-8F27-FC64-DF1101CFA5BF}"/>
              </a:ext>
            </a:extLst>
          </p:cNvPr>
          <p:cNvSpPr>
            <a:spLocks noGrp="1"/>
          </p:cNvSpPr>
          <p:nvPr>
            <p:ph type="body" sz="quarter" idx="13"/>
          </p:nvPr>
        </p:nvSpPr>
        <p:spPr>
          <a:xfrm>
            <a:off x="525465" y="1352108"/>
            <a:ext cx="5341778" cy="2398576"/>
          </a:xfrm>
          <a:prstGeom prst="rect">
            <a:avLst/>
          </a:prstGeom>
        </p:spPr>
        <p:txBody>
          <a:bodyPr lIns="0">
            <a:noAutofit/>
          </a:bodyPr>
          <a:lstStyle>
            <a:lvl1pPr marL="0" indent="0">
              <a:buNone/>
              <a:defRPr sz="1400">
                <a:solidFill>
                  <a:schemeClr val="tx1"/>
                </a:solidFill>
                <a:latin typeface="Arial" panose="020B0604020202020204" pitchFamily="34" charset="0"/>
                <a:cs typeface="Arial" panose="020B0604020202020204" pitchFamily="34" charset="0"/>
              </a:defRPr>
            </a:lvl1pPr>
          </a:lstStyle>
          <a:p>
            <a:pPr lvl="0"/>
            <a:r>
              <a:rPr lang="en-US" noProof="0"/>
              <a:t>Click to edit Master text styles</a:t>
            </a:r>
          </a:p>
        </p:txBody>
      </p:sp>
      <p:sp>
        <p:nvSpPr>
          <p:cNvPr id="8" name="Text Placeholder 5">
            <a:extLst>
              <a:ext uri="{FF2B5EF4-FFF2-40B4-BE49-F238E27FC236}">
                <a16:creationId xmlns:a16="http://schemas.microsoft.com/office/drawing/2014/main" id="{2B529DA2-B3D2-9772-FECF-B2C38A35C2EE}"/>
              </a:ext>
            </a:extLst>
          </p:cNvPr>
          <p:cNvSpPr>
            <a:spLocks noGrp="1"/>
          </p:cNvSpPr>
          <p:nvPr>
            <p:ph type="body" sz="quarter" idx="14"/>
          </p:nvPr>
        </p:nvSpPr>
        <p:spPr>
          <a:xfrm>
            <a:off x="525462" y="6356351"/>
            <a:ext cx="11249123" cy="365124"/>
          </a:xfrm>
          <a:prstGeom prst="rect">
            <a:avLst/>
          </a:prstGeom>
        </p:spPr>
        <p:txBody>
          <a:bodyPr anchor="ctr">
            <a:normAutofit/>
          </a:bodyPr>
          <a:lstStyle>
            <a:lvl1pPr marL="0" indent="0" algn="ctr">
              <a:buNone/>
              <a:defRPr sz="1000" i="1">
                <a:latin typeface="Arial" panose="020B0604020202020204" pitchFamily="34" charset="0"/>
                <a:cs typeface="Arial" panose="020B0604020202020204" pitchFamily="34" charset="0"/>
              </a:defRPr>
            </a:lvl1pPr>
          </a:lstStyle>
          <a:p>
            <a:pPr lvl="0"/>
            <a:r>
              <a:rPr lang="en-US" noProof="0"/>
              <a:t>Click to edit Master text styles</a:t>
            </a:r>
          </a:p>
        </p:txBody>
      </p:sp>
      <p:sp>
        <p:nvSpPr>
          <p:cNvPr id="9" name="Slide Number Placeholder 4">
            <a:extLst>
              <a:ext uri="{FF2B5EF4-FFF2-40B4-BE49-F238E27FC236}">
                <a16:creationId xmlns:a16="http://schemas.microsoft.com/office/drawing/2014/main" id="{1B77CD91-06C6-C3AD-2CC5-860FB55C427A}"/>
              </a:ext>
            </a:extLst>
          </p:cNvPr>
          <p:cNvSpPr>
            <a:spLocks noGrp="1"/>
          </p:cNvSpPr>
          <p:nvPr>
            <p:ph type="sldNum" sz="quarter" idx="12"/>
          </p:nvPr>
        </p:nvSpPr>
        <p:spPr>
          <a:xfrm>
            <a:off x="11353126" y="6356350"/>
            <a:ext cx="421460" cy="365123"/>
          </a:xfrm>
          <a:prstGeom prst="rect">
            <a:avLst/>
          </a:prstGeom>
        </p:spPr>
        <p:txBody>
          <a:bodyPr rIns="0" anchor="ctr"/>
          <a:lstStyle>
            <a:lvl1pPr>
              <a:defRPr lang="en-MX" sz="1100" i="1" smtClean="0">
                <a:solidFill>
                  <a:srgbClr val="002060"/>
                </a:solidFill>
                <a:latin typeface="Arial" panose="020B0604020202020204" pitchFamily="34" charset="0"/>
                <a:cs typeface="Arial" panose="020B0604020202020204" pitchFamily="34" charset="0"/>
              </a:defRPr>
            </a:lvl1pPr>
          </a:lstStyle>
          <a:p>
            <a:pPr algn="r"/>
            <a:fld id="{3623642F-8B6C-4948-BDBA-D9CE46053C76}" type="slidenum">
              <a:rPr lang="en-US" smtClean="0"/>
              <a:pPr algn="r"/>
              <a:t>‹#›</a:t>
            </a:fld>
            <a:endParaRPr lang="en-US"/>
          </a:p>
        </p:txBody>
      </p:sp>
    </p:spTree>
    <p:extLst>
      <p:ext uri="{BB962C8B-B14F-4D97-AF65-F5344CB8AC3E}">
        <p14:creationId xmlns:p14="http://schemas.microsoft.com/office/powerpoint/2010/main" val="16663936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4Charts">
    <p:spTree>
      <p:nvGrpSpPr>
        <p:cNvPr id="1" name=""/>
        <p:cNvGrpSpPr/>
        <p:nvPr/>
      </p:nvGrpSpPr>
      <p:grpSpPr>
        <a:xfrm>
          <a:off x="0" y="0"/>
          <a:ext cx="0" cy="0"/>
          <a:chOff x="0" y="0"/>
          <a:chExt cx="0" cy="0"/>
        </a:xfrm>
      </p:grpSpPr>
      <p:sp>
        <p:nvSpPr>
          <p:cNvPr id="11" name="Do not remove" hidden="1">
            <a:extLst>
              <a:ext uri="{FF2B5EF4-FFF2-40B4-BE49-F238E27FC236}">
                <a16:creationId xmlns:a16="http://schemas.microsoft.com/office/drawing/2014/main" id="{2C74D7C4-B84E-294B-5981-6A73F0925A9C}"/>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cxnSp>
        <p:nvCxnSpPr>
          <p:cNvPr id="3" name="Conector recto 6">
            <a:extLst>
              <a:ext uri="{FF2B5EF4-FFF2-40B4-BE49-F238E27FC236}">
                <a16:creationId xmlns:a16="http://schemas.microsoft.com/office/drawing/2014/main" id="{9E0B75B3-13EF-37CA-6829-71856F5E4064}"/>
              </a:ext>
            </a:extLst>
          </p:cNvPr>
          <p:cNvCxnSpPr>
            <a:cxnSpLocks/>
          </p:cNvCxnSpPr>
          <p:nvPr userDrawn="1"/>
        </p:nvCxnSpPr>
        <p:spPr>
          <a:xfrm>
            <a:off x="516676" y="286563"/>
            <a:ext cx="11212869" cy="0"/>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pic>
        <p:nvPicPr>
          <p:cNvPr id="5" name="Imagen 7" descr="Imagen que contiene negro, firmar, hombre&#10;&#10;Descripción generada automáticamente">
            <a:extLst>
              <a:ext uri="{FF2B5EF4-FFF2-40B4-BE49-F238E27FC236}">
                <a16:creationId xmlns:a16="http://schemas.microsoft.com/office/drawing/2014/main" id="{05ECC982-E22C-57C2-AC52-FA02F3D441BB}"/>
              </a:ext>
            </a:extLst>
          </p:cNvPr>
          <p:cNvPicPr>
            <a:picLocks noChangeAspect="1"/>
          </p:cNvPicPr>
          <p:nvPr userDrawn="1"/>
        </p:nvPicPr>
        <p:blipFill>
          <a:blip r:embed="rId3"/>
          <a:stretch>
            <a:fillRect/>
          </a:stretch>
        </p:blipFill>
        <p:spPr>
          <a:xfrm>
            <a:off x="9512361" y="331377"/>
            <a:ext cx="2217184" cy="820266"/>
          </a:xfrm>
          <a:prstGeom prst="rect">
            <a:avLst/>
          </a:prstGeom>
        </p:spPr>
      </p:pic>
      <p:sp>
        <p:nvSpPr>
          <p:cNvPr id="13" name="Title 1">
            <a:extLst>
              <a:ext uri="{FF2B5EF4-FFF2-40B4-BE49-F238E27FC236}">
                <a16:creationId xmlns:a16="http://schemas.microsoft.com/office/drawing/2014/main" id="{0D5094BD-D4A8-BAE0-FC29-49F7827188EF}"/>
              </a:ext>
            </a:extLst>
          </p:cNvPr>
          <p:cNvSpPr>
            <a:spLocks noGrp="1"/>
          </p:cNvSpPr>
          <p:nvPr>
            <p:ph type="title"/>
          </p:nvPr>
        </p:nvSpPr>
        <p:spPr>
          <a:xfrm>
            <a:off x="526212" y="487029"/>
            <a:ext cx="8986150" cy="414795"/>
          </a:xfrm>
          <a:prstGeom prst="rect">
            <a:avLst/>
          </a:prstGeom>
        </p:spPr>
        <p:txBody>
          <a:bodyPr lIns="0">
            <a:noAutofit/>
          </a:bodyPr>
          <a:lstStyle>
            <a:lvl1pPr>
              <a:defRPr sz="2800" b="0">
                <a:latin typeface="Arial" panose="020B0604020202020204" pitchFamily="34" charset="0"/>
                <a:cs typeface="Arial" panose="020B0604020202020204" pitchFamily="34" charset="0"/>
              </a:defRPr>
            </a:lvl1pPr>
          </a:lstStyle>
          <a:p>
            <a:r>
              <a:rPr lang="en-US" noProof="0"/>
              <a:t>Click to edit Master title style</a:t>
            </a:r>
            <a:endParaRPr lang="es-ES_tradnl" noProof="0" dirty="0"/>
          </a:p>
        </p:txBody>
      </p:sp>
      <p:sp>
        <p:nvSpPr>
          <p:cNvPr id="15" name="Subtítulo 2">
            <a:extLst>
              <a:ext uri="{FF2B5EF4-FFF2-40B4-BE49-F238E27FC236}">
                <a16:creationId xmlns:a16="http://schemas.microsoft.com/office/drawing/2014/main" id="{D1999416-8E00-C48F-77CB-57362CEC11FB}"/>
              </a:ext>
            </a:extLst>
          </p:cNvPr>
          <p:cNvSpPr>
            <a:spLocks noGrp="1"/>
          </p:cNvSpPr>
          <p:nvPr>
            <p:ph type="subTitle" idx="1"/>
          </p:nvPr>
        </p:nvSpPr>
        <p:spPr>
          <a:xfrm>
            <a:off x="526212" y="904130"/>
            <a:ext cx="8986150" cy="261855"/>
          </a:xfrm>
          <a:prstGeom prst="rect">
            <a:avLst/>
          </a:prstGeom>
        </p:spPr>
        <p:txBody>
          <a:bodyPr lIns="0">
            <a:noAutofit/>
          </a:bodyPr>
          <a:lstStyle>
            <a:lvl1pPr marL="0" indent="0" algn="l">
              <a:buNone/>
              <a:defRPr sz="1600" i="0">
                <a:solidFill>
                  <a:schemeClr val="tx2"/>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US" noProof="0" dirty="0"/>
          </a:p>
        </p:txBody>
      </p:sp>
      <p:sp>
        <p:nvSpPr>
          <p:cNvPr id="17" name="Text Placeholder 17">
            <a:extLst>
              <a:ext uri="{FF2B5EF4-FFF2-40B4-BE49-F238E27FC236}">
                <a16:creationId xmlns:a16="http://schemas.microsoft.com/office/drawing/2014/main" id="{9B83BCFC-A218-D2FB-89E0-90568411C027}"/>
              </a:ext>
            </a:extLst>
          </p:cNvPr>
          <p:cNvSpPr>
            <a:spLocks noGrp="1"/>
          </p:cNvSpPr>
          <p:nvPr>
            <p:ph type="body" sz="quarter" idx="16"/>
          </p:nvPr>
        </p:nvSpPr>
        <p:spPr>
          <a:xfrm>
            <a:off x="526211" y="1704095"/>
            <a:ext cx="5341778" cy="258532"/>
          </a:xfrm>
          <a:prstGeom prst="rect">
            <a:avLst/>
          </a:prstGeom>
        </p:spPr>
        <p:txBody>
          <a:bodyPr lIns="0">
            <a:noAutofit/>
          </a:bodyPr>
          <a:lstStyle>
            <a:lvl1pPr marL="0" indent="0">
              <a:buNone/>
              <a:defRPr sz="1200" i="1">
                <a:latin typeface="Arial" panose="020B0604020202020204" pitchFamily="34" charset="0"/>
                <a:cs typeface="Arial" panose="020B0604020202020204" pitchFamily="34" charset="0"/>
              </a:defRPr>
            </a:lvl1pPr>
          </a:lstStyle>
          <a:p>
            <a:pPr lvl="0"/>
            <a:r>
              <a:rPr lang="en-US"/>
              <a:t>Click to edit Master text styles</a:t>
            </a:r>
          </a:p>
        </p:txBody>
      </p:sp>
      <p:sp>
        <p:nvSpPr>
          <p:cNvPr id="18" name="Text Placeholder 17">
            <a:extLst>
              <a:ext uri="{FF2B5EF4-FFF2-40B4-BE49-F238E27FC236}">
                <a16:creationId xmlns:a16="http://schemas.microsoft.com/office/drawing/2014/main" id="{937244F1-151F-0C66-0BC7-3BAA047B3E89}"/>
              </a:ext>
            </a:extLst>
          </p:cNvPr>
          <p:cNvSpPr>
            <a:spLocks noGrp="1"/>
          </p:cNvSpPr>
          <p:nvPr>
            <p:ph type="body" sz="quarter" idx="17"/>
          </p:nvPr>
        </p:nvSpPr>
        <p:spPr>
          <a:xfrm>
            <a:off x="526211" y="1346812"/>
            <a:ext cx="5341778" cy="313932"/>
          </a:xfrm>
          <a:prstGeom prst="rect">
            <a:avLst/>
          </a:prstGeom>
        </p:spPr>
        <p:txBody>
          <a:bodyPr lIns="0" anchor="b">
            <a:noAutofit/>
          </a:bodyPr>
          <a:lstStyle>
            <a:lvl1pPr marL="0" indent="0">
              <a:buNone/>
              <a:defRPr sz="1600" b="1" i="0">
                <a:solidFill>
                  <a:schemeClr val="tx1">
                    <a:lumMod val="75000"/>
                    <a:lumOff val="25000"/>
                  </a:schemeClr>
                </a:solidFill>
                <a:latin typeface="Arial" panose="020B0604020202020204" pitchFamily="34" charset="0"/>
                <a:cs typeface="Arial" panose="020B0604020202020204" pitchFamily="34" charset="0"/>
              </a:defRPr>
            </a:lvl1pPr>
          </a:lstStyle>
          <a:p>
            <a:pPr lvl="0"/>
            <a:r>
              <a:rPr lang="en-US"/>
              <a:t>Click to edit Master text styles</a:t>
            </a:r>
          </a:p>
        </p:txBody>
      </p:sp>
      <p:sp>
        <p:nvSpPr>
          <p:cNvPr id="19" name="Chart Placeholder 14">
            <a:extLst>
              <a:ext uri="{FF2B5EF4-FFF2-40B4-BE49-F238E27FC236}">
                <a16:creationId xmlns:a16="http://schemas.microsoft.com/office/drawing/2014/main" id="{3DB3157F-F904-DB93-F019-0F5DD59607AD}"/>
              </a:ext>
            </a:extLst>
          </p:cNvPr>
          <p:cNvSpPr>
            <a:spLocks noGrp="1"/>
          </p:cNvSpPr>
          <p:nvPr>
            <p:ph type="chart" sz="quarter" idx="18"/>
          </p:nvPr>
        </p:nvSpPr>
        <p:spPr>
          <a:xfrm>
            <a:off x="526211" y="4452484"/>
            <a:ext cx="5341778" cy="1819860"/>
          </a:xfrm>
          <a:prstGeom prst="rect">
            <a:avLst/>
          </a:prstGeom>
        </p:spPr>
        <p:txBody>
          <a:bodyPr/>
          <a:lstStyle>
            <a:lvl1pPr>
              <a:defRPr>
                <a:latin typeface="Arial" panose="020B0604020202020204" pitchFamily="34" charset="0"/>
                <a:cs typeface="Arial" panose="020B0604020202020204" pitchFamily="34" charset="0"/>
              </a:defRPr>
            </a:lvl1pPr>
          </a:lstStyle>
          <a:p>
            <a:r>
              <a:rPr lang="en-US"/>
              <a:t>Click icon to add chart</a:t>
            </a:r>
            <a:endParaRPr lang="es-419"/>
          </a:p>
        </p:txBody>
      </p:sp>
      <p:sp>
        <p:nvSpPr>
          <p:cNvPr id="20" name="Text Placeholder 17">
            <a:extLst>
              <a:ext uri="{FF2B5EF4-FFF2-40B4-BE49-F238E27FC236}">
                <a16:creationId xmlns:a16="http://schemas.microsoft.com/office/drawing/2014/main" id="{D021A9F0-A608-D3C2-2188-221306F9A351}"/>
              </a:ext>
            </a:extLst>
          </p:cNvPr>
          <p:cNvSpPr>
            <a:spLocks noGrp="1"/>
          </p:cNvSpPr>
          <p:nvPr>
            <p:ph type="body" sz="quarter" idx="19"/>
          </p:nvPr>
        </p:nvSpPr>
        <p:spPr>
          <a:xfrm>
            <a:off x="526211" y="4225752"/>
            <a:ext cx="5341778" cy="258532"/>
          </a:xfrm>
          <a:prstGeom prst="rect">
            <a:avLst/>
          </a:prstGeom>
        </p:spPr>
        <p:txBody>
          <a:bodyPr lIns="0">
            <a:noAutofit/>
          </a:bodyPr>
          <a:lstStyle>
            <a:lvl1pPr marL="0" indent="0">
              <a:buNone/>
              <a:defRPr sz="1200" i="1">
                <a:latin typeface="Arial" panose="020B0604020202020204" pitchFamily="34" charset="0"/>
                <a:cs typeface="Arial" panose="020B0604020202020204" pitchFamily="34" charset="0"/>
              </a:defRPr>
            </a:lvl1pPr>
          </a:lstStyle>
          <a:p>
            <a:pPr lvl="0"/>
            <a:r>
              <a:rPr lang="en-US"/>
              <a:t>Click to edit Master text styles</a:t>
            </a:r>
          </a:p>
        </p:txBody>
      </p:sp>
      <p:sp>
        <p:nvSpPr>
          <p:cNvPr id="21" name="Text Placeholder 17">
            <a:extLst>
              <a:ext uri="{FF2B5EF4-FFF2-40B4-BE49-F238E27FC236}">
                <a16:creationId xmlns:a16="http://schemas.microsoft.com/office/drawing/2014/main" id="{7ED7B234-FCD9-0FE2-A17A-199F67EA5BDD}"/>
              </a:ext>
            </a:extLst>
          </p:cNvPr>
          <p:cNvSpPr>
            <a:spLocks noGrp="1"/>
          </p:cNvSpPr>
          <p:nvPr>
            <p:ph type="body" sz="quarter" idx="20"/>
          </p:nvPr>
        </p:nvSpPr>
        <p:spPr>
          <a:xfrm>
            <a:off x="526211" y="3868469"/>
            <a:ext cx="5341778" cy="313932"/>
          </a:xfrm>
          <a:prstGeom prst="rect">
            <a:avLst/>
          </a:prstGeom>
        </p:spPr>
        <p:txBody>
          <a:bodyPr lIns="0" anchor="b">
            <a:noAutofit/>
          </a:bodyPr>
          <a:lstStyle>
            <a:lvl1pPr marL="0" indent="0">
              <a:buNone/>
              <a:defRPr sz="1600" b="1" i="0">
                <a:solidFill>
                  <a:schemeClr val="tx1">
                    <a:lumMod val="75000"/>
                    <a:lumOff val="25000"/>
                  </a:schemeClr>
                </a:solidFill>
                <a:latin typeface="Arial" panose="020B0604020202020204" pitchFamily="34" charset="0"/>
                <a:cs typeface="Arial" panose="020B0604020202020204" pitchFamily="34" charset="0"/>
              </a:defRPr>
            </a:lvl1pPr>
          </a:lstStyle>
          <a:p>
            <a:pPr lvl="0"/>
            <a:r>
              <a:rPr lang="en-US"/>
              <a:t>Click to edit Master text styles</a:t>
            </a:r>
          </a:p>
        </p:txBody>
      </p:sp>
      <p:sp>
        <p:nvSpPr>
          <p:cNvPr id="22" name="Text Placeholder 17">
            <a:extLst>
              <a:ext uri="{FF2B5EF4-FFF2-40B4-BE49-F238E27FC236}">
                <a16:creationId xmlns:a16="http://schemas.microsoft.com/office/drawing/2014/main" id="{A1E1E2EC-35CE-D750-D007-0FBBAAC12DAF}"/>
              </a:ext>
            </a:extLst>
          </p:cNvPr>
          <p:cNvSpPr>
            <a:spLocks noGrp="1"/>
          </p:cNvSpPr>
          <p:nvPr>
            <p:ph type="body" sz="quarter" idx="22"/>
          </p:nvPr>
        </p:nvSpPr>
        <p:spPr>
          <a:xfrm>
            <a:off x="6432807" y="1704095"/>
            <a:ext cx="5341778" cy="220806"/>
          </a:xfrm>
          <a:prstGeom prst="rect">
            <a:avLst/>
          </a:prstGeom>
        </p:spPr>
        <p:txBody>
          <a:bodyPr lIns="0"/>
          <a:lstStyle>
            <a:lvl1pPr marL="0" indent="0">
              <a:buNone/>
              <a:defRPr sz="1200" i="1">
                <a:latin typeface="Arial" panose="020B0604020202020204" pitchFamily="34" charset="0"/>
                <a:cs typeface="Arial" panose="020B0604020202020204" pitchFamily="34" charset="0"/>
              </a:defRPr>
            </a:lvl1pPr>
          </a:lstStyle>
          <a:p>
            <a:pPr lvl="0"/>
            <a:r>
              <a:rPr lang="en-US"/>
              <a:t>Click to edit Master text styles</a:t>
            </a:r>
          </a:p>
        </p:txBody>
      </p:sp>
      <p:sp>
        <p:nvSpPr>
          <p:cNvPr id="23" name="Text Placeholder 17">
            <a:extLst>
              <a:ext uri="{FF2B5EF4-FFF2-40B4-BE49-F238E27FC236}">
                <a16:creationId xmlns:a16="http://schemas.microsoft.com/office/drawing/2014/main" id="{2D4722E2-9434-349D-E736-22C8F7E6E325}"/>
              </a:ext>
            </a:extLst>
          </p:cNvPr>
          <p:cNvSpPr>
            <a:spLocks noGrp="1"/>
          </p:cNvSpPr>
          <p:nvPr>
            <p:ph type="body" sz="quarter" idx="23"/>
          </p:nvPr>
        </p:nvSpPr>
        <p:spPr>
          <a:xfrm>
            <a:off x="6432807" y="1346812"/>
            <a:ext cx="5341778" cy="313932"/>
          </a:xfrm>
          <a:prstGeom prst="rect">
            <a:avLst/>
          </a:prstGeom>
        </p:spPr>
        <p:txBody>
          <a:bodyPr lIns="0" anchor="b">
            <a:noAutofit/>
          </a:bodyPr>
          <a:lstStyle>
            <a:lvl1pPr marL="0" indent="0">
              <a:buNone/>
              <a:defRPr sz="1600" b="1" i="0">
                <a:solidFill>
                  <a:schemeClr val="tx1">
                    <a:lumMod val="75000"/>
                    <a:lumOff val="25000"/>
                  </a:schemeClr>
                </a:solidFill>
                <a:latin typeface="Arial" panose="020B0604020202020204" pitchFamily="34" charset="0"/>
                <a:cs typeface="Arial" panose="020B0604020202020204" pitchFamily="34" charset="0"/>
              </a:defRPr>
            </a:lvl1pPr>
          </a:lstStyle>
          <a:p>
            <a:pPr lvl="0"/>
            <a:r>
              <a:rPr lang="en-US"/>
              <a:t>Click to edit Master text styles</a:t>
            </a:r>
          </a:p>
        </p:txBody>
      </p:sp>
      <p:sp>
        <p:nvSpPr>
          <p:cNvPr id="24" name="Chart Placeholder 14">
            <a:extLst>
              <a:ext uri="{FF2B5EF4-FFF2-40B4-BE49-F238E27FC236}">
                <a16:creationId xmlns:a16="http://schemas.microsoft.com/office/drawing/2014/main" id="{776688E8-1EDD-97EB-E252-6F8A63EE7DF8}"/>
              </a:ext>
            </a:extLst>
          </p:cNvPr>
          <p:cNvSpPr>
            <a:spLocks noGrp="1"/>
          </p:cNvSpPr>
          <p:nvPr>
            <p:ph type="chart" sz="quarter" idx="24"/>
          </p:nvPr>
        </p:nvSpPr>
        <p:spPr>
          <a:xfrm>
            <a:off x="6432807" y="4452484"/>
            <a:ext cx="5341778" cy="1819860"/>
          </a:xfrm>
          <a:prstGeom prst="rect">
            <a:avLst/>
          </a:prstGeom>
        </p:spPr>
        <p:txBody>
          <a:bodyPr/>
          <a:lstStyle>
            <a:lvl1pPr>
              <a:defRPr>
                <a:latin typeface="Arial" panose="020B0604020202020204" pitchFamily="34" charset="0"/>
                <a:cs typeface="Arial" panose="020B0604020202020204" pitchFamily="34" charset="0"/>
              </a:defRPr>
            </a:lvl1pPr>
          </a:lstStyle>
          <a:p>
            <a:r>
              <a:rPr lang="en-US"/>
              <a:t>Click icon to add chart</a:t>
            </a:r>
            <a:endParaRPr lang="es-419"/>
          </a:p>
        </p:txBody>
      </p:sp>
      <p:sp>
        <p:nvSpPr>
          <p:cNvPr id="25" name="Text Placeholder 17">
            <a:extLst>
              <a:ext uri="{FF2B5EF4-FFF2-40B4-BE49-F238E27FC236}">
                <a16:creationId xmlns:a16="http://schemas.microsoft.com/office/drawing/2014/main" id="{F20A9A80-6FFB-99F6-ECBE-8CFE719033BD}"/>
              </a:ext>
            </a:extLst>
          </p:cNvPr>
          <p:cNvSpPr>
            <a:spLocks noGrp="1"/>
          </p:cNvSpPr>
          <p:nvPr>
            <p:ph type="body" sz="quarter" idx="25"/>
          </p:nvPr>
        </p:nvSpPr>
        <p:spPr>
          <a:xfrm>
            <a:off x="6432807" y="4225752"/>
            <a:ext cx="5341778" cy="258532"/>
          </a:xfrm>
          <a:prstGeom prst="rect">
            <a:avLst/>
          </a:prstGeom>
        </p:spPr>
        <p:txBody>
          <a:bodyPr lIns="0">
            <a:noAutofit/>
          </a:bodyPr>
          <a:lstStyle>
            <a:lvl1pPr marL="0" indent="0">
              <a:buNone/>
              <a:defRPr sz="1200" i="1">
                <a:latin typeface="Arial" panose="020B0604020202020204" pitchFamily="34" charset="0"/>
                <a:cs typeface="Arial" panose="020B0604020202020204" pitchFamily="34" charset="0"/>
              </a:defRPr>
            </a:lvl1pPr>
          </a:lstStyle>
          <a:p>
            <a:pPr lvl="0"/>
            <a:r>
              <a:rPr lang="en-US"/>
              <a:t>Click to edit Master text styles</a:t>
            </a:r>
          </a:p>
        </p:txBody>
      </p:sp>
      <p:sp>
        <p:nvSpPr>
          <p:cNvPr id="26" name="Text Placeholder 17">
            <a:extLst>
              <a:ext uri="{FF2B5EF4-FFF2-40B4-BE49-F238E27FC236}">
                <a16:creationId xmlns:a16="http://schemas.microsoft.com/office/drawing/2014/main" id="{059B415B-13F1-9645-0AC0-DB150986491D}"/>
              </a:ext>
            </a:extLst>
          </p:cNvPr>
          <p:cNvSpPr>
            <a:spLocks noGrp="1"/>
          </p:cNvSpPr>
          <p:nvPr>
            <p:ph type="body" sz="quarter" idx="26"/>
          </p:nvPr>
        </p:nvSpPr>
        <p:spPr>
          <a:xfrm>
            <a:off x="6432807" y="3868469"/>
            <a:ext cx="5341778" cy="313932"/>
          </a:xfrm>
          <a:prstGeom prst="rect">
            <a:avLst/>
          </a:prstGeom>
        </p:spPr>
        <p:txBody>
          <a:bodyPr lIns="0" anchor="b">
            <a:noAutofit/>
          </a:bodyPr>
          <a:lstStyle>
            <a:lvl1pPr marL="0" indent="0">
              <a:buNone/>
              <a:defRPr sz="1600" b="1" i="0">
                <a:solidFill>
                  <a:schemeClr val="tx1">
                    <a:lumMod val="75000"/>
                    <a:lumOff val="25000"/>
                  </a:schemeClr>
                </a:solidFill>
                <a:latin typeface="Arial" panose="020B0604020202020204" pitchFamily="34" charset="0"/>
                <a:cs typeface="Arial" panose="020B0604020202020204" pitchFamily="34" charset="0"/>
              </a:defRPr>
            </a:lvl1pPr>
          </a:lstStyle>
          <a:p>
            <a:pPr lvl="0"/>
            <a:r>
              <a:rPr lang="en-US"/>
              <a:t>Click to edit Master text styles</a:t>
            </a:r>
          </a:p>
        </p:txBody>
      </p:sp>
      <p:cxnSp>
        <p:nvCxnSpPr>
          <p:cNvPr id="27" name="Straight Connector 26">
            <a:extLst>
              <a:ext uri="{FF2B5EF4-FFF2-40B4-BE49-F238E27FC236}">
                <a16:creationId xmlns:a16="http://schemas.microsoft.com/office/drawing/2014/main" id="{6D6D425F-05EF-4B81-A5F7-6BA1386CA2AF}"/>
              </a:ext>
            </a:extLst>
          </p:cNvPr>
          <p:cNvCxnSpPr>
            <a:cxnSpLocks/>
          </p:cNvCxnSpPr>
          <p:nvPr userDrawn="1"/>
        </p:nvCxnSpPr>
        <p:spPr>
          <a:xfrm>
            <a:off x="525462" y="1666647"/>
            <a:ext cx="5342995" cy="0"/>
          </a:xfrm>
          <a:prstGeom prst="line">
            <a:avLst/>
          </a:prstGeom>
        </p:spPr>
        <p:style>
          <a:lnRef idx="2">
            <a:schemeClr val="accent1"/>
          </a:lnRef>
          <a:fillRef idx="0">
            <a:schemeClr val="accent1"/>
          </a:fillRef>
          <a:effectRef idx="1">
            <a:schemeClr val="accent1"/>
          </a:effectRef>
          <a:fontRef idx="minor">
            <a:schemeClr val="tx1"/>
          </a:fontRef>
        </p:style>
      </p:cxnSp>
      <p:sp>
        <p:nvSpPr>
          <p:cNvPr id="28" name="Chart Placeholder 14">
            <a:extLst>
              <a:ext uri="{FF2B5EF4-FFF2-40B4-BE49-F238E27FC236}">
                <a16:creationId xmlns:a16="http://schemas.microsoft.com/office/drawing/2014/main" id="{7B2B2419-030C-1CDE-939B-EB21AEEEC665}"/>
              </a:ext>
            </a:extLst>
          </p:cNvPr>
          <p:cNvSpPr>
            <a:spLocks noGrp="1"/>
          </p:cNvSpPr>
          <p:nvPr>
            <p:ph type="chart" sz="quarter" idx="15"/>
          </p:nvPr>
        </p:nvSpPr>
        <p:spPr>
          <a:xfrm>
            <a:off x="526211" y="1930827"/>
            <a:ext cx="5341778" cy="1819860"/>
          </a:xfrm>
          <a:prstGeom prst="rect">
            <a:avLst/>
          </a:prstGeom>
        </p:spPr>
        <p:txBody>
          <a:bodyPr/>
          <a:lstStyle>
            <a:lvl1pPr>
              <a:defRPr>
                <a:latin typeface="Arial" panose="020B0604020202020204" pitchFamily="34" charset="0"/>
                <a:cs typeface="Arial" panose="020B0604020202020204" pitchFamily="34" charset="0"/>
              </a:defRPr>
            </a:lvl1pPr>
          </a:lstStyle>
          <a:p>
            <a:r>
              <a:rPr lang="en-US"/>
              <a:t>Click icon to add chart</a:t>
            </a:r>
            <a:endParaRPr lang="es-419"/>
          </a:p>
        </p:txBody>
      </p:sp>
      <p:cxnSp>
        <p:nvCxnSpPr>
          <p:cNvPr id="29" name="Straight Connector 28">
            <a:extLst>
              <a:ext uri="{FF2B5EF4-FFF2-40B4-BE49-F238E27FC236}">
                <a16:creationId xmlns:a16="http://schemas.microsoft.com/office/drawing/2014/main" id="{E1CA71B5-BD3F-C6AF-78E7-41A0B46A23B5}"/>
              </a:ext>
            </a:extLst>
          </p:cNvPr>
          <p:cNvCxnSpPr>
            <a:cxnSpLocks/>
          </p:cNvCxnSpPr>
          <p:nvPr userDrawn="1"/>
        </p:nvCxnSpPr>
        <p:spPr>
          <a:xfrm>
            <a:off x="526211" y="4188304"/>
            <a:ext cx="5342246"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F27EFA6E-13F7-E054-DBEC-8F7D53949A3F}"/>
              </a:ext>
            </a:extLst>
          </p:cNvPr>
          <p:cNvCxnSpPr>
            <a:cxnSpLocks/>
          </p:cNvCxnSpPr>
          <p:nvPr userDrawn="1"/>
        </p:nvCxnSpPr>
        <p:spPr>
          <a:xfrm flipV="1">
            <a:off x="6432339" y="1666647"/>
            <a:ext cx="5342246" cy="0"/>
          </a:xfrm>
          <a:prstGeom prst="line">
            <a:avLst/>
          </a:prstGeom>
        </p:spPr>
        <p:style>
          <a:lnRef idx="2">
            <a:schemeClr val="accent1"/>
          </a:lnRef>
          <a:fillRef idx="0">
            <a:schemeClr val="accent1"/>
          </a:fillRef>
          <a:effectRef idx="1">
            <a:schemeClr val="accent1"/>
          </a:effectRef>
          <a:fontRef idx="minor">
            <a:schemeClr val="tx1"/>
          </a:fontRef>
        </p:style>
      </p:cxnSp>
      <p:sp>
        <p:nvSpPr>
          <p:cNvPr id="31" name="Chart Placeholder 14">
            <a:extLst>
              <a:ext uri="{FF2B5EF4-FFF2-40B4-BE49-F238E27FC236}">
                <a16:creationId xmlns:a16="http://schemas.microsoft.com/office/drawing/2014/main" id="{D4090BD7-F91C-DA21-4623-1D04ADA64B2C}"/>
              </a:ext>
            </a:extLst>
          </p:cNvPr>
          <p:cNvSpPr>
            <a:spLocks noGrp="1"/>
          </p:cNvSpPr>
          <p:nvPr>
            <p:ph type="chart" sz="quarter" idx="21"/>
          </p:nvPr>
        </p:nvSpPr>
        <p:spPr>
          <a:xfrm>
            <a:off x="6432807" y="1930827"/>
            <a:ext cx="5341778" cy="1819860"/>
          </a:xfrm>
          <a:prstGeom prst="rect">
            <a:avLst/>
          </a:prstGeom>
        </p:spPr>
        <p:txBody>
          <a:bodyPr/>
          <a:lstStyle>
            <a:lvl1pPr>
              <a:defRPr>
                <a:latin typeface="Arial" panose="020B0604020202020204" pitchFamily="34" charset="0"/>
                <a:cs typeface="Arial" panose="020B0604020202020204" pitchFamily="34" charset="0"/>
              </a:defRPr>
            </a:lvl1pPr>
          </a:lstStyle>
          <a:p>
            <a:r>
              <a:rPr lang="en-US"/>
              <a:t>Click icon to add chart</a:t>
            </a:r>
            <a:endParaRPr lang="es-419"/>
          </a:p>
        </p:txBody>
      </p:sp>
      <p:cxnSp>
        <p:nvCxnSpPr>
          <p:cNvPr id="32" name="Straight Connector 31">
            <a:extLst>
              <a:ext uri="{FF2B5EF4-FFF2-40B4-BE49-F238E27FC236}">
                <a16:creationId xmlns:a16="http://schemas.microsoft.com/office/drawing/2014/main" id="{58214282-EED8-4DDC-CAAE-7D0D72FC3EEB}"/>
              </a:ext>
            </a:extLst>
          </p:cNvPr>
          <p:cNvCxnSpPr>
            <a:cxnSpLocks/>
          </p:cNvCxnSpPr>
          <p:nvPr userDrawn="1"/>
        </p:nvCxnSpPr>
        <p:spPr>
          <a:xfrm flipV="1">
            <a:off x="6432339" y="4188304"/>
            <a:ext cx="5342246" cy="0"/>
          </a:xfrm>
          <a:prstGeom prst="line">
            <a:avLst/>
          </a:prstGeom>
        </p:spPr>
        <p:style>
          <a:lnRef idx="2">
            <a:schemeClr val="accent1"/>
          </a:lnRef>
          <a:fillRef idx="0">
            <a:schemeClr val="accent1"/>
          </a:fillRef>
          <a:effectRef idx="1">
            <a:schemeClr val="accent1"/>
          </a:effectRef>
          <a:fontRef idx="minor">
            <a:schemeClr val="tx1"/>
          </a:fontRef>
        </p:style>
      </p:cxnSp>
      <p:sp>
        <p:nvSpPr>
          <p:cNvPr id="34" name="Text Placeholder 5">
            <a:extLst>
              <a:ext uri="{FF2B5EF4-FFF2-40B4-BE49-F238E27FC236}">
                <a16:creationId xmlns:a16="http://schemas.microsoft.com/office/drawing/2014/main" id="{71296A4B-EA45-DF10-E46A-BDE45ED9B045}"/>
              </a:ext>
            </a:extLst>
          </p:cNvPr>
          <p:cNvSpPr>
            <a:spLocks noGrp="1"/>
          </p:cNvSpPr>
          <p:nvPr>
            <p:ph type="body" sz="quarter" idx="14"/>
          </p:nvPr>
        </p:nvSpPr>
        <p:spPr>
          <a:xfrm>
            <a:off x="525462" y="6356351"/>
            <a:ext cx="11249123" cy="365124"/>
          </a:xfrm>
          <a:prstGeom prst="rect">
            <a:avLst/>
          </a:prstGeom>
        </p:spPr>
        <p:txBody>
          <a:bodyPr anchor="ctr">
            <a:normAutofit/>
          </a:bodyPr>
          <a:lstStyle>
            <a:lvl1pPr marL="0" indent="0" algn="ctr">
              <a:buNone/>
              <a:defRPr sz="1000" i="1">
                <a:latin typeface="Arial" panose="020B0604020202020204" pitchFamily="34" charset="0"/>
                <a:cs typeface="Arial" panose="020B0604020202020204" pitchFamily="34" charset="0"/>
              </a:defRPr>
            </a:lvl1pPr>
          </a:lstStyle>
          <a:p>
            <a:pPr lvl="0"/>
            <a:r>
              <a:rPr lang="en-US" noProof="0"/>
              <a:t>Click to edit Master text styles</a:t>
            </a:r>
          </a:p>
        </p:txBody>
      </p:sp>
      <p:sp>
        <p:nvSpPr>
          <p:cNvPr id="35" name="Slide Number Placeholder 4">
            <a:extLst>
              <a:ext uri="{FF2B5EF4-FFF2-40B4-BE49-F238E27FC236}">
                <a16:creationId xmlns:a16="http://schemas.microsoft.com/office/drawing/2014/main" id="{2A26B931-295C-D1C5-7199-54BA8F3B32D6}"/>
              </a:ext>
            </a:extLst>
          </p:cNvPr>
          <p:cNvSpPr>
            <a:spLocks noGrp="1"/>
          </p:cNvSpPr>
          <p:nvPr>
            <p:ph type="sldNum" sz="quarter" idx="12"/>
          </p:nvPr>
        </p:nvSpPr>
        <p:spPr>
          <a:xfrm>
            <a:off x="11353126" y="6356350"/>
            <a:ext cx="421460" cy="365123"/>
          </a:xfrm>
          <a:prstGeom prst="rect">
            <a:avLst/>
          </a:prstGeom>
        </p:spPr>
        <p:txBody>
          <a:bodyPr rIns="0" anchor="ctr"/>
          <a:lstStyle>
            <a:lvl1pPr>
              <a:defRPr lang="en-MX" sz="1100" i="1" smtClean="0">
                <a:solidFill>
                  <a:srgbClr val="002060"/>
                </a:solidFill>
                <a:latin typeface="Arial" panose="020B0604020202020204" pitchFamily="34" charset="0"/>
                <a:cs typeface="Arial" panose="020B0604020202020204" pitchFamily="34" charset="0"/>
              </a:defRPr>
            </a:lvl1pPr>
          </a:lstStyle>
          <a:p>
            <a:pPr algn="r"/>
            <a:fld id="{3623642F-8B6C-4948-BDBA-D9CE46053C76}" type="slidenum">
              <a:rPr lang="en-US" smtClean="0"/>
              <a:pPr algn="r"/>
              <a:t>‹#›</a:t>
            </a:fld>
            <a:endParaRPr lang="en-US"/>
          </a:p>
        </p:txBody>
      </p:sp>
    </p:spTree>
    <p:extLst>
      <p:ext uri="{BB962C8B-B14F-4D97-AF65-F5344CB8AC3E}">
        <p14:creationId xmlns:p14="http://schemas.microsoft.com/office/powerpoint/2010/main" val="27076003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FinancialStatements">
    <p:spTree>
      <p:nvGrpSpPr>
        <p:cNvPr id="1" name=""/>
        <p:cNvGrpSpPr/>
        <p:nvPr/>
      </p:nvGrpSpPr>
      <p:grpSpPr>
        <a:xfrm>
          <a:off x="0" y="0"/>
          <a:ext cx="0" cy="0"/>
          <a:chOff x="0" y="0"/>
          <a:chExt cx="0" cy="0"/>
        </a:xfrm>
      </p:grpSpPr>
      <p:sp>
        <p:nvSpPr>
          <p:cNvPr id="23" name="Do not remove" hidden="1">
            <a:extLst>
              <a:ext uri="{FF2B5EF4-FFF2-40B4-BE49-F238E27FC236}">
                <a16:creationId xmlns:a16="http://schemas.microsoft.com/office/drawing/2014/main" id="{847205D0-20E4-6944-4A39-1725EFBC2E46}"/>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cxnSp>
        <p:nvCxnSpPr>
          <p:cNvPr id="7" name="Conector recto 6">
            <a:extLst>
              <a:ext uri="{FF2B5EF4-FFF2-40B4-BE49-F238E27FC236}">
                <a16:creationId xmlns:a16="http://schemas.microsoft.com/office/drawing/2014/main" id="{4E6C3F20-2666-8543-8C31-2C5B3049A759}"/>
              </a:ext>
            </a:extLst>
          </p:cNvPr>
          <p:cNvCxnSpPr>
            <a:cxnSpLocks/>
          </p:cNvCxnSpPr>
          <p:nvPr userDrawn="1"/>
        </p:nvCxnSpPr>
        <p:spPr>
          <a:xfrm>
            <a:off x="516676" y="286563"/>
            <a:ext cx="11212869" cy="0"/>
          </a:xfrm>
          <a:prstGeom prst="line">
            <a:avLst/>
          </a:prstGeom>
          <a:ln>
            <a:solidFill>
              <a:srgbClr val="002060"/>
            </a:solidFill>
          </a:ln>
        </p:spPr>
        <p:style>
          <a:lnRef idx="1">
            <a:schemeClr val="accent1"/>
          </a:lnRef>
          <a:fillRef idx="0">
            <a:schemeClr val="accent1"/>
          </a:fillRef>
          <a:effectRef idx="0">
            <a:schemeClr val="accent1"/>
          </a:effectRef>
          <a:fontRef idx="minor">
            <a:schemeClr val="tx1"/>
          </a:fontRef>
        </p:style>
      </p:cxnSp>
      <p:pic>
        <p:nvPicPr>
          <p:cNvPr id="8" name="Imagen 7" descr="Imagen que contiene negro, firmar, hombre&#10;&#10;Descripción generada automáticamente">
            <a:extLst>
              <a:ext uri="{FF2B5EF4-FFF2-40B4-BE49-F238E27FC236}">
                <a16:creationId xmlns:a16="http://schemas.microsoft.com/office/drawing/2014/main" id="{7C331CAA-24FF-4CEB-B423-C1D80DD69E26}"/>
              </a:ext>
            </a:extLst>
          </p:cNvPr>
          <p:cNvPicPr>
            <a:picLocks noChangeAspect="1"/>
          </p:cNvPicPr>
          <p:nvPr userDrawn="1"/>
        </p:nvPicPr>
        <p:blipFill>
          <a:blip r:embed="rId3"/>
          <a:stretch>
            <a:fillRect/>
          </a:stretch>
        </p:blipFill>
        <p:spPr>
          <a:xfrm>
            <a:off x="9512361" y="331377"/>
            <a:ext cx="2217184" cy="820266"/>
          </a:xfrm>
          <a:prstGeom prst="rect">
            <a:avLst/>
          </a:prstGeom>
        </p:spPr>
      </p:pic>
      <p:sp>
        <p:nvSpPr>
          <p:cNvPr id="12" name="Title 1">
            <a:extLst>
              <a:ext uri="{FF2B5EF4-FFF2-40B4-BE49-F238E27FC236}">
                <a16:creationId xmlns:a16="http://schemas.microsoft.com/office/drawing/2014/main" id="{C84385AE-5A58-AA0A-6FBC-DCBB0170EC3A}"/>
              </a:ext>
            </a:extLst>
          </p:cNvPr>
          <p:cNvSpPr>
            <a:spLocks noGrp="1"/>
          </p:cNvSpPr>
          <p:nvPr>
            <p:ph type="title"/>
          </p:nvPr>
        </p:nvSpPr>
        <p:spPr>
          <a:xfrm>
            <a:off x="526212" y="487029"/>
            <a:ext cx="8986150" cy="414795"/>
          </a:xfrm>
          <a:prstGeom prst="rect">
            <a:avLst/>
          </a:prstGeom>
        </p:spPr>
        <p:txBody>
          <a:bodyPr lIns="0">
            <a:noAutofit/>
          </a:bodyPr>
          <a:lstStyle>
            <a:lvl1pPr>
              <a:defRPr sz="2800" b="0">
                <a:latin typeface="Arial" panose="020B0604020202020204" pitchFamily="34" charset="0"/>
                <a:cs typeface="Arial" panose="020B0604020202020204" pitchFamily="34" charset="0"/>
              </a:defRPr>
            </a:lvl1pPr>
          </a:lstStyle>
          <a:p>
            <a:r>
              <a:rPr lang="en-US" noProof="0"/>
              <a:t>Click to edit Master title style</a:t>
            </a:r>
            <a:endParaRPr lang="es-ES_tradnl" noProof="0" dirty="0"/>
          </a:p>
        </p:txBody>
      </p:sp>
      <p:sp>
        <p:nvSpPr>
          <p:cNvPr id="20" name="Text Placeholder 5">
            <a:extLst>
              <a:ext uri="{FF2B5EF4-FFF2-40B4-BE49-F238E27FC236}">
                <a16:creationId xmlns:a16="http://schemas.microsoft.com/office/drawing/2014/main" id="{E80C2372-6B86-E2B2-6142-02AD8CF4873B}"/>
              </a:ext>
            </a:extLst>
          </p:cNvPr>
          <p:cNvSpPr>
            <a:spLocks noGrp="1"/>
          </p:cNvSpPr>
          <p:nvPr>
            <p:ph type="body" sz="quarter" idx="14"/>
          </p:nvPr>
        </p:nvSpPr>
        <p:spPr>
          <a:xfrm>
            <a:off x="525462" y="6356351"/>
            <a:ext cx="11249123" cy="365124"/>
          </a:xfrm>
          <a:prstGeom prst="rect">
            <a:avLst/>
          </a:prstGeom>
        </p:spPr>
        <p:txBody>
          <a:bodyPr anchor="ctr">
            <a:normAutofit/>
          </a:bodyPr>
          <a:lstStyle>
            <a:lvl1pPr marL="0" indent="0" algn="ctr">
              <a:buNone/>
              <a:defRPr sz="1000" i="1">
                <a:latin typeface="Arial" panose="020B0604020202020204" pitchFamily="34" charset="0"/>
                <a:cs typeface="Arial" panose="020B0604020202020204" pitchFamily="34" charset="0"/>
              </a:defRPr>
            </a:lvl1pPr>
          </a:lstStyle>
          <a:p>
            <a:pPr lvl="0"/>
            <a:r>
              <a:rPr lang="en-US" noProof="0"/>
              <a:t>Click to edit Master text styles</a:t>
            </a:r>
          </a:p>
        </p:txBody>
      </p:sp>
      <p:sp>
        <p:nvSpPr>
          <p:cNvPr id="22" name="Slide Number Placeholder 4">
            <a:extLst>
              <a:ext uri="{FF2B5EF4-FFF2-40B4-BE49-F238E27FC236}">
                <a16:creationId xmlns:a16="http://schemas.microsoft.com/office/drawing/2014/main" id="{9AC34BD3-ABCE-9192-9AC9-9558DB51D042}"/>
              </a:ext>
            </a:extLst>
          </p:cNvPr>
          <p:cNvSpPr>
            <a:spLocks noGrp="1"/>
          </p:cNvSpPr>
          <p:nvPr>
            <p:ph type="sldNum" sz="quarter" idx="12"/>
          </p:nvPr>
        </p:nvSpPr>
        <p:spPr>
          <a:xfrm>
            <a:off x="11353126" y="6356350"/>
            <a:ext cx="421460" cy="365123"/>
          </a:xfrm>
          <a:prstGeom prst="rect">
            <a:avLst/>
          </a:prstGeom>
        </p:spPr>
        <p:txBody>
          <a:bodyPr rIns="0" anchor="ctr"/>
          <a:lstStyle>
            <a:lvl1pPr>
              <a:defRPr lang="en-MX" sz="1100" i="1" smtClean="0">
                <a:solidFill>
                  <a:srgbClr val="002060"/>
                </a:solidFill>
                <a:latin typeface="Arial" panose="020B0604020202020204" pitchFamily="34" charset="0"/>
                <a:cs typeface="Arial" panose="020B0604020202020204" pitchFamily="34" charset="0"/>
              </a:defRPr>
            </a:lvl1pPr>
          </a:lstStyle>
          <a:p>
            <a:pPr algn="r"/>
            <a:fld id="{3623642F-8B6C-4948-BDBA-D9CE46053C76}" type="slidenum">
              <a:rPr lang="en-US" smtClean="0"/>
              <a:pPr algn="r"/>
              <a:t>‹#›</a:t>
            </a:fld>
            <a:endParaRPr lang="en-US" dirty="0"/>
          </a:p>
        </p:txBody>
      </p:sp>
      <p:sp>
        <p:nvSpPr>
          <p:cNvPr id="3" name="Content Placeholder 2">
            <a:extLst>
              <a:ext uri="{FF2B5EF4-FFF2-40B4-BE49-F238E27FC236}">
                <a16:creationId xmlns:a16="http://schemas.microsoft.com/office/drawing/2014/main" id="{C7F59DEE-94EE-1E23-02B8-CFB4EC519306}"/>
              </a:ext>
            </a:extLst>
          </p:cNvPr>
          <p:cNvSpPr>
            <a:spLocks noGrp="1"/>
          </p:cNvSpPr>
          <p:nvPr>
            <p:ph sz="quarter" idx="15"/>
          </p:nvPr>
        </p:nvSpPr>
        <p:spPr>
          <a:xfrm>
            <a:off x="515938" y="1196456"/>
            <a:ext cx="11258550" cy="500114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419"/>
          </a:p>
        </p:txBody>
      </p:sp>
    </p:spTree>
    <p:extLst>
      <p:ext uri="{BB962C8B-B14F-4D97-AF65-F5344CB8AC3E}">
        <p14:creationId xmlns:p14="http://schemas.microsoft.com/office/powerpoint/2010/main" val="5181889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Slide">
    <p:bg>
      <p:bgPr>
        <a:solidFill>
          <a:schemeClr val="accent1"/>
        </a:solidFill>
        <a:effectLst/>
      </p:bgPr>
    </p:bg>
    <p:spTree>
      <p:nvGrpSpPr>
        <p:cNvPr id="1" name=""/>
        <p:cNvGrpSpPr/>
        <p:nvPr/>
      </p:nvGrpSpPr>
      <p:grpSpPr>
        <a:xfrm>
          <a:off x="0" y="0"/>
          <a:ext cx="0" cy="0"/>
          <a:chOff x="0" y="0"/>
          <a:chExt cx="0" cy="0"/>
        </a:xfrm>
      </p:grpSpPr>
      <p:sp>
        <p:nvSpPr>
          <p:cNvPr id="4" name="Do not remove" hidden="1">
            <a:extLst>
              <a:ext uri="{FF2B5EF4-FFF2-40B4-BE49-F238E27FC236}">
                <a16:creationId xmlns:a16="http://schemas.microsoft.com/office/drawing/2014/main" id="{47A73CD8-FA74-9401-4372-285E5C128ADF}"/>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pic>
        <p:nvPicPr>
          <p:cNvPr id="2" name="Picture 1" descr="A black and white logo&#10;&#10;Description automatically generated">
            <a:extLst>
              <a:ext uri="{FF2B5EF4-FFF2-40B4-BE49-F238E27FC236}">
                <a16:creationId xmlns:a16="http://schemas.microsoft.com/office/drawing/2014/main" id="{67047544-3D2F-A081-093E-BCC58699F3C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714568" y="2873331"/>
            <a:ext cx="4762864" cy="1111338"/>
          </a:xfrm>
          <a:prstGeom prst="rect">
            <a:avLst/>
          </a:prstGeom>
        </p:spPr>
      </p:pic>
    </p:spTree>
    <p:extLst>
      <p:ext uri="{BB962C8B-B14F-4D97-AF65-F5344CB8AC3E}">
        <p14:creationId xmlns:p14="http://schemas.microsoft.com/office/powerpoint/2010/main" val="19793010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 Id="rId15" Type="http://schemas.openxmlformats.org/officeDocument/2006/relationships/tags" Target="../tags/tag1.xml"/><Relationship Id="rId16" Type="http://schemas.openxmlformats.org/officeDocument/2006/relationships/oleObject" Target="../embeddings/oleObject1.bin"/><Relationship Id="rId17"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C8A4C0EA-6E18-A6BA-00BA-8EB62005B98A}"/>
              </a:ext>
            </a:extLst>
          </p:cNvPr>
          <p:cNvGraphicFramePr>
            <a:graphicFrameLocks/>
          </p:cNvGraphicFramePr>
          <p:nvPr userDrawn="1">
            <p:custDataLst>
              <p:tags r:id="rId15"/>
            </p:custDataLst>
            <p:extLst>
              <p:ext uri="{D42A27DB-BD31-4B8C-83A1-F6EECF244321}">
                <p14:modId xmlns:p14="http://schemas.microsoft.com/office/powerpoint/2010/main" val="263152874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6" imgW="425" imgH="425" progId="TCLayout.ActiveDocument.1">
                  <p:embed/>
                </p:oleObj>
              </mc:Choice>
              <mc:Fallback>
                <p:oleObj name="thinkcell Slide" r:id="rId16" imgW="425" imgH="425" progId="TCLayout.ActiveDocument.1">
                  <p:embed/>
                  <p:pic>
                    <p:nvPicPr>
                      <p:cNvPr id="2" name="think-cell data - do not delete" hidden="1">
                        <a:extLst>
                          <a:ext uri="{FF2B5EF4-FFF2-40B4-BE49-F238E27FC236}">
                            <a16:creationId xmlns:a16="http://schemas.microsoft.com/office/drawing/2014/main" id="{C8A4C0EA-6E18-A6BA-00BA-8EB62005B98A}"/>
                          </a:ext>
                        </a:extLst>
                      </p:cNvPr>
                      <p:cNvPicPr/>
                      <p:nvPr/>
                    </p:nvPicPr>
                    <p:blipFill>
                      <a:blip r:embed="rId17"/>
                      <a:stretch>
                        <a:fillRect/>
                      </a:stretch>
                    </p:blipFill>
                    <p:spPr>
                      <a:xfrm>
                        <a:off x="1588" y="1588"/>
                        <a:ext cx="1588" cy="1588"/>
                      </a:xfrm>
                      <a:prstGeom prst="rect">
                        <a:avLst/>
                      </a:prstGeom>
                    </p:spPr>
                  </p:pic>
                </p:oleObj>
              </mc:Fallback>
            </mc:AlternateContent>
          </a:graphicData>
        </a:graphic>
      </p:graphicFrame>
      <p:grpSp>
        <p:nvGrpSpPr>
          <p:cNvPr id="12" name="Group 11">
            <a:extLst>
              <a:ext uri="{FF2B5EF4-FFF2-40B4-BE49-F238E27FC236}">
                <a16:creationId xmlns:a16="http://schemas.microsoft.com/office/drawing/2014/main" id="{3D4E0718-6761-6AF5-BE88-2A7CE7E106AE}"/>
              </a:ext>
            </a:extLst>
          </p:cNvPr>
          <p:cNvGrpSpPr/>
          <p:nvPr userDrawn="1"/>
        </p:nvGrpSpPr>
        <p:grpSpPr>
          <a:xfrm>
            <a:off x="-674255" y="0"/>
            <a:ext cx="575279" cy="6858000"/>
            <a:chOff x="-2112481" y="0"/>
            <a:chExt cx="2013505" cy="6858000"/>
          </a:xfrm>
        </p:grpSpPr>
        <p:sp>
          <p:nvSpPr>
            <p:cNvPr id="4" name="Freeform: Shape 3">
              <a:extLst>
                <a:ext uri="{FF2B5EF4-FFF2-40B4-BE49-F238E27FC236}">
                  <a16:creationId xmlns:a16="http://schemas.microsoft.com/office/drawing/2014/main" id="{2884646B-BDC4-D53F-A5F1-5F41D14B3A58}"/>
                </a:ext>
              </a:extLst>
            </p:cNvPr>
            <p:cNvSpPr/>
            <p:nvPr/>
          </p:nvSpPr>
          <p:spPr>
            <a:xfrm>
              <a:off x="-2112481" y="0"/>
              <a:ext cx="2013505" cy="1208103"/>
            </a:xfrm>
            <a:custGeom>
              <a:avLst/>
              <a:gdLst>
                <a:gd name="connsiteX0" fmla="*/ 0 w 2013505"/>
                <a:gd name="connsiteY0" fmla="*/ 0 h 1208103"/>
                <a:gd name="connsiteX1" fmla="*/ 2013505 w 2013505"/>
                <a:gd name="connsiteY1" fmla="*/ 0 h 1208103"/>
                <a:gd name="connsiteX2" fmla="*/ 2013505 w 2013505"/>
                <a:gd name="connsiteY2" fmla="*/ 1208103 h 1208103"/>
                <a:gd name="connsiteX3" fmla="*/ 0 w 2013505"/>
                <a:gd name="connsiteY3" fmla="*/ 1208103 h 1208103"/>
                <a:gd name="connsiteX4" fmla="*/ 0 w 2013505"/>
                <a:gd name="connsiteY4" fmla="*/ 0 h 12081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3505" h="1208103">
                  <a:moveTo>
                    <a:pt x="0" y="0"/>
                  </a:moveTo>
                  <a:lnTo>
                    <a:pt x="2013505" y="0"/>
                  </a:lnTo>
                  <a:lnTo>
                    <a:pt x="2013505" y="1208103"/>
                  </a:lnTo>
                  <a:lnTo>
                    <a:pt x="0" y="1208103"/>
                  </a:lnTo>
                  <a:lnTo>
                    <a:pt x="0" y="0"/>
                  </a:lnTo>
                  <a:close/>
                </a:path>
              </a:pathLst>
            </a:custGeom>
            <a:solidFill>
              <a:srgbClr val="221D55"/>
            </a:solidFill>
            <a:ln>
              <a:noFill/>
            </a:ln>
          </p:spPr>
          <p:style>
            <a:lnRef idx="2">
              <a:scrgbClr r="0" g="0" b="0"/>
            </a:lnRef>
            <a:fillRef idx="1">
              <a:scrgbClr r="0" g="0" b="0"/>
            </a:fillRef>
            <a:effectRef idx="0">
              <a:schemeClr val="accent1">
                <a:hueOff val="0"/>
                <a:satOff val="0"/>
                <a:lumOff val="0"/>
                <a:alphaOff val="0"/>
              </a:schemeClr>
            </a:effectRef>
            <a:fontRef idx="minor">
              <a:schemeClr val="lt1"/>
            </a:fontRef>
          </p:style>
          <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solidFill>
                    <a:schemeClr val="bg1"/>
                  </a:solidFill>
                  <a:latin typeface="Arial" panose="020B0604020202020204" pitchFamily="34" charset="0"/>
                  <a:cs typeface="Arial" panose="020B0604020202020204" pitchFamily="34" charset="0"/>
                </a:rPr>
                <a:t>34</a:t>
              </a:r>
            </a:p>
            <a:p>
              <a:pPr marL="0" lvl="0" indent="0" algn="ctr" defTabSz="622300">
                <a:lnSpc>
                  <a:spcPct val="90000"/>
                </a:lnSpc>
                <a:spcBef>
                  <a:spcPct val="0"/>
                </a:spcBef>
                <a:spcAft>
                  <a:spcPct val="35000"/>
                </a:spcAft>
                <a:buNone/>
              </a:pPr>
              <a:r>
                <a:rPr lang="en-US" sz="1400" kern="1200" dirty="0">
                  <a:solidFill>
                    <a:schemeClr val="bg1"/>
                  </a:solidFill>
                  <a:latin typeface="Arial" panose="020B0604020202020204" pitchFamily="34" charset="0"/>
                  <a:cs typeface="Arial" panose="020B0604020202020204" pitchFamily="34" charset="0"/>
                </a:rPr>
                <a:t>29</a:t>
              </a:r>
            </a:p>
            <a:p>
              <a:pPr marL="0" lvl="0" indent="0" algn="ctr" defTabSz="622300">
                <a:lnSpc>
                  <a:spcPct val="90000"/>
                </a:lnSpc>
                <a:spcBef>
                  <a:spcPct val="0"/>
                </a:spcBef>
                <a:spcAft>
                  <a:spcPct val="35000"/>
                </a:spcAft>
                <a:buNone/>
              </a:pPr>
              <a:r>
                <a:rPr lang="en-US" sz="1400" kern="1200" dirty="0">
                  <a:solidFill>
                    <a:schemeClr val="bg1"/>
                  </a:solidFill>
                  <a:latin typeface="Arial" panose="020B0604020202020204" pitchFamily="34" charset="0"/>
                  <a:cs typeface="Arial" panose="020B0604020202020204" pitchFamily="34" charset="0"/>
                </a:rPr>
                <a:t>85</a:t>
              </a:r>
            </a:p>
          </p:txBody>
        </p:sp>
        <p:sp>
          <p:nvSpPr>
            <p:cNvPr id="7" name="Freeform: Shape 6">
              <a:extLst>
                <a:ext uri="{FF2B5EF4-FFF2-40B4-BE49-F238E27FC236}">
                  <a16:creationId xmlns:a16="http://schemas.microsoft.com/office/drawing/2014/main" id="{E523EC98-7CC6-7118-6A47-AA03D1A34DA0}"/>
                </a:ext>
              </a:extLst>
            </p:cNvPr>
            <p:cNvSpPr/>
            <p:nvPr/>
          </p:nvSpPr>
          <p:spPr>
            <a:xfrm>
              <a:off x="-2112481" y="1417217"/>
              <a:ext cx="2013505" cy="1208103"/>
            </a:xfrm>
            <a:custGeom>
              <a:avLst/>
              <a:gdLst>
                <a:gd name="connsiteX0" fmla="*/ 0 w 2013505"/>
                <a:gd name="connsiteY0" fmla="*/ 0 h 1208103"/>
                <a:gd name="connsiteX1" fmla="*/ 2013505 w 2013505"/>
                <a:gd name="connsiteY1" fmla="*/ 0 h 1208103"/>
                <a:gd name="connsiteX2" fmla="*/ 2013505 w 2013505"/>
                <a:gd name="connsiteY2" fmla="*/ 1208103 h 1208103"/>
                <a:gd name="connsiteX3" fmla="*/ 0 w 2013505"/>
                <a:gd name="connsiteY3" fmla="*/ 1208103 h 1208103"/>
                <a:gd name="connsiteX4" fmla="*/ 0 w 2013505"/>
                <a:gd name="connsiteY4" fmla="*/ 0 h 12081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3505" h="1208103">
                  <a:moveTo>
                    <a:pt x="0" y="0"/>
                  </a:moveTo>
                  <a:lnTo>
                    <a:pt x="2013505" y="0"/>
                  </a:lnTo>
                  <a:lnTo>
                    <a:pt x="2013505" y="1208103"/>
                  </a:lnTo>
                  <a:lnTo>
                    <a:pt x="0" y="1208103"/>
                  </a:lnTo>
                  <a:lnTo>
                    <a:pt x="0" y="0"/>
                  </a:lnTo>
                  <a:close/>
                </a:path>
              </a:pathLst>
            </a:custGeom>
            <a:solidFill>
              <a:srgbClr val="F5C400"/>
            </a:solidFill>
            <a:ln w="19050" cap="flat" cmpd="sng" algn="ctr">
              <a:noFill/>
              <a:prstDash val="solid"/>
              <a:miter lim="800000"/>
            </a:ln>
            <a:effectLst/>
          </p:spPr>
          <p:style>
            <a:lnRef idx="2">
              <a:scrgbClr r="0" g="0" b="0"/>
            </a:lnRef>
            <a:fillRef idx="1">
              <a:scrgbClr r="0" g="0" b="0"/>
            </a:fillRef>
            <a:effectRef idx="0">
              <a:scrgbClr r="0" g="0" b="0"/>
            </a:effectRef>
            <a:fontRef idx="minor">
              <a:schemeClr val="lt1"/>
            </a:fontRef>
          </p:style>
          <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1400" kern="1200" dirty="0">
                  <a:solidFill>
                    <a:schemeClr val="tx1"/>
                  </a:solidFill>
                  <a:latin typeface="Arial" panose="020B0604020202020204" pitchFamily="34" charset="0"/>
                  <a:ea typeface="+mn-ea"/>
                  <a:cs typeface="Arial" panose="020B0604020202020204" pitchFamily="34" charset="0"/>
                </a:rPr>
                <a:t>245</a:t>
              </a:r>
            </a:p>
            <a:p>
              <a:pPr marL="0" lvl="0" indent="0" algn="ctr" defTabSz="889000">
                <a:lnSpc>
                  <a:spcPct val="90000"/>
                </a:lnSpc>
                <a:spcBef>
                  <a:spcPct val="0"/>
                </a:spcBef>
                <a:spcAft>
                  <a:spcPct val="35000"/>
                </a:spcAft>
                <a:buNone/>
              </a:pPr>
              <a:r>
                <a:rPr lang="en-US" sz="1400" kern="1200" dirty="0">
                  <a:solidFill>
                    <a:schemeClr val="tx1"/>
                  </a:solidFill>
                  <a:latin typeface="Arial" panose="020B0604020202020204" pitchFamily="34" charset="0"/>
                  <a:ea typeface="+mn-ea"/>
                  <a:cs typeface="Arial" panose="020B0604020202020204" pitchFamily="34" charset="0"/>
                </a:rPr>
                <a:t>196</a:t>
              </a:r>
            </a:p>
            <a:p>
              <a:pPr marL="0" lvl="0" indent="0" algn="ctr" defTabSz="889000">
                <a:lnSpc>
                  <a:spcPct val="90000"/>
                </a:lnSpc>
                <a:spcBef>
                  <a:spcPct val="0"/>
                </a:spcBef>
                <a:spcAft>
                  <a:spcPct val="35000"/>
                </a:spcAft>
                <a:buNone/>
              </a:pPr>
              <a:r>
                <a:rPr lang="en-US" sz="1400" kern="1200" dirty="0">
                  <a:solidFill>
                    <a:schemeClr val="tx1"/>
                  </a:solidFill>
                  <a:latin typeface="Arial" panose="020B0604020202020204" pitchFamily="34" charset="0"/>
                  <a:ea typeface="+mn-ea"/>
                  <a:cs typeface="Arial" panose="020B0604020202020204" pitchFamily="34" charset="0"/>
                </a:rPr>
                <a:t>0</a:t>
              </a:r>
            </a:p>
          </p:txBody>
        </p:sp>
        <p:sp>
          <p:nvSpPr>
            <p:cNvPr id="8" name="Freeform: Shape 7">
              <a:extLst>
                <a:ext uri="{FF2B5EF4-FFF2-40B4-BE49-F238E27FC236}">
                  <a16:creationId xmlns:a16="http://schemas.microsoft.com/office/drawing/2014/main" id="{BDCB819C-5C8C-5566-5A73-608FCF0C170A}"/>
                </a:ext>
              </a:extLst>
            </p:cNvPr>
            <p:cNvSpPr/>
            <p:nvPr/>
          </p:nvSpPr>
          <p:spPr>
            <a:xfrm>
              <a:off x="-2112481" y="4232680"/>
              <a:ext cx="2013505" cy="1208103"/>
            </a:xfrm>
            <a:custGeom>
              <a:avLst/>
              <a:gdLst>
                <a:gd name="connsiteX0" fmla="*/ 0 w 2013505"/>
                <a:gd name="connsiteY0" fmla="*/ 0 h 1208103"/>
                <a:gd name="connsiteX1" fmla="*/ 2013505 w 2013505"/>
                <a:gd name="connsiteY1" fmla="*/ 0 h 1208103"/>
                <a:gd name="connsiteX2" fmla="*/ 2013505 w 2013505"/>
                <a:gd name="connsiteY2" fmla="*/ 1208103 h 1208103"/>
                <a:gd name="connsiteX3" fmla="*/ 0 w 2013505"/>
                <a:gd name="connsiteY3" fmla="*/ 1208103 h 1208103"/>
                <a:gd name="connsiteX4" fmla="*/ 0 w 2013505"/>
                <a:gd name="connsiteY4" fmla="*/ 0 h 12081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3505" h="1208103">
                  <a:moveTo>
                    <a:pt x="0" y="0"/>
                  </a:moveTo>
                  <a:lnTo>
                    <a:pt x="2013505" y="0"/>
                  </a:lnTo>
                  <a:lnTo>
                    <a:pt x="2013505" y="1208103"/>
                  </a:lnTo>
                  <a:lnTo>
                    <a:pt x="0" y="1208103"/>
                  </a:lnTo>
                  <a:lnTo>
                    <a:pt x="0" y="0"/>
                  </a:lnTo>
                  <a:close/>
                </a:path>
              </a:pathLst>
            </a:custGeom>
            <a:solidFill>
              <a:schemeClr val="accent3"/>
            </a:solidFill>
            <a:ln w="19050" cap="flat" cmpd="sng" algn="ctr">
              <a:noFill/>
              <a:prstDash val="solid"/>
              <a:miter lim="800000"/>
            </a:ln>
            <a:effectLst/>
          </p:spPr>
          <p:style>
            <a:lnRef idx="2">
              <a:scrgbClr r="0" g="0" b="0"/>
            </a:lnRef>
            <a:fillRef idx="1">
              <a:scrgbClr r="0" g="0" b="0"/>
            </a:fillRef>
            <a:effectRef idx="0">
              <a:scrgbClr r="0" g="0" b="0"/>
            </a:effectRef>
            <a:fontRef idx="minor">
              <a:schemeClr val="lt1"/>
            </a:fontRef>
          </p:style>
          <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1400" kern="1200" dirty="0">
                  <a:solidFill>
                    <a:schemeClr val="tx1"/>
                  </a:solidFill>
                  <a:latin typeface="Arial" panose="020B0604020202020204" pitchFamily="34" charset="0"/>
                  <a:ea typeface="+mn-ea"/>
                  <a:cs typeface="Arial" panose="020B0604020202020204" pitchFamily="34" charset="0"/>
                </a:rPr>
                <a:t>66</a:t>
              </a:r>
            </a:p>
            <a:p>
              <a:pPr marL="0" lvl="0" indent="0" algn="ctr" defTabSz="889000">
                <a:lnSpc>
                  <a:spcPct val="90000"/>
                </a:lnSpc>
                <a:spcBef>
                  <a:spcPct val="0"/>
                </a:spcBef>
                <a:spcAft>
                  <a:spcPct val="35000"/>
                </a:spcAft>
                <a:buNone/>
              </a:pPr>
              <a:r>
                <a:rPr lang="en-US" sz="1400" kern="1200" dirty="0">
                  <a:solidFill>
                    <a:schemeClr val="tx1"/>
                  </a:solidFill>
                  <a:latin typeface="Arial" panose="020B0604020202020204" pitchFamily="34" charset="0"/>
                  <a:ea typeface="+mn-ea"/>
                  <a:cs typeface="Arial" panose="020B0604020202020204" pitchFamily="34" charset="0"/>
                </a:rPr>
                <a:t>130</a:t>
              </a:r>
            </a:p>
            <a:p>
              <a:pPr marL="0" lvl="0" indent="0" algn="ctr" defTabSz="889000">
                <a:lnSpc>
                  <a:spcPct val="90000"/>
                </a:lnSpc>
                <a:spcBef>
                  <a:spcPct val="0"/>
                </a:spcBef>
                <a:spcAft>
                  <a:spcPct val="35000"/>
                </a:spcAft>
                <a:buNone/>
              </a:pPr>
              <a:r>
                <a:rPr lang="en-US" sz="1400" kern="1200" dirty="0">
                  <a:solidFill>
                    <a:schemeClr val="tx1"/>
                  </a:solidFill>
                  <a:latin typeface="Arial" panose="020B0604020202020204" pitchFamily="34" charset="0"/>
                  <a:ea typeface="+mn-ea"/>
                  <a:cs typeface="Arial" panose="020B0604020202020204" pitchFamily="34" charset="0"/>
                </a:rPr>
                <a:t>93</a:t>
              </a:r>
            </a:p>
          </p:txBody>
        </p:sp>
        <p:sp>
          <p:nvSpPr>
            <p:cNvPr id="9" name="Freeform: Shape 8">
              <a:extLst>
                <a:ext uri="{FF2B5EF4-FFF2-40B4-BE49-F238E27FC236}">
                  <a16:creationId xmlns:a16="http://schemas.microsoft.com/office/drawing/2014/main" id="{08314FA9-570F-BA4C-54E4-723CE73CC698}"/>
                </a:ext>
              </a:extLst>
            </p:cNvPr>
            <p:cNvSpPr/>
            <p:nvPr/>
          </p:nvSpPr>
          <p:spPr>
            <a:xfrm>
              <a:off x="-2112481" y="2827287"/>
              <a:ext cx="2013505" cy="1208103"/>
            </a:xfrm>
            <a:custGeom>
              <a:avLst/>
              <a:gdLst>
                <a:gd name="connsiteX0" fmla="*/ 0 w 2013505"/>
                <a:gd name="connsiteY0" fmla="*/ 0 h 1208103"/>
                <a:gd name="connsiteX1" fmla="*/ 2013505 w 2013505"/>
                <a:gd name="connsiteY1" fmla="*/ 0 h 1208103"/>
                <a:gd name="connsiteX2" fmla="*/ 2013505 w 2013505"/>
                <a:gd name="connsiteY2" fmla="*/ 1208103 h 1208103"/>
                <a:gd name="connsiteX3" fmla="*/ 0 w 2013505"/>
                <a:gd name="connsiteY3" fmla="*/ 1208103 h 1208103"/>
                <a:gd name="connsiteX4" fmla="*/ 0 w 2013505"/>
                <a:gd name="connsiteY4" fmla="*/ 0 h 12081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3505" h="1208103">
                  <a:moveTo>
                    <a:pt x="0" y="0"/>
                  </a:moveTo>
                  <a:lnTo>
                    <a:pt x="2013505" y="0"/>
                  </a:lnTo>
                  <a:lnTo>
                    <a:pt x="2013505" y="1208103"/>
                  </a:lnTo>
                  <a:lnTo>
                    <a:pt x="0" y="1208103"/>
                  </a:lnTo>
                  <a:lnTo>
                    <a:pt x="0" y="0"/>
                  </a:lnTo>
                  <a:close/>
                </a:path>
              </a:pathLst>
            </a:custGeom>
            <a:solidFill>
              <a:schemeClr val="accent4"/>
            </a:solidFill>
            <a:ln w="19050" cap="flat" cmpd="sng" algn="ctr">
              <a:noFill/>
              <a:prstDash val="solid"/>
              <a:miter lim="800000"/>
            </a:ln>
            <a:effectLst/>
          </p:spPr>
          <p:style>
            <a:lnRef idx="2">
              <a:scrgbClr r="0" g="0" b="0"/>
            </a:lnRef>
            <a:fillRef idx="1">
              <a:scrgbClr r="0" g="0" b="0"/>
            </a:fillRef>
            <a:effectRef idx="0">
              <a:scrgbClr r="0" g="0" b="0"/>
            </a:effectRef>
            <a:fontRef idx="minor">
              <a:schemeClr val="lt1"/>
            </a:fontRef>
          </p:style>
          <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1400" kern="1200" dirty="0">
                  <a:solidFill>
                    <a:schemeClr val="tx1"/>
                  </a:solidFill>
                  <a:latin typeface="Arial" panose="020B0604020202020204" pitchFamily="34" charset="0"/>
                  <a:ea typeface="+mn-ea"/>
                  <a:cs typeface="Arial" panose="020B0604020202020204" pitchFamily="34" charset="0"/>
                </a:rPr>
                <a:t>127</a:t>
              </a:r>
            </a:p>
            <a:p>
              <a:pPr marL="0" lvl="0" indent="0" algn="ctr" defTabSz="889000">
                <a:lnSpc>
                  <a:spcPct val="90000"/>
                </a:lnSpc>
                <a:spcBef>
                  <a:spcPct val="0"/>
                </a:spcBef>
                <a:spcAft>
                  <a:spcPct val="35000"/>
                </a:spcAft>
                <a:buNone/>
              </a:pPr>
              <a:r>
                <a:rPr lang="en-US" sz="1400" kern="1200" dirty="0">
                  <a:solidFill>
                    <a:schemeClr val="tx1"/>
                  </a:solidFill>
                  <a:latin typeface="Arial" panose="020B0604020202020204" pitchFamily="34" charset="0"/>
                  <a:ea typeface="+mn-ea"/>
                  <a:cs typeface="Arial" panose="020B0604020202020204" pitchFamily="34" charset="0"/>
                </a:rPr>
                <a:t>143</a:t>
              </a:r>
            </a:p>
            <a:p>
              <a:pPr marL="0" lvl="0" indent="0" algn="ctr" defTabSz="889000">
                <a:lnSpc>
                  <a:spcPct val="90000"/>
                </a:lnSpc>
                <a:spcBef>
                  <a:spcPct val="0"/>
                </a:spcBef>
                <a:spcAft>
                  <a:spcPct val="35000"/>
                </a:spcAft>
                <a:buNone/>
              </a:pPr>
              <a:r>
                <a:rPr lang="en-US" sz="1400" kern="1200" dirty="0">
                  <a:solidFill>
                    <a:schemeClr val="tx1"/>
                  </a:solidFill>
                  <a:latin typeface="Arial" panose="020B0604020202020204" pitchFamily="34" charset="0"/>
                  <a:ea typeface="+mn-ea"/>
                  <a:cs typeface="Arial" panose="020B0604020202020204" pitchFamily="34" charset="0"/>
                </a:rPr>
                <a:t>169</a:t>
              </a:r>
              <a:endParaRPr lang="en-US" sz="1400" kern="1200" dirty="0">
                <a:solidFill>
                  <a:prstClr val="black"/>
                </a:solidFill>
                <a:latin typeface="Arial" panose="020B0604020202020204" pitchFamily="34" charset="0"/>
                <a:ea typeface="+mn-ea"/>
                <a:cs typeface="Arial" panose="020B0604020202020204" pitchFamily="34" charset="0"/>
              </a:endParaRPr>
            </a:p>
          </p:txBody>
        </p:sp>
        <p:sp>
          <p:nvSpPr>
            <p:cNvPr id="10" name="Freeform: Shape 9">
              <a:extLst>
                <a:ext uri="{FF2B5EF4-FFF2-40B4-BE49-F238E27FC236}">
                  <a16:creationId xmlns:a16="http://schemas.microsoft.com/office/drawing/2014/main" id="{A4C56230-C9E2-CE5F-4CB4-8F183AC6FA5A}"/>
                </a:ext>
              </a:extLst>
            </p:cNvPr>
            <p:cNvSpPr/>
            <p:nvPr/>
          </p:nvSpPr>
          <p:spPr>
            <a:xfrm>
              <a:off x="-2112481" y="5649897"/>
              <a:ext cx="2013505" cy="1208103"/>
            </a:xfrm>
            <a:custGeom>
              <a:avLst/>
              <a:gdLst>
                <a:gd name="connsiteX0" fmla="*/ 0 w 2013505"/>
                <a:gd name="connsiteY0" fmla="*/ 0 h 1208103"/>
                <a:gd name="connsiteX1" fmla="*/ 2013505 w 2013505"/>
                <a:gd name="connsiteY1" fmla="*/ 0 h 1208103"/>
                <a:gd name="connsiteX2" fmla="*/ 2013505 w 2013505"/>
                <a:gd name="connsiteY2" fmla="*/ 1208103 h 1208103"/>
                <a:gd name="connsiteX3" fmla="*/ 0 w 2013505"/>
                <a:gd name="connsiteY3" fmla="*/ 1208103 h 1208103"/>
                <a:gd name="connsiteX4" fmla="*/ 0 w 2013505"/>
                <a:gd name="connsiteY4" fmla="*/ 0 h 120810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3505" h="1208103">
                  <a:moveTo>
                    <a:pt x="0" y="0"/>
                  </a:moveTo>
                  <a:lnTo>
                    <a:pt x="2013505" y="0"/>
                  </a:lnTo>
                  <a:lnTo>
                    <a:pt x="2013505" y="1208103"/>
                  </a:lnTo>
                  <a:lnTo>
                    <a:pt x="0" y="1208103"/>
                  </a:lnTo>
                  <a:lnTo>
                    <a:pt x="0" y="0"/>
                  </a:lnTo>
                  <a:close/>
                </a:path>
              </a:pathLst>
            </a:custGeom>
            <a:solidFill>
              <a:schemeClr val="tx1">
                <a:lumMod val="75000"/>
                <a:lumOff val="25000"/>
              </a:schemeClr>
            </a:solidFill>
            <a:ln w="19050" cap="flat" cmpd="sng" algn="ctr">
              <a:noFill/>
              <a:prstDash val="solid"/>
              <a:miter lim="800000"/>
            </a:ln>
            <a:effectLst/>
          </p:spPr>
          <p:style>
            <a:lnRef idx="2">
              <a:scrgbClr r="0" g="0" b="0"/>
            </a:lnRef>
            <a:fillRef idx="1">
              <a:scrgbClr r="0" g="0" b="0"/>
            </a:fillRef>
            <a:effectRef idx="0">
              <a:scrgbClr r="0" g="0" b="0"/>
            </a:effectRef>
            <a:fontRef idx="minor">
              <a:schemeClr val="lt1"/>
            </a:fontRef>
          </p:style>
          <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1400" kern="1200" dirty="0">
                  <a:solidFill>
                    <a:schemeClr val="bg1"/>
                  </a:solidFill>
                  <a:latin typeface="Arial" panose="020B0604020202020204" pitchFamily="34" charset="0"/>
                  <a:ea typeface="+mn-ea"/>
                  <a:cs typeface="Arial" panose="020B0604020202020204" pitchFamily="34" charset="0"/>
                </a:rPr>
                <a:t>64</a:t>
              </a:r>
            </a:p>
            <a:p>
              <a:pPr marL="0" lvl="0" indent="0" algn="ctr" defTabSz="889000">
                <a:lnSpc>
                  <a:spcPct val="90000"/>
                </a:lnSpc>
                <a:spcBef>
                  <a:spcPct val="0"/>
                </a:spcBef>
                <a:spcAft>
                  <a:spcPct val="35000"/>
                </a:spcAft>
                <a:buNone/>
              </a:pPr>
              <a:r>
                <a:rPr lang="en-US" sz="1400" kern="1200" dirty="0">
                  <a:solidFill>
                    <a:schemeClr val="bg1"/>
                  </a:solidFill>
                  <a:latin typeface="Arial" panose="020B0604020202020204" pitchFamily="34" charset="0"/>
                  <a:ea typeface="+mn-ea"/>
                  <a:cs typeface="Arial" panose="020B0604020202020204" pitchFamily="34" charset="0"/>
                </a:rPr>
                <a:t>64</a:t>
              </a:r>
            </a:p>
            <a:p>
              <a:pPr marL="0" lvl="0" indent="0" algn="ctr" defTabSz="889000">
                <a:lnSpc>
                  <a:spcPct val="90000"/>
                </a:lnSpc>
                <a:spcBef>
                  <a:spcPct val="0"/>
                </a:spcBef>
                <a:spcAft>
                  <a:spcPct val="35000"/>
                </a:spcAft>
                <a:buNone/>
              </a:pPr>
              <a:r>
                <a:rPr lang="en-US" sz="1400" kern="1200" dirty="0">
                  <a:solidFill>
                    <a:schemeClr val="bg1"/>
                  </a:solidFill>
                  <a:latin typeface="Arial" panose="020B0604020202020204" pitchFamily="34" charset="0"/>
                  <a:ea typeface="+mn-ea"/>
                  <a:cs typeface="Arial" panose="020B0604020202020204" pitchFamily="34" charset="0"/>
                </a:rPr>
                <a:t>64</a:t>
              </a:r>
            </a:p>
          </p:txBody>
        </p:sp>
      </p:grpSp>
      <p:sp>
        <p:nvSpPr>
          <p:cNvPr id="13" name="Título 1">
            <a:extLst>
              <a:ext uri="{FF2B5EF4-FFF2-40B4-BE49-F238E27FC236}">
                <a16:creationId xmlns:a16="http://schemas.microsoft.com/office/drawing/2014/main" id="{64E13499-A096-7CD4-B9C6-E1E7081FB279}"/>
              </a:ext>
            </a:extLst>
          </p:cNvPr>
          <p:cNvSpPr txBox="1">
            <a:spLocks/>
          </p:cNvSpPr>
          <p:nvPr userDrawn="1"/>
        </p:nvSpPr>
        <p:spPr>
          <a:xfrm>
            <a:off x="516676" y="6243145"/>
            <a:ext cx="4338177" cy="478329"/>
          </a:xfrm>
          <a:prstGeom prst="rect">
            <a:avLst/>
          </a:prstGeom>
        </p:spPr>
        <p:txBody>
          <a:bodyPr vert="horz" lIns="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000" kern="1200" noProof="0" dirty="0">
                <a:solidFill>
                  <a:schemeClr val="accent3">
                    <a:lumMod val="60000"/>
                    <a:lumOff val="40000"/>
                  </a:schemeClr>
                </a:solidFill>
                <a:latin typeface="+mj-lt"/>
                <a:ea typeface="Yu Gothic Light" panose="020B0300000000000000" pitchFamily="34" charset="-128"/>
                <a:cs typeface="Cordia New" panose="020B0304020202020204" pitchFamily="34" charset="-34"/>
              </a:rPr>
              <a:t>Aztlan Equity Management, LLC </a:t>
            </a:r>
          </a:p>
          <a:p>
            <a:r>
              <a:rPr lang="en-US" sz="1000" kern="1200" noProof="0" dirty="0">
                <a:solidFill>
                  <a:schemeClr val="accent3">
                    <a:lumMod val="60000"/>
                    <a:lumOff val="40000"/>
                  </a:schemeClr>
                </a:solidFill>
                <a:latin typeface="+mj-lt"/>
                <a:ea typeface="Yu Gothic Light" panose="020B0300000000000000" pitchFamily="34" charset="-128"/>
                <a:cs typeface="Cordia New" panose="020B0304020202020204" pitchFamily="34" charset="-34"/>
              </a:rPr>
              <a:t>Global Small and Mid Cap Stock-Picking Specialists</a:t>
            </a:r>
          </a:p>
          <a:p>
            <a:r>
              <a:rPr lang="en-US" sz="1000" kern="1200" noProof="0" dirty="0">
                <a:solidFill>
                  <a:schemeClr val="accent3">
                    <a:lumMod val="60000"/>
                    <a:lumOff val="40000"/>
                  </a:schemeClr>
                </a:solidFill>
                <a:latin typeface="+mn-lt"/>
                <a:ea typeface="Yu Gothic Light" panose="020B0300000000000000" pitchFamily="34" charset="-128"/>
                <a:cs typeface="Cordia New" panose="020B0304020202020204" pitchFamily="34" charset="-34"/>
              </a:rPr>
              <a:t>Copyright © All rights reserved</a:t>
            </a:r>
          </a:p>
        </p:txBody>
      </p:sp>
    </p:spTree>
    <p:extLst>
      <p:ext uri="{BB962C8B-B14F-4D97-AF65-F5344CB8AC3E}">
        <p14:creationId xmlns:p14="http://schemas.microsoft.com/office/powerpoint/2010/main" val="1942978446"/>
      </p:ext>
    </p:extLst>
  </p:cSld>
  <p:clrMap bg1="lt1" tx1="dk1" bg2="lt2" tx2="dk2" accent1="accent1" accent2="accent2" accent3="accent3" accent4="accent4" accent5="accent5" accent6="accent6" hlink="hlink" folHlink="folHlink"/>
  <p:sldLayoutIdLst>
    <p:sldLayoutId id="2147483649" r:id="rId1"/>
    <p:sldLayoutId id="2147483676" r:id="rId2"/>
    <p:sldLayoutId id="2147483650" r:id="rId3"/>
    <p:sldLayoutId id="2147483655" r:id="rId4"/>
    <p:sldLayoutId id="2147483678" r:id="rId5"/>
    <p:sldLayoutId id="2147483664" r:id="rId6"/>
    <p:sldLayoutId id="2147483679" r:id="rId7"/>
    <p:sldLayoutId id="2147483677" r:id="rId8"/>
    <p:sldLayoutId id="2147483665" r:id="rId9"/>
    <p:sldLayoutId id="2147483663" r:id="rId10"/>
    <p:sldLayoutId id="2147483662" r:id="rId11"/>
    <p:sldLayoutId id="2147483670" r:id="rId12"/>
    <p:sldLayoutId id="2147483671"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4.svg"/><Relationship Id="rId3" Type="http://schemas.openxmlformats.org/officeDocument/2006/relationships/image" Target="../media/image5.svg"/><Relationship Id="rId4" Type="http://schemas.openxmlformats.org/officeDocument/2006/relationships/image" Target="../media/image6.svg"/><Relationship Id="rId5" Type="http://schemas.openxmlformats.org/officeDocument/2006/relationships/image" Target="../media/image7.svg"/><Relationship Id="rId6" Type="http://schemas.openxmlformats.org/officeDocument/2006/relationships/image" Target="../media/image8.sv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The Company Sits Inside Every Step of the Chain</a:t>
            </a:r>
          </a:p>
        </p:txBody>
      </p:sp>
      <p:sp>
        <p:nvSpPr>
          <p:cNvPr id="4" name="Subtitle 3"/>
          <p:cNvSpPr>
            <a:spLocks noGrp="1"/>
          </p:cNvSpPr>
          <p:nvPr>
            <p:ph type="subTitle" idx="1"/>
          </p:nvPr>
        </p:nvSpPr>
        <p:spPr/>
        <p:txBody>
          <a:bodyPr/>
          <a:lstStyle/>
          <a:p>
            <a:r>
              <a:t>Metrology and inspection intercept the process after nearly every layer</a:t>
            </a:r>
          </a:p>
        </p:txBody>
      </p:sp>
      <p:sp>
        <p:nvSpPr>
          <p:cNvPr id="5" name="Text Placeholder 4"/>
          <p:cNvSpPr>
            <a:spLocks noGrp="1"/>
          </p:cNvSpPr>
          <p:nvPr>
            <p:ph type="body" idx="14" sz="quarter"/>
          </p:nvPr>
        </p:nvSpPr>
        <p:spPr/>
        <p:txBody>
          <a:bodyPr/>
          <a:lstStyle/>
          <a:p>
            <a:r>
              <a:t>Illustrative data - structural gallery</a:t>
            </a:r>
          </a:p>
        </p:txBody>
      </p:sp>
      <p:sp>
        <p:nvSpPr>
          <p:cNvPr id="6" name="TextBox 5"/>
          <p:cNvSpPr txBox="1"/>
          <p:nvPr/>
        </p:nvSpPr>
        <p:spPr>
          <a:xfrm>
            <a:off x="11353190" y="6355994"/>
            <a:ext cx="421538" cy="274320"/>
          </a:xfrm>
          <a:prstGeom prst="rect">
            <a:avLst/>
          </a:prstGeom>
          <a:noFill/>
        </p:spPr>
        <p:txBody>
          <a:bodyPr wrap="square" lIns="0" rIns="0" tIns="0" bIns="0" anchor="t"/>
          <a:lstStyle/>
          <a:p>
            <a:pPr algn="r"/>
            <a:r>
              <a:rPr sz="1100" b="0" i="0">
                <a:solidFill>
                  <a:srgbClr val="002060"/>
                </a:solidFill>
                <a:latin typeface="Arial"/>
              </a:rPr>
              <a:t>1</a:t>
            </a:r>
          </a:p>
        </p:txBody>
      </p:sp>
      <p:sp>
        <p:nvSpPr>
          <p:cNvPr id="7" name="TextBox 6"/>
          <p:cNvSpPr txBox="1"/>
          <p:nvPr/>
        </p:nvSpPr>
        <p:spPr>
          <a:xfrm>
            <a:off x="525780" y="1325880"/>
            <a:ext cx="11248948" cy="502920"/>
          </a:xfrm>
          <a:prstGeom prst="rect">
            <a:avLst/>
          </a:prstGeom>
          <a:noFill/>
        </p:spPr>
        <p:txBody>
          <a:bodyPr wrap="square" lIns="54864" rIns="54864" tIns="36576" bIns="36576" anchor="t"/>
          <a:lstStyle/>
          <a:p>
            <a:pPr algn="l" marL="155448" indent="-146304">
              <a:spcBef>
                <a:spcPts val="400"/>
              </a:spcBef>
              <a:buFont typeface="Arial"/>
              <a:buChar char="•"/>
            </a:pPr>
            <a:r>
              <a:rPr sz="1200" b="0" i="0">
                <a:solidFill>
                  <a:srgbClr val="000000"/>
                </a:solidFill>
                <a:latin typeface="Arial"/>
              </a:rPr>
              <a:t>Lets manufacturers </a:t>
            </a:r>
            <a:r>
              <a:rPr sz="1200" b="1" i="0">
                <a:solidFill>
                  <a:srgbClr val="000000"/>
                </a:solidFill>
                <a:latin typeface="Arial"/>
              </a:rPr>
              <a:t>catch and correct errors before they compound</a:t>
            </a:r>
            <a:r>
              <a:rPr sz="1200" b="0" i="0">
                <a:solidFill>
                  <a:srgbClr val="000000"/>
                </a:solidFill>
                <a:latin typeface="Arial"/>
              </a:rPr>
              <a:t>, which matters more as chips grow larger: one defect can cost 10% of a wafer's yield.</a:t>
            </a:r>
          </a:p>
        </p:txBody>
      </p:sp>
      <p:sp>
        <p:nvSpPr>
          <p:cNvPr id="8" name="Pentagon 7"/>
          <p:cNvSpPr/>
          <p:nvPr/>
        </p:nvSpPr>
        <p:spPr>
          <a:xfrm>
            <a:off x="525780" y="2331720"/>
            <a:ext cx="1898260" cy="706831"/>
          </a:xfrm>
          <a:prstGeom prst="homePlate">
            <a:avLst>
              <a:gd name="adj" fmla="val 44435"/>
            </a:avLst>
          </a:prstGeom>
          <a:solidFill>
            <a:srgbClr val="FFFFFF"/>
          </a:solidFill>
          <a:ln w="28575">
            <a:solidFill>
              <a:srgbClr val="242852"/>
            </a:solidFill>
          </a:ln>
        </p:spPr>
        <p:txBody>
          <a:bodyPr rtlCol="0" anchor="ctr" wrap="square" lIns="137160" rIns="137160" tIns="36576" bIns="36576"/>
          <a:lstStyle/>
          <a:p>
            <a:pPr algn="l"/>
            <a:r>
              <a:rPr sz="1300" b="1" i="0">
                <a:solidFill>
                  <a:srgbClr val="000000"/>
                </a:solidFill>
                <a:latin typeface="Arial"/>
              </a:rPr>
              <a:t>Wafers</a:t>
            </a:r>
          </a:p>
        </p:txBody>
      </p:sp>
      <p:sp>
        <p:nvSpPr>
          <p:cNvPr id="9" name="Pentagon 8"/>
          <p:cNvSpPr/>
          <p:nvPr/>
        </p:nvSpPr>
        <p:spPr>
          <a:xfrm>
            <a:off x="2492620" y="2331720"/>
            <a:ext cx="1267232" cy="706831"/>
          </a:xfrm>
          <a:prstGeom prst="homePlate">
            <a:avLst>
              <a:gd name="adj" fmla="val 44435"/>
            </a:avLst>
          </a:prstGeom>
          <a:solidFill>
            <a:srgbClr val="A6A6A6"/>
          </a:solidFill>
          <a:ln w="28575">
            <a:solidFill>
              <a:srgbClr val="7F7F7F"/>
            </a:solidFill>
          </a:ln>
        </p:spPr>
        <p:txBody>
          <a:bodyPr rtlCol="0" anchor="ctr" wrap="square" lIns="109728" rIns="109728" tIns="36576" bIns="36576"/>
          <a:lstStyle/>
          <a:p>
            <a:pPr algn="l"/>
            <a:r>
              <a:rPr sz="1200" b="1" i="0">
                <a:solidFill>
                  <a:srgbClr val="FFFFFF"/>
                </a:solidFill>
                <a:latin typeface="Arial"/>
              </a:rPr>
              <a:t>Wafer Quality</a:t>
            </a:r>
          </a:p>
        </p:txBody>
      </p:sp>
      <p:sp>
        <p:nvSpPr>
          <p:cNvPr id="10" name="Pentagon 9"/>
          <p:cNvSpPr/>
          <p:nvPr/>
        </p:nvSpPr>
        <p:spPr>
          <a:xfrm>
            <a:off x="3828432" y="2331720"/>
            <a:ext cx="1267232" cy="706831"/>
          </a:xfrm>
          <a:prstGeom prst="homePlate">
            <a:avLst>
              <a:gd name="adj" fmla="val 44435"/>
            </a:avLst>
          </a:prstGeom>
          <a:solidFill>
            <a:srgbClr val="242852">
              <a:alpha val="80000"/>
            </a:srgbClr>
          </a:solidFill>
          <a:ln w="28575">
            <a:solidFill>
              <a:srgbClr val="242852"/>
            </a:solidFill>
          </a:ln>
        </p:spPr>
        <p:txBody>
          <a:bodyPr rtlCol="0" anchor="ctr" wrap="square" lIns="109728" rIns="109728" tIns="36576" bIns="36576"/>
          <a:lstStyle/>
          <a:p>
            <a:pPr algn="l"/>
            <a:r>
              <a:rPr sz="1100" b="1" i="0">
                <a:solidFill>
                  <a:srgbClr val="FFFFFF"/>
                </a:solidFill>
                <a:latin typeface="Arial"/>
              </a:rPr>
              <a:t>Deposition</a:t>
            </a:r>
          </a:p>
        </p:txBody>
      </p:sp>
      <p:sp>
        <p:nvSpPr>
          <p:cNvPr id="11" name="Pentagon 10"/>
          <p:cNvSpPr/>
          <p:nvPr/>
        </p:nvSpPr>
        <p:spPr>
          <a:xfrm>
            <a:off x="5164245" y="2331720"/>
            <a:ext cx="1267232" cy="706831"/>
          </a:xfrm>
          <a:prstGeom prst="homePlate">
            <a:avLst>
              <a:gd name="adj" fmla="val 44435"/>
            </a:avLst>
          </a:prstGeom>
          <a:solidFill>
            <a:srgbClr val="242852">
              <a:alpha val="70000"/>
            </a:srgbClr>
          </a:solidFill>
          <a:ln w="28575">
            <a:solidFill>
              <a:srgbClr val="242852"/>
            </a:solidFill>
          </a:ln>
        </p:spPr>
        <p:txBody>
          <a:bodyPr rtlCol="0" anchor="ctr" wrap="square" lIns="109728" rIns="109728" tIns="36576" bIns="36576"/>
          <a:lstStyle/>
          <a:p>
            <a:pPr algn="l"/>
            <a:r>
              <a:rPr sz="1100" b="1" i="0">
                <a:solidFill>
                  <a:srgbClr val="FFFFFF"/>
                </a:solidFill>
                <a:latin typeface="Arial"/>
              </a:rPr>
              <a:t>Lithography</a:t>
            </a:r>
          </a:p>
        </p:txBody>
      </p:sp>
      <p:sp>
        <p:nvSpPr>
          <p:cNvPr id="12" name="Pentagon 11"/>
          <p:cNvSpPr/>
          <p:nvPr/>
        </p:nvSpPr>
        <p:spPr>
          <a:xfrm>
            <a:off x="6500058" y="2331720"/>
            <a:ext cx="1267232" cy="706831"/>
          </a:xfrm>
          <a:prstGeom prst="homePlate">
            <a:avLst>
              <a:gd name="adj" fmla="val 44435"/>
            </a:avLst>
          </a:prstGeom>
          <a:solidFill>
            <a:srgbClr val="242852">
              <a:alpha val="60000"/>
            </a:srgbClr>
          </a:solidFill>
          <a:ln w="28575">
            <a:solidFill>
              <a:srgbClr val="242852"/>
            </a:solidFill>
          </a:ln>
        </p:spPr>
        <p:txBody>
          <a:bodyPr rtlCol="0" anchor="ctr" wrap="square" lIns="109728" rIns="109728" tIns="36576" bIns="36576"/>
          <a:lstStyle/>
          <a:p>
            <a:pPr algn="l"/>
            <a:r>
              <a:rPr sz="1100" b="1" i="0">
                <a:solidFill>
                  <a:srgbClr val="FFFFFF"/>
                </a:solidFill>
                <a:latin typeface="Arial"/>
              </a:rPr>
              <a:t>Etch</a:t>
            </a:r>
          </a:p>
        </p:txBody>
      </p:sp>
      <p:sp>
        <p:nvSpPr>
          <p:cNvPr id="13" name="Pentagon 12"/>
          <p:cNvSpPr/>
          <p:nvPr/>
        </p:nvSpPr>
        <p:spPr>
          <a:xfrm>
            <a:off x="7835870" y="2331720"/>
            <a:ext cx="1267232" cy="706831"/>
          </a:xfrm>
          <a:prstGeom prst="homePlate">
            <a:avLst>
              <a:gd name="adj" fmla="val 44435"/>
            </a:avLst>
          </a:prstGeom>
          <a:solidFill>
            <a:srgbClr val="242852">
              <a:alpha val="50000"/>
            </a:srgbClr>
          </a:solidFill>
          <a:ln w="28575">
            <a:solidFill>
              <a:srgbClr val="242852"/>
            </a:solidFill>
          </a:ln>
        </p:spPr>
        <p:txBody>
          <a:bodyPr rtlCol="0" anchor="ctr" wrap="square" lIns="109728" rIns="109728" tIns="36576" bIns="36576"/>
          <a:lstStyle/>
          <a:p>
            <a:pPr algn="l"/>
            <a:r>
              <a:rPr sz="1100" b="1" i="0">
                <a:solidFill>
                  <a:srgbClr val="FFFFFF"/>
                </a:solidFill>
                <a:latin typeface="Arial"/>
              </a:rPr>
              <a:t>CMP</a:t>
            </a:r>
          </a:p>
        </p:txBody>
      </p:sp>
      <p:sp>
        <p:nvSpPr>
          <p:cNvPr id="14" name="Pentagon 13"/>
          <p:cNvSpPr/>
          <p:nvPr/>
        </p:nvSpPr>
        <p:spPr>
          <a:xfrm>
            <a:off x="9171683" y="2331720"/>
            <a:ext cx="1267232" cy="706831"/>
          </a:xfrm>
          <a:prstGeom prst="homePlate">
            <a:avLst>
              <a:gd name="adj" fmla="val 44435"/>
            </a:avLst>
          </a:prstGeom>
          <a:solidFill>
            <a:srgbClr val="A6A6A6"/>
          </a:solidFill>
          <a:ln w="28575">
            <a:solidFill>
              <a:srgbClr val="7F7F7F"/>
            </a:solidFill>
          </a:ln>
        </p:spPr>
        <p:txBody>
          <a:bodyPr rtlCol="0" anchor="ctr" wrap="square" lIns="109728" rIns="109728" tIns="36576" bIns="36576"/>
          <a:lstStyle/>
          <a:p>
            <a:pPr algn="l"/>
            <a:r>
              <a:rPr sz="1200" b="1" i="0">
                <a:solidFill>
                  <a:srgbClr val="FFFFFF"/>
                </a:solidFill>
                <a:latin typeface="Arial"/>
              </a:rPr>
              <a:t>Repeat Process</a:t>
            </a:r>
          </a:p>
        </p:txBody>
      </p:sp>
      <p:sp>
        <p:nvSpPr>
          <p:cNvPr id="15" name="Pentagon 14"/>
          <p:cNvSpPr/>
          <p:nvPr/>
        </p:nvSpPr>
        <p:spPr>
          <a:xfrm>
            <a:off x="10507496" y="2331720"/>
            <a:ext cx="1267232" cy="706831"/>
          </a:xfrm>
          <a:prstGeom prst="homePlate">
            <a:avLst>
              <a:gd name="adj" fmla="val 44435"/>
            </a:avLst>
          </a:prstGeom>
          <a:solidFill>
            <a:srgbClr val="7F8FA9"/>
          </a:solidFill>
          <a:ln w="28575">
            <a:solidFill>
              <a:srgbClr val="7F8FA9"/>
            </a:solidFill>
          </a:ln>
        </p:spPr>
        <p:txBody>
          <a:bodyPr rtlCol="0" anchor="ctr" wrap="square" lIns="109728" rIns="109728" tIns="36576" bIns="36576"/>
          <a:lstStyle/>
          <a:p>
            <a:pPr algn="l"/>
            <a:r>
              <a:rPr sz="1100" b="1" i="0">
                <a:solidFill>
                  <a:srgbClr val="FFFFFF"/>
                </a:solidFill>
                <a:latin typeface="Arial"/>
              </a:rPr>
              <a:t>Packaging</a:t>
            </a:r>
          </a:p>
        </p:txBody>
      </p:sp>
      <p:sp>
        <p:nvSpPr>
          <p:cNvPr id="16" name="Pentagon 15"/>
          <p:cNvSpPr/>
          <p:nvPr/>
        </p:nvSpPr>
        <p:spPr>
          <a:xfrm>
            <a:off x="525780" y="3331159"/>
            <a:ext cx="1898260" cy="706831"/>
          </a:xfrm>
          <a:prstGeom prst="homePlate">
            <a:avLst>
              <a:gd name="adj" fmla="val 44435"/>
            </a:avLst>
          </a:prstGeom>
          <a:solidFill>
            <a:srgbClr val="FFFFFF"/>
          </a:solidFill>
          <a:ln w="28575">
            <a:solidFill>
              <a:srgbClr val="242852"/>
            </a:solidFill>
          </a:ln>
        </p:spPr>
        <p:txBody>
          <a:bodyPr rtlCol="0" anchor="ctr" wrap="square" lIns="137160" rIns="137160" tIns="36576" bIns="36576"/>
          <a:lstStyle/>
          <a:p>
            <a:pPr algn="l"/>
            <a:r>
              <a:rPr sz="1300" b="1" i="0">
                <a:solidFill>
                  <a:srgbClr val="000000"/>
                </a:solidFill>
                <a:latin typeface="Arial"/>
              </a:rPr>
              <a:t>Reticles</a:t>
            </a:r>
          </a:p>
        </p:txBody>
      </p:sp>
      <p:sp>
        <p:nvSpPr>
          <p:cNvPr id="17" name="Pentagon 16"/>
          <p:cNvSpPr/>
          <p:nvPr/>
        </p:nvSpPr>
        <p:spPr>
          <a:xfrm>
            <a:off x="2492620" y="3331159"/>
            <a:ext cx="1267232" cy="706831"/>
          </a:xfrm>
          <a:prstGeom prst="homePlate">
            <a:avLst>
              <a:gd name="adj" fmla="val 44435"/>
            </a:avLst>
          </a:prstGeom>
          <a:solidFill>
            <a:srgbClr val="A6A6A6"/>
          </a:solidFill>
          <a:ln w="28575">
            <a:solidFill>
              <a:srgbClr val="7F7F7F"/>
            </a:solidFill>
          </a:ln>
        </p:spPr>
        <p:txBody>
          <a:bodyPr rtlCol="0" anchor="ctr" wrap="square" lIns="109728" rIns="109728" tIns="36576" bIns="36576"/>
          <a:lstStyle/>
          <a:p>
            <a:pPr algn="l"/>
            <a:r>
              <a:rPr sz="1200" b="1" i="0">
                <a:solidFill>
                  <a:srgbClr val="FFFFFF"/>
                </a:solidFill>
                <a:latin typeface="Arial"/>
              </a:rPr>
              <a:t>Reticle Quality</a:t>
            </a:r>
          </a:p>
        </p:txBody>
      </p:sp>
      <p:sp>
        <p:nvSpPr>
          <p:cNvPr id="18" name="Rectangle 17"/>
          <p:cNvSpPr/>
          <p:nvPr/>
        </p:nvSpPr>
        <p:spPr>
          <a:xfrm>
            <a:off x="3759852" y="2212848"/>
            <a:ext cx="6747643" cy="917143"/>
          </a:xfrm>
          <a:prstGeom prst="rect">
            <a:avLst/>
          </a:prstGeom>
          <a:noFill/>
          <a:ln w="28575">
            <a:solidFill>
              <a:srgbClr val="E31B23"/>
            </a:solidFill>
            <a:prstDash val="dash"/>
          </a:ln>
        </p:spPr>
        <p:txBody>
          <a:bodyPr rtlCol="0" anchor="ctr"/>
          <a:lstStyle/>
          <a:p>
            <a:pPr algn="ctr"/>
          </a:p>
        </p:txBody>
      </p:sp>
      <p:sp>
        <p:nvSpPr>
          <p:cNvPr id="19" name="TextBox 18"/>
          <p:cNvSpPr txBox="1"/>
          <p:nvPr/>
        </p:nvSpPr>
        <p:spPr>
          <a:xfrm>
            <a:off x="3759852" y="1920239"/>
            <a:ext cx="6747643" cy="292608"/>
          </a:xfrm>
          <a:prstGeom prst="rect">
            <a:avLst/>
          </a:prstGeom>
          <a:noFill/>
        </p:spPr>
        <p:txBody>
          <a:bodyPr wrap="square" lIns="0" rIns="0" tIns="0" bIns="0" anchor="t"/>
          <a:lstStyle/>
          <a:p>
            <a:pPr algn="ctr"/>
            <a:r>
              <a:rPr sz="1400" b="1" i="1">
                <a:solidFill>
                  <a:srgbClr val="221D55"/>
                </a:solidFill>
                <a:latin typeface="Arial"/>
              </a:rPr>
              <a:t>Process Control</a:t>
            </a:r>
          </a:p>
        </p:txBody>
      </p:sp>
      <p:cxnSp>
        <p:nvCxnSpPr>
          <p:cNvPr id="20" name="Connector 19"/>
          <p:cNvCxnSpPr/>
          <p:nvPr/>
        </p:nvCxnSpPr>
        <p:spPr>
          <a:xfrm>
            <a:off x="9741938" y="3038551"/>
            <a:ext cx="0" cy="219456"/>
          </a:xfrm>
          <a:prstGeom prst="line">
            <a:avLst/>
          </a:prstGeom>
          <a:ln w="25400">
            <a:solidFill>
              <a:srgbClr val="221D55"/>
            </a:solidFill>
          </a:ln>
        </p:spPr>
      </p:cxnSp>
      <p:cxnSp>
        <p:nvCxnSpPr>
          <p:cNvPr id="21" name="Connector 20"/>
          <p:cNvCxnSpPr/>
          <p:nvPr/>
        </p:nvCxnSpPr>
        <p:spPr>
          <a:xfrm flipH="1">
            <a:off x="4398687" y="3258007"/>
            <a:ext cx="5343251" cy="0"/>
          </a:xfrm>
          <a:prstGeom prst="line">
            <a:avLst/>
          </a:prstGeom>
          <a:ln w="25400">
            <a:solidFill>
              <a:srgbClr val="221D55"/>
            </a:solidFill>
          </a:ln>
        </p:spPr>
      </p:cxnSp>
      <p:cxnSp>
        <p:nvCxnSpPr>
          <p:cNvPr id="22" name="Connector 21"/>
          <p:cNvCxnSpPr/>
          <p:nvPr/>
        </p:nvCxnSpPr>
        <p:spPr>
          <a:xfrm flipV="1">
            <a:off x="4398687" y="3038551"/>
            <a:ext cx="0" cy="219456"/>
          </a:xfrm>
          <a:prstGeom prst="line">
            <a:avLst/>
          </a:prstGeom>
          <a:ln w="25400">
            <a:solidFill>
              <a:srgbClr val="221D55"/>
            </a:solidFill>
            <a:tailEnd type="triangle" w="med" len="med"/>
          </a:ln>
        </p:spPr>
      </p:cxnSp>
      <p:cxnSp>
        <p:nvCxnSpPr>
          <p:cNvPr id="23" name="Connector 22"/>
          <p:cNvCxnSpPr/>
          <p:nvPr/>
        </p:nvCxnSpPr>
        <p:spPr>
          <a:xfrm>
            <a:off x="5734500" y="3038551"/>
            <a:ext cx="0" cy="329184"/>
          </a:xfrm>
          <a:prstGeom prst="line">
            <a:avLst/>
          </a:prstGeom>
          <a:ln w="25400">
            <a:solidFill>
              <a:srgbClr val="221D55"/>
            </a:solidFill>
          </a:ln>
        </p:spPr>
      </p:cxnSp>
      <p:cxnSp>
        <p:nvCxnSpPr>
          <p:cNvPr id="24" name="Connector 23"/>
          <p:cNvCxnSpPr/>
          <p:nvPr/>
        </p:nvCxnSpPr>
        <p:spPr>
          <a:xfrm>
            <a:off x="5734500" y="3367735"/>
            <a:ext cx="0" cy="316839"/>
          </a:xfrm>
          <a:prstGeom prst="line">
            <a:avLst/>
          </a:prstGeom>
          <a:ln w="25400">
            <a:solidFill>
              <a:srgbClr val="221D55"/>
            </a:solidFill>
          </a:ln>
        </p:spPr>
      </p:cxnSp>
      <p:cxnSp>
        <p:nvCxnSpPr>
          <p:cNvPr id="25" name="Connector 24"/>
          <p:cNvCxnSpPr/>
          <p:nvPr/>
        </p:nvCxnSpPr>
        <p:spPr>
          <a:xfrm flipH="1">
            <a:off x="3759852" y="3684574"/>
            <a:ext cx="1974648" cy="0"/>
          </a:xfrm>
          <a:prstGeom prst="line">
            <a:avLst/>
          </a:prstGeom>
          <a:ln w="25400">
            <a:solidFill>
              <a:srgbClr val="221D55"/>
            </a:solidFill>
            <a:tailEnd type="triangle" w="med" len="med"/>
          </a:ln>
        </p:spPr>
      </p:cxnSp>
      <p:sp>
        <p:nvSpPr>
          <p:cNvPr id="26" name="Rectangle 25"/>
          <p:cNvSpPr/>
          <p:nvPr/>
        </p:nvSpPr>
        <p:spPr>
          <a:xfrm>
            <a:off x="3840480" y="4434840"/>
            <a:ext cx="3163824" cy="365760"/>
          </a:xfrm>
          <a:prstGeom prst="rect">
            <a:avLst/>
          </a:prstGeom>
          <a:solidFill>
            <a:srgbClr val="7F7F7F"/>
          </a:solidFill>
          <a:ln w="19050">
            <a:solidFill>
              <a:srgbClr val="000000"/>
            </a:solidFill>
          </a:ln>
        </p:spPr>
        <p:txBody>
          <a:bodyPr rtlCol="0" anchor="ctr" wrap="square" lIns="54864" rIns="54864" tIns="36576" bIns="36576"/>
          <a:lstStyle/>
          <a:p>
            <a:pPr algn="ctr"/>
            <a:r>
              <a:rPr sz="1400" b="1" i="0">
                <a:solidFill>
                  <a:srgbClr val="FFFFFF"/>
                </a:solidFill>
                <a:latin typeface="Arial"/>
              </a:rPr>
              <a:t>Metrology</a:t>
            </a:r>
          </a:p>
        </p:txBody>
      </p:sp>
      <p:sp>
        <p:nvSpPr>
          <p:cNvPr id="27" name="Rectangle 26"/>
          <p:cNvSpPr/>
          <p:nvPr/>
        </p:nvSpPr>
        <p:spPr>
          <a:xfrm>
            <a:off x="3840480" y="4881067"/>
            <a:ext cx="3163824" cy="1005840"/>
          </a:xfrm>
          <a:prstGeom prst="rect">
            <a:avLst/>
          </a:prstGeom>
          <a:solidFill>
            <a:srgbClr val="FFFFFF"/>
          </a:solidFill>
          <a:ln w="19050">
            <a:solidFill>
              <a:srgbClr val="000000"/>
            </a:solidFill>
          </a:ln>
        </p:spPr>
        <p:txBody>
          <a:bodyPr rtlCol="0" anchor="ctr" wrap="square" tIns="36576" bIns="36576"/>
          <a:lstStyle/>
          <a:p>
            <a:pPr algn="just"/>
            <a:r>
              <a:rPr sz="1200" b="1" i="0">
                <a:solidFill>
                  <a:srgbClr val="000000"/>
                </a:solidFill>
                <a:latin typeface="Arial"/>
              </a:rPr>
              <a:t>Measures alignment at 3,000+ points per wafer,</a:t>
            </a:r>
            <a:r>
              <a:rPr sz="1200" b="0" i="0">
                <a:solidFill>
                  <a:srgbClr val="000000"/>
                </a:solidFill>
                <a:latin typeface="Arial"/>
              </a:rPr>
              <a:t> feeding corrections back to the tool </a:t>
            </a:r>
            <a:r>
              <a:rPr sz="1200" b="1" i="0">
                <a:solidFill>
                  <a:srgbClr val="000000"/>
                </a:solidFill>
                <a:latin typeface="Arial"/>
              </a:rPr>
              <a:t>so the next wafer prints more precisely.</a:t>
            </a:r>
          </a:p>
        </p:txBody>
      </p:sp>
      <p:sp>
        <p:nvSpPr>
          <p:cNvPr id="28" name="Rectangle 27"/>
          <p:cNvSpPr/>
          <p:nvPr/>
        </p:nvSpPr>
        <p:spPr>
          <a:xfrm>
            <a:off x="7315200" y="4434840"/>
            <a:ext cx="3163824" cy="365760"/>
          </a:xfrm>
          <a:prstGeom prst="rect">
            <a:avLst/>
          </a:prstGeom>
          <a:solidFill>
            <a:srgbClr val="7F7F7F"/>
          </a:solidFill>
          <a:ln w="19050">
            <a:solidFill>
              <a:srgbClr val="000000"/>
            </a:solidFill>
          </a:ln>
        </p:spPr>
        <p:txBody>
          <a:bodyPr rtlCol="0" anchor="ctr" wrap="square" lIns="54864" rIns="54864" tIns="36576" bIns="36576"/>
          <a:lstStyle/>
          <a:p>
            <a:pPr algn="ctr"/>
            <a:r>
              <a:rPr sz="1400" b="1" i="0">
                <a:solidFill>
                  <a:srgbClr val="FFFFFF"/>
                </a:solidFill>
                <a:latin typeface="Arial"/>
              </a:rPr>
              <a:t>Inspection &amp; Data Analytics</a:t>
            </a:r>
          </a:p>
        </p:txBody>
      </p:sp>
      <p:sp>
        <p:nvSpPr>
          <p:cNvPr id="29" name="Rectangle 28"/>
          <p:cNvSpPr/>
          <p:nvPr/>
        </p:nvSpPr>
        <p:spPr>
          <a:xfrm>
            <a:off x="7315200" y="4881067"/>
            <a:ext cx="3163824" cy="1005840"/>
          </a:xfrm>
          <a:prstGeom prst="rect">
            <a:avLst/>
          </a:prstGeom>
          <a:solidFill>
            <a:srgbClr val="FFFFFF"/>
          </a:solidFill>
          <a:ln w="19050">
            <a:solidFill>
              <a:srgbClr val="000000"/>
            </a:solidFill>
          </a:ln>
        </p:spPr>
        <p:txBody>
          <a:bodyPr rtlCol="0" anchor="ctr" wrap="square" tIns="36576" bIns="36576"/>
          <a:lstStyle/>
          <a:p>
            <a:pPr algn="just"/>
            <a:r>
              <a:rPr sz="1200" b="1" i="0">
                <a:solidFill>
                  <a:srgbClr val="000000"/>
                </a:solidFill>
                <a:latin typeface="Arial"/>
              </a:rPr>
              <a:t>Scans for random defects across the wafer</a:t>
            </a:r>
            <a:r>
              <a:rPr sz="1200" b="0" i="0">
                <a:solidFill>
                  <a:srgbClr val="000000"/>
                </a:solidFill>
                <a:latin typeface="Arial"/>
              </a:rPr>
              <a:t> and checks </a:t>
            </a:r>
            <a:r>
              <a:rPr sz="1200" b="1" i="0">
                <a:solidFill>
                  <a:srgbClr val="000000"/>
                </a:solidFill>
                <a:latin typeface="Arial"/>
              </a:rPr>
              <a:t>100% of every reticle</a:t>
            </a:r>
            <a:r>
              <a:rPr sz="1200" b="0" i="0">
                <a:solidFill>
                  <a:srgbClr val="000000"/>
                </a:solidFill>
                <a:latin typeface="Arial"/>
              </a:rPr>
              <a:t>, tracing each defect to its source.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Share Structure: Two Listings, Three Classes</a:t>
            </a:r>
          </a:p>
        </p:txBody>
      </p:sp>
      <p:sp>
        <p:nvSpPr>
          <p:cNvPr id="4" name="Subtitle 3"/>
          <p:cNvSpPr>
            <a:spLocks noGrp="1"/>
          </p:cNvSpPr>
          <p:nvPr>
            <p:ph type="subTitle" idx="1"/>
          </p:nvPr>
        </p:nvSpPr>
        <p:spPr/>
        <p:txBody>
          <a:bodyPr/>
          <a:lstStyle/>
          <a:p>
            <a:r>
              <a:t>Units bundle limited- and full-vote shares; ADSs trade in New York, units in Mexico</a:t>
            </a:r>
          </a:p>
        </p:txBody>
      </p:sp>
      <p:sp>
        <p:nvSpPr>
          <p:cNvPr id="5" name="Text Placeholder 4"/>
          <p:cNvSpPr>
            <a:spLocks noGrp="1"/>
          </p:cNvSpPr>
          <p:nvPr>
            <p:ph type="body" idx="14" sz="quarter"/>
          </p:nvPr>
        </p:nvSpPr>
        <p:spPr/>
        <p:txBody>
          <a:bodyPr/>
          <a:lstStyle/>
          <a:p>
            <a:r>
              <a:t>Illustrative data - structural gallery</a:t>
            </a:r>
          </a:p>
        </p:txBody>
      </p:sp>
      <p:sp>
        <p:nvSpPr>
          <p:cNvPr id="6" name="TextBox 5"/>
          <p:cNvSpPr txBox="1"/>
          <p:nvPr/>
        </p:nvSpPr>
        <p:spPr>
          <a:xfrm>
            <a:off x="11353190" y="6355994"/>
            <a:ext cx="421538" cy="274320"/>
          </a:xfrm>
          <a:prstGeom prst="rect">
            <a:avLst/>
          </a:prstGeom>
          <a:noFill/>
        </p:spPr>
        <p:txBody>
          <a:bodyPr wrap="square" lIns="0" rIns="0" tIns="0" bIns="0" anchor="t"/>
          <a:lstStyle/>
          <a:p>
            <a:pPr algn="r"/>
            <a:r>
              <a:rPr sz="1100" b="0" i="0">
                <a:solidFill>
                  <a:srgbClr val="002060"/>
                </a:solidFill>
                <a:latin typeface="Arial"/>
              </a:rPr>
              <a:t>2</a:t>
            </a:r>
          </a:p>
        </p:txBody>
      </p:sp>
      <p:sp>
        <p:nvSpPr>
          <p:cNvPr id="7" name="TextBox 6"/>
          <p:cNvSpPr txBox="1"/>
          <p:nvPr/>
        </p:nvSpPr>
        <p:spPr>
          <a:xfrm>
            <a:off x="525780" y="1344168"/>
            <a:ext cx="6400800" cy="317296"/>
          </a:xfrm>
          <a:prstGeom prst="rect">
            <a:avLst/>
          </a:prstGeom>
          <a:noFill/>
        </p:spPr>
        <p:txBody>
          <a:bodyPr wrap="square" lIns="0" rIns="0" tIns="0" bIns="0" anchor="b"/>
          <a:lstStyle/>
          <a:p>
            <a:pPr algn="l"/>
            <a:r>
              <a:rPr sz="1600" b="1" i="0">
                <a:solidFill>
                  <a:srgbClr val="404040"/>
                </a:solidFill>
                <a:latin typeface="Arial"/>
              </a:rPr>
              <a:t>Share structure as of 1-Apr-2026</a:t>
            </a:r>
          </a:p>
        </p:txBody>
      </p:sp>
      <p:cxnSp>
        <p:nvCxnSpPr>
          <p:cNvPr id="8" name="Connector 7"/>
          <p:cNvCxnSpPr/>
          <p:nvPr/>
        </p:nvCxnSpPr>
        <p:spPr>
          <a:xfrm>
            <a:off x="525780" y="1699869"/>
            <a:ext cx="6400800" cy="0"/>
          </a:xfrm>
          <a:prstGeom prst="line">
            <a:avLst/>
          </a:prstGeom>
          <a:ln w="12700">
            <a:solidFill>
              <a:srgbClr val="000000"/>
            </a:solidFill>
          </a:ln>
        </p:spPr>
      </p:cxnSp>
      <p:sp>
        <p:nvSpPr>
          <p:cNvPr id="9" name="Rectangle 8"/>
          <p:cNvSpPr/>
          <p:nvPr/>
        </p:nvSpPr>
        <p:spPr>
          <a:xfrm>
            <a:off x="525780" y="1828800"/>
            <a:ext cx="146304" cy="146304"/>
          </a:xfrm>
          <a:prstGeom prst="rect">
            <a:avLst/>
          </a:prstGeom>
          <a:solidFill>
            <a:srgbClr val="242852"/>
          </a:solidFill>
          <a:ln>
            <a:noFill/>
          </a:ln>
        </p:spPr>
        <p:txBody>
          <a:bodyPr rtlCol="0" anchor="ctr"/>
          <a:lstStyle/>
          <a:p>
            <a:pPr algn="ctr"/>
          </a:p>
        </p:txBody>
      </p:sp>
      <p:sp>
        <p:nvSpPr>
          <p:cNvPr id="10" name="TextBox 9"/>
          <p:cNvSpPr txBox="1"/>
          <p:nvPr/>
        </p:nvSpPr>
        <p:spPr>
          <a:xfrm>
            <a:off x="726947" y="1783080"/>
            <a:ext cx="2286000" cy="219456"/>
          </a:xfrm>
          <a:prstGeom prst="rect">
            <a:avLst/>
          </a:prstGeom>
          <a:noFill/>
        </p:spPr>
        <p:txBody>
          <a:bodyPr wrap="square" lIns="0" rIns="0" tIns="0" bIns="0" anchor="t"/>
          <a:lstStyle/>
          <a:p>
            <a:pPr algn="l"/>
            <a:r>
              <a:rPr sz="900" b="0" i="1">
                <a:solidFill>
                  <a:srgbClr val="000000"/>
                </a:solidFill>
                <a:latin typeface="Arial"/>
              </a:rPr>
              <a:t>Trading unit</a:t>
            </a:r>
          </a:p>
        </p:txBody>
      </p:sp>
      <p:sp>
        <p:nvSpPr>
          <p:cNvPr id="11" name="Rectangle 10"/>
          <p:cNvSpPr/>
          <p:nvPr/>
        </p:nvSpPr>
        <p:spPr>
          <a:xfrm>
            <a:off x="525780" y="2048255"/>
            <a:ext cx="146304" cy="146304"/>
          </a:xfrm>
          <a:prstGeom prst="rect">
            <a:avLst/>
          </a:prstGeom>
          <a:solidFill>
            <a:srgbClr val="C2D7F6"/>
          </a:solidFill>
          <a:ln>
            <a:noFill/>
          </a:ln>
        </p:spPr>
        <p:txBody>
          <a:bodyPr rtlCol="0" anchor="ctr"/>
          <a:lstStyle/>
          <a:p>
            <a:pPr algn="ctr"/>
          </a:p>
        </p:txBody>
      </p:sp>
      <p:sp>
        <p:nvSpPr>
          <p:cNvPr id="12" name="TextBox 11"/>
          <p:cNvSpPr txBox="1"/>
          <p:nvPr/>
        </p:nvSpPr>
        <p:spPr>
          <a:xfrm>
            <a:off x="726947" y="2002536"/>
            <a:ext cx="2286000" cy="219456"/>
          </a:xfrm>
          <a:prstGeom prst="rect">
            <a:avLst/>
          </a:prstGeom>
          <a:noFill/>
        </p:spPr>
        <p:txBody>
          <a:bodyPr wrap="square" lIns="0" rIns="0" tIns="0" bIns="0" anchor="t"/>
          <a:lstStyle/>
          <a:p>
            <a:pPr algn="l"/>
            <a:r>
              <a:rPr sz="900" b="0" i="1">
                <a:solidFill>
                  <a:srgbClr val="000000"/>
                </a:solidFill>
                <a:latin typeface="Arial"/>
              </a:rPr>
              <a:t>Limited vote</a:t>
            </a:r>
          </a:p>
        </p:txBody>
      </p:sp>
      <p:sp>
        <p:nvSpPr>
          <p:cNvPr id="13" name="Rectangle 12"/>
          <p:cNvSpPr/>
          <p:nvPr/>
        </p:nvSpPr>
        <p:spPr>
          <a:xfrm>
            <a:off x="525780" y="2267712"/>
            <a:ext cx="146304" cy="146304"/>
          </a:xfrm>
          <a:prstGeom prst="rect">
            <a:avLst/>
          </a:prstGeom>
          <a:solidFill>
            <a:srgbClr val="FEF3DA"/>
          </a:solidFill>
          <a:ln>
            <a:noFill/>
          </a:ln>
        </p:spPr>
        <p:txBody>
          <a:bodyPr rtlCol="0" anchor="ctr"/>
          <a:lstStyle/>
          <a:p>
            <a:pPr algn="ctr"/>
          </a:p>
        </p:txBody>
      </p:sp>
      <p:sp>
        <p:nvSpPr>
          <p:cNvPr id="14" name="TextBox 13"/>
          <p:cNvSpPr txBox="1"/>
          <p:nvPr/>
        </p:nvSpPr>
        <p:spPr>
          <a:xfrm>
            <a:off x="726947" y="2221992"/>
            <a:ext cx="2286000" cy="219456"/>
          </a:xfrm>
          <a:prstGeom prst="rect">
            <a:avLst/>
          </a:prstGeom>
          <a:noFill/>
        </p:spPr>
        <p:txBody>
          <a:bodyPr wrap="square" lIns="0" rIns="0" tIns="0" bIns="0" anchor="t"/>
          <a:lstStyle/>
          <a:p>
            <a:pPr algn="l"/>
            <a:r>
              <a:rPr sz="900" b="0" i="1">
                <a:solidFill>
                  <a:srgbClr val="000000"/>
                </a:solidFill>
                <a:latin typeface="Arial"/>
              </a:rPr>
              <a:t>Full vote</a:t>
            </a:r>
          </a:p>
        </p:txBody>
      </p:sp>
      <p:sp>
        <p:nvSpPr>
          <p:cNvPr id="15" name="Rectangle 14"/>
          <p:cNvSpPr/>
          <p:nvPr/>
        </p:nvSpPr>
        <p:spPr>
          <a:xfrm>
            <a:off x="2857500" y="1801368"/>
            <a:ext cx="1645920" cy="566928"/>
          </a:xfrm>
          <a:prstGeom prst="rect">
            <a:avLst/>
          </a:prstGeom>
          <a:solidFill>
            <a:srgbClr val="C2D7F6"/>
          </a:solidFill>
          <a:ln w="12700">
            <a:solidFill>
              <a:srgbClr val="1F2937"/>
            </a:solidFill>
          </a:ln>
        </p:spPr>
        <p:txBody>
          <a:bodyPr rtlCol="0" anchor="ctr" wrap="square" lIns="54864" rIns="54864" tIns="36576" bIns="36576"/>
          <a:lstStyle/>
          <a:p>
            <a:pPr algn="ctr"/>
            <a:r>
              <a:rPr sz="1400" b="1" i="0">
                <a:solidFill>
                  <a:srgbClr val="000000"/>
                </a:solidFill>
                <a:latin typeface="Arial"/>
              </a:rPr>
              <a:t>Series D</a:t>
            </a:r>
          </a:p>
          <a:p>
            <a:pPr algn="ctr">
              <a:spcBef>
                <a:spcPts val="800"/>
              </a:spcBef>
            </a:pPr>
            <a:r>
              <a:rPr sz="1400" b="0" i="0">
                <a:solidFill>
                  <a:srgbClr val="000000"/>
                </a:solidFill>
                <a:latin typeface="Arial"/>
              </a:rPr>
              <a:t>7,982,735,660</a:t>
            </a:r>
          </a:p>
        </p:txBody>
      </p:sp>
      <p:sp>
        <p:nvSpPr>
          <p:cNvPr id="16" name="Rectangle 15"/>
          <p:cNvSpPr/>
          <p:nvPr/>
        </p:nvSpPr>
        <p:spPr>
          <a:xfrm>
            <a:off x="2080260" y="2532888"/>
            <a:ext cx="1463040" cy="713232"/>
          </a:xfrm>
          <a:prstGeom prst="rect">
            <a:avLst/>
          </a:prstGeom>
          <a:solidFill>
            <a:srgbClr val="C2D7F6"/>
          </a:solidFill>
          <a:ln w="12700">
            <a:solidFill>
              <a:srgbClr val="1F2937"/>
            </a:solidFill>
          </a:ln>
        </p:spPr>
        <p:txBody>
          <a:bodyPr rtlCol="0" anchor="ctr" wrap="square" lIns="54864" rIns="54864" tIns="36576" bIns="36576"/>
          <a:lstStyle/>
          <a:p>
            <a:pPr algn="ctr"/>
            <a:r>
              <a:rPr sz="1400" b="1" i="0">
                <a:solidFill>
                  <a:srgbClr val="000000"/>
                </a:solidFill>
                <a:latin typeface="Arial"/>
              </a:rPr>
              <a:t>Sub-series D-B</a:t>
            </a:r>
          </a:p>
          <a:p>
            <a:pPr algn="ctr">
              <a:spcBef>
                <a:spcPts val="800"/>
              </a:spcBef>
            </a:pPr>
            <a:r>
              <a:rPr sz="1400" b="0" i="0">
                <a:solidFill>
                  <a:srgbClr val="000000"/>
                </a:solidFill>
                <a:latin typeface="Arial"/>
              </a:rPr>
              <a:t>3,991,367,830</a:t>
            </a:r>
          </a:p>
        </p:txBody>
      </p:sp>
      <p:sp>
        <p:nvSpPr>
          <p:cNvPr id="17" name="Rectangle 16"/>
          <p:cNvSpPr/>
          <p:nvPr/>
        </p:nvSpPr>
        <p:spPr>
          <a:xfrm>
            <a:off x="3771900" y="2532888"/>
            <a:ext cx="1463040" cy="713232"/>
          </a:xfrm>
          <a:prstGeom prst="rect">
            <a:avLst/>
          </a:prstGeom>
          <a:solidFill>
            <a:srgbClr val="C2D7F6"/>
          </a:solidFill>
          <a:ln w="12700">
            <a:solidFill>
              <a:srgbClr val="1F2937"/>
            </a:solidFill>
          </a:ln>
        </p:spPr>
        <p:txBody>
          <a:bodyPr rtlCol="0" anchor="ctr" wrap="square" lIns="54864" rIns="54864" tIns="36576" bIns="36576"/>
          <a:lstStyle/>
          <a:p>
            <a:pPr algn="ctr"/>
            <a:r>
              <a:rPr sz="1400" b="1" i="0">
                <a:solidFill>
                  <a:srgbClr val="000000"/>
                </a:solidFill>
                <a:latin typeface="Arial"/>
              </a:rPr>
              <a:t>Sub-series D-L</a:t>
            </a:r>
          </a:p>
          <a:p>
            <a:pPr algn="ctr">
              <a:spcBef>
                <a:spcPts val="800"/>
              </a:spcBef>
            </a:pPr>
            <a:r>
              <a:rPr sz="1400" b="0" i="0">
                <a:solidFill>
                  <a:srgbClr val="000000"/>
                </a:solidFill>
                <a:latin typeface="Arial"/>
              </a:rPr>
              <a:t>3,991,367,830</a:t>
            </a:r>
          </a:p>
        </p:txBody>
      </p:sp>
      <p:sp>
        <p:nvSpPr>
          <p:cNvPr id="18" name="Rectangle 17"/>
          <p:cNvSpPr/>
          <p:nvPr/>
        </p:nvSpPr>
        <p:spPr>
          <a:xfrm>
            <a:off x="5463540" y="2532888"/>
            <a:ext cx="1463040" cy="713232"/>
          </a:xfrm>
          <a:prstGeom prst="rect">
            <a:avLst/>
          </a:prstGeom>
          <a:solidFill>
            <a:srgbClr val="FEF3DA"/>
          </a:solidFill>
          <a:ln w="12700">
            <a:solidFill>
              <a:srgbClr val="1F2937"/>
            </a:solidFill>
          </a:ln>
        </p:spPr>
        <p:txBody>
          <a:bodyPr rtlCol="0" anchor="ctr" wrap="square" lIns="54864" rIns="54864" tIns="36576" bIns="36576"/>
          <a:lstStyle/>
          <a:p>
            <a:pPr algn="ctr"/>
            <a:r>
              <a:rPr sz="1400" b="1" i="0">
                <a:solidFill>
                  <a:srgbClr val="000000"/>
                </a:solidFill>
                <a:latin typeface="Arial"/>
              </a:rPr>
              <a:t>Series B</a:t>
            </a:r>
          </a:p>
          <a:p>
            <a:pPr algn="ctr">
              <a:spcBef>
                <a:spcPts val="800"/>
              </a:spcBef>
            </a:pPr>
            <a:r>
              <a:rPr sz="1400" b="0" i="0">
                <a:solidFill>
                  <a:srgbClr val="000000"/>
                </a:solidFill>
                <a:latin typeface="Arial"/>
              </a:rPr>
              <a:t>9,080,926,415</a:t>
            </a:r>
          </a:p>
        </p:txBody>
      </p:sp>
      <p:sp>
        <p:nvSpPr>
          <p:cNvPr id="19" name="Rectangle 18"/>
          <p:cNvSpPr/>
          <p:nvPr/>
        </p:nvSpPr>
        <p:spPr>
          <a:xfrm>
            <a:off x="982980" y="3584448"/>
            <a:ext cx="1645920" cy="713232"/>
          </a:xfrm>
          <a:prstGeom prst="rect">
            <a:avLst/>
          </a:prstGeom>
          <a:solidFill>
            <a:srgbClr val="C7DFEF"/>
          </a:solidFill>
          <a:ln w="12700">
            <a:solidFill>
              <a:srgbClr val="1F2937"/>
            </a:solidFill>
          </a:ln>
        </p:spPr>
        <p:txBody>
          <a:bodyPr rtlCol="0" anchor="ctr" wrap="square" lIns="54864" rIns="54864" tIns="36576" bIns="36576"/>
          <a:lstStyle/>
          <a:p>
            <a:pPr algn="ctr"/>
            <a:r>
              <a:rPr sz="1400" b="1" i="0">
                <a:solidFill>
                  <a:srgbClr val="000000"/>
                </a:solidFill>
                <a:latin typeface="Arial"/>
              </a:rPr>
              <a:t>ADS</a:t>
            </a:r>
          </a:p>
          <a:p>
            <a:pPr algn="ctr">
              <a:spcBef>
                <a:spcPts val="800"/>
              </a:spcBef>
            </a:pPr>
            <a:r>
              <a:rPr sz="1400" b="0" i="0">
                <a:solidFill>
                  <a:srgbClr val="000000"/>
                </a:solidFill>
                <a:latin typeface="Arial"/>
              </a:rPr>
              <a:t>1:10 BD Units</a:t>
            </a:r>
          </a:p>
        </p:txBody>
      </p:sp>
      <p:sp>
        <p:nvSpPr>
          <p:cNvPr id="20" name="Rectangle 19"/>
          <p:cNvSpPr/>
          <p:nvPr/>
        </p:nvSpPr>
        <p:spPr>
          <a:xfrm>
            <a:off x="3223260" y="3584448"/>
            <a:ext cx="1645920" cy="713232"/>
          </a:xfrm>
          <a:prstGeom prst="rect">
            <a:avLst/>
          </a:prstGeom>
          <a:solidFill>
            <a:srgbClr val="242852"/>
          </a:solidFill>
          <a:ln w="12700">
            <a:solidFill>
              <a:srgbClr val="1F2937"/>
            </a:solidFill>
          </a:ln>
        </p:spPr>
        <p:txBody>
          <a:bodyPr rtlCol="0" anchor="ctr" wrap="square" lIns="54864" rIns="54864" tIns="36576" bIns="36576"/>
          <a:lstStyle/>
          <a:p>
            <a:pPr algn="ctr"/>
            <a:r>
              <a:rPr sz="1400" b="1" i="0">
                <a:solidFill>
                  <a:srgbClr val="FFFFFF"/>
                </a:solidFill>
                <a:latin typeface="Arial"/>
              </a:rPr>
              <a:t>BD Units</a:t>
            </a:r>
          </a:p>
          <a:p>
            <a:pPr algn="ctr">
              <a:spcBef>
                <a:spcPts val="800"/>
              </a:spcBef>
            </a:pPr>
            <a:r>
              <a:rPr sz="1400" b="0" i="0">
                <a:solidFill>
                  <a:srgbClr val="FFFFFF"/>
                </a:solidFill>
                <a:latin typeface="Arial"/>
              </a:rPr>
              <a:t>1,995,683,915</a:t>
            </a:r>
          </a:p>
        </p:txBody>
      </p:sp>
      <p:sp>
        <p:nvSpPr>
          <p:cNvPr id="21" name="TextBox 20"/>
          <p:cNvSpPr txBox="1"/>
          <p:nvPr/>
        </p:nvSpPr>
        <p:spPr>
          <a:xfrm>
            <a:off x="3223260" y="4325112"/>
            <a:ext cx="1645920" cy="640080"/>
          </a:xfrm>
          <a:prstGeom prst="rect">
            <a:avLst/>
          </a:prstGeom>
          <a:noFill/>
        </p:spPr>
        <p:txBody>
          <a:bodyPr wrap="square" lIns="18288" rIns="18288" tIns="18288" bIns="18288" anchor="t"/>
          <a:lstStyle/>
          <a:p>
            <a:pPr algn="l"/>
            <a:r>
              <a:rPr sz="1000" b="1" i="1">
                <a:solidFill>
                  <a:srgbClr val="000000"/>
                </a:solidFill>
                <a:latin typeface="Arial"/>
              </a:rPr>
              <a:t>1 BD Unit:</a:t>
            </a:r>
          </a:p>
          <a:p>
            <a:pPr algn="l" marL="155448" indent="-146304">
              <a:spcBef>
                <a:spcPts val="400"/>
              </a:spcBef>
              <a:buFont typeface="Arial"/>
              <a:buChar char="•"/>
            </a:pPr>
            <a:r>
              <a:rPr sz="1000" b="1" i="1">
                <a:solidFill>
                  <a:srgbClr val="000000"/>
                </a:solidFill>
                <a:latin typeface="Arial"/>
              </a:rPr>
              <a:t>2 Series D-B</a:t>
            </a:r>
          </a:p>
          <a:p>
            <a:pPr algn="l" marL="155448" indent="-146304">
              <a:spcBef>
                <a:spcPts val="400"/>
              </a:spcBef>
              <a:buFont typeface="Arial"/>
              <a:buChar char="•"/>
            </a:pPr>
            <a:r>
              <a:rPr sz="1000" b="1" i="1">
                <a:solidFill>
                  <a:srgbClr val="000000"/>
                </a:solidFill>
                <a:latin typeface="Arial"/>
              </a:rPr>
              <a:t>2 Series D-L</a:t>
            </a:r>
          </a:p>
          <a:p>
            <a:pPr algn="l" marL="155448" indent="-146304">
              <a:spcBef>
                <a:spcPts val="400"/>
              </a:spcBef>
              <a:buFont typeface="Arial"/>
              <a:buChar char="•"/>
            </a:pPr>
            <a:r>
              <a:rPr sz="1000" b="1" i="1">
                <a:solidFill>
                  <a:srgbClr val="000000"/>
                </a:solidFill>
                <a:latin typeface="Arial"/>
              </a:rPr>
              <a:t>1 Series B</a:t>
            </a:r>
          </a:p>
        </p:txBody>
      </p:sp>
      <p:sp>
        <p:nvSpPr>
          <p:cNvPr id="22" name="Rectangle 21"/>
          <p:cNvSpPr/>
          <p:nvPr/>
        </p:nvSpPr>
        <p:spPr>
          <a:xfrm>
            <a:off x="5463540" y="3584448"/>
            <a:ext cx="1463040" cy="713232"/>
          </a:xfrm>
          <a:prstGeom prst="rect">
            <a:avLst/>
          </a:prstGeom>
          <a:solidFill>
            <a:srgbClr val="FEF3DA"/>
          </a:solidFill>
          <a:ln w="12700">
            <a:solidFill>
              <a:srgbClr val="1F2937"/>
            </a:solidFill>
          </a:ln>
        </p:spPr>
        <p:txBody>
          <a:bodyPr rtlCol="0" anchor="ctr" wrap="square" lIns="54864" rIns="54864" tIns="36576" bIns="36576"/>
          <a:lstStyle/>
          <a:p>
            <a:pPr algn="ctr"/>
            <a:r>
              <a:rPr sz="1400" b="1" i="0">
                <a:solidFill>
                  <a:srgbClr val="000000"/>
                </a:solidFill>
                <a:latin typeface="Arial"/>
              </a:rPr>
              <a:t>B Units</a:t>
            </a:r>
          </a:p>
          <a:p>
            <a:pPr algn="ctr">
              <a:spcBef>
                <a:spcPts val="800"/>
              </a:spcBef>
            </a:pPr>
            <a:r>
              <a:rPr sz="1400" b="0" i="0">
                <a:solidFill>
                  <a:srgbClr val="000000"/>
                </a:solidFill>
                <a:latin typeface="Arial"/>
              </a:rPr>
              <a:t>1,417,048,500</a:t>
            </a:r>
          </a:p>
        </p:txBody>
      </p:sp>
      <p:sp>
        <p:nvSpPr>
          <p:cNvPr id="23" name="TextBox 22"/>
          <p:cNvSpPr txBox="1"/>
          <p:nvPr/>
        </p:nvSpPr>
        <p:spPr>
          <a:xfrm>
            <a:off x="5463540" y="4325112"/>
            <a:ext cx="1463040" cy="640080"/>
          </a:xfrm>
          <a:prstGeom prst="rect">
            <a:avLst/>
          </a:prstGeom>
          <a:noFill/>
        </p:spPr>
        <p:txBody>
          <a:bodyPr wrap="square" lIns="18288" rIns="18288" tIns="18288" bIns="18288" anchor="t"/>
          <a:lstStyle/>
          <a:p>
            <a:pPr algn="l"/>
            <a:r>
              <a:rPr sz="1000" b="1" i="1">
                <a:solidFill>
                  <a:srgbClr val="000000"/>
                </a:solidFill>
                <a:latin typeface="Arial"/>
              </a:rPr>
              <a:t>1 B Unit = 5 Series B</a:t>
            </a:r>
          </a:p>
        </p:txBody>
      </p:sp>
      <p:sp>
        <p:nvSpPr>
          <p:cNvPr id="24" name="Rectangle 23"/>
          <p:cNvSpPr/>
          <p:nvPr/>
        </p:nvSpPr>
        <p:spPr>
          <a:xfrm>
            <a:off x="982980" y="5184648"/>
            <a:ext cx="1645920" cy="457200"/>
          </a:xfrm>
          <a:prstGeom prst="rect">
            <a:avLst/>
          </a:prstGeom>
          <a:solidFill>
            <a:srgbClr val="3D8FC9"/>
          </a:solidFill>
          <a:ln w="12700">
            <a:solidFill>
              <a:srgbClr val="1F2937"/>
            </a:solidFill>
          </a:ln>
        </p:spPr>
        <p:txBody>
          <a:bodyPr rtlCol="0" anchor="ctr" wrap="square" lIns="54864" rIns="54864" tIns="36576" bIns="36576"/>
          <a:lstStyle/>
          <a:p>
            <a:pPr algn="ctr"/>
            <a:r>
              <a:rPr sz="1400" b="1" i="0">
                <a:solidFill>
                  <a:srgbClr val="FFFFFF"/>
                </a:solidFill>
                <a:latin typeface="Arial"/>
              </a:rPr>
              <a:t>NYSE</a:t>
            </a:r>
          </a:p>
        </p:txBody>
      </p:sp>
      <p:sp>
        <p:nvSpPr>
          <p:cNvPr id="25" name="Rectangle 24"/>
          <p:cNvSpPr/>
          <p:nvPr/>
        </p:nvSpPr>
        <p:spPr>
          <a:xfrm>
            <a:off x="4320540" y="5184648"/>
            <a:ext cx="1645920" cy="457200"/>
          </a:xfrm>
          <a:prstGeom prst="rect">
            <a:avLst/>
          </a:prstGeom>
          <a:solidFill>
            <a:srgbClr val="8087A1"/>
          </a:solidFill>
          <a:ln w="12700">
            <a:solidFill>
              <a:srgbClr val="1F2937"/>
            </a:solidFill>
          </a:ln>
        </p:spPr>
        <p:txBody>
          <a:bodyPr rtlCol="0" anchor="ctr" wrap="square" lIns="54864" rIns="54864" tIns="36576" bIns="36576"/>
          <a:lstStyle/>
          <a:p>
            <a:pPr algn="ctr"/>
            <a:r>
              <a:rPr sz="1400" b="1" i="0">
                <a:solidFill>
                  <a:srgbClr val="FFFFFF"/>
                </a:solidFill>
                <a:latin typeface="Arial"/>
              </a:rPr>
              <a:t>BMV</a:t>
            </a:r>
          </a:p>
        </p:txBody>
      </p:sp>
      <p:cxnSp>
        <p:nvCxnSpPr>
          <p:cNvPr id="26" name="Connector 25"/>
          <p:cNvCxnSpPr/>
          <p:nvPr/>
        </p:nvCxnSpPr>
        <p:spPr>
          <a:xfrm>
            <a:off x="1805940" y="4297680"/>
            <a:ext cx="0" cy="886968"/>
          </a:xfrm>
          <a:prstGeom prst="line">
            <a:avLst/>
          </a:prstGeom>
          <a:ln w="12700">
            <a:solidFill>
              <a:srgbClr val="000000"/>
            </a:solidFill>
            <a:tailEnd type="triangle" w="med" len="med"/>
          </a:ln>
        </p:spPr>
      </p:cxnSp>
      <p:cxnSp>
        <p:nvCxnSpPr>
          <p:cNvPr id="27" name="Connector 26"/>
          <p:cNvCxnSpPr/>
          <p:nvPr/>
        </p:nvCxnSpPr>
        <p:spPr>
          <a:xfrm>
            <a:off x="4503420" y="4297680"/>
            <a:ext cx="0" cy="886968"/>
          </a:xfrm>
          <a:prstGeom prst="line">
            <a:avLst/>
          </a:prstGeom>
          <a:ln w="12700">
            <a:solidFill>
              <a:srgbClr val="000000"/>
            </a:solidFill>
            <a:tailEnd type="triangle" w="med" len="med"/>
          </a:ln>
        </p:spPr>
      </p:cxnSp>
      <p:cxnSp>
        <p:nvCxnSpPr>
          <p:cNvPr id="28" name="Connector 27"/>
          <p:cNvCxnSpPr/>
          <p:nvPr/>
        </p:nvCxnSpPr>
        <p:spPr>
          <a:xfrm>
            <a:off x="6743700" y="4297680"/>
            <a:ext cx="0" cy="443484"/>
          </a:xfrm>
          <a:prstGeom prst="line">
            <a:avLst/>
          </a:prstGeom>
          <a:ln w="12700">
            <a:solidFill>
              <a:srgbClr val="000000"/>
            </a:solidFill>
          </a:ln>
        </p:spPr>
      </p:cxnSp>
      <p:cxnSp>
        <p:nvCxnSpPr>
          <p:cNvPr id="29" name="Connector 28"/>
          <p:cNvCxnSpPr/>
          <p:nvPr/>
        </p:nvCxnSpPr>
        <p:spPr>
          <a:xfrm flipH="1">
            <a:off x="5783580" y="4741164"/>
            <a:ext cx="960120" cy="0"/>
          </a:xfrm>
          <a:prstGeom prst="line">
            <a:avLst/>
          </a:prstGeom>
          <a:ln w="12700">
            <a:solidFill>
              <a:srgbClr val="000000"/>
            </a:solidFill>
          </a:ln>
        </p:spPr>
      </p:cxnSp>
      <p:cxnSp>
        <p:nvCxnSpPr>
          <p:cNvPr id="30" name="Connector 29"/>
          <p:cNvCxnSpPr/>
          <p:nvPr/>
        </p:nvCxnSpPr>
        <p:spPr>
          <a:xfrm>
            <a:off x="5783580" y="4741164"/>
            <a:ext cx="0" cy="443484"/>
          </a:xfrm>
          <a:prstGeom prst="line">
            <a:avLst/>
          </a:prstGeom>
          <a:ln w="12700">
            <a:solidFill>
              <a:srgbClr val="000000"/>
            </a:solidFill>
            <a:tailEnd type="triangle" w="med" len="med"/>
          </a:ln>
        </p:spPr>
      </p:cxnSp>
      <p:sp>
        <p:nvSpPr>
          <p:cNvPr id="31" name="Rectangle 30"/>
          <p:cNvSpPr/>
          <p:nvPr/>
        </p:nvSpPr>
        <p:spPr>
          <a:xfrm>
            <a:off x="7818120" y="1298448"/>
            <a:ext cx="3956608" cy="4846320"/>
          </a:xfrm>
          <a:prstGeom prst="rect">
            <a:avLst/>
          </a:prstGeom>
          <a:solidFill>
            <a:srgbClr val="F2F2F2"/>
          </a:solidFill>
          <a:ln>
            <a:noFill/>
          </a:ln>
        </p:spPr>
        <p:txBody>
          <a:bodyPr rtlCol="0" anchor="ctr"/>
          <a:lstStyle/>
          <a:p>
            <a:pPr algn="ctr"/>
          </a:p>
        </p:txBody>
      </p:sp>
      <p:sp>
        <p:nvSpPr>
          <p:cNvPr id="32" name="TextBox 31"/>
          <p:cNvSpPr txBox="1"/>
          <p:nvPr/>
        </p:nvSpPr>
        <p:spPr>
          <a:xfrm>
            <a:off x="7909560" y="1371600"/>
            <a:ext cx="3773728" cy="4663440"/>
          </a:xfrm>
          <a:prstGeom prst="rect">
            <a:avLst/>
          </a:prstGeom>
          <a:noFill/>
        </p:spPr>
        <p:txBody>
          <a:bodyPr wrap="square" lIns="54864" rIns="54864" tIns="36576" bIns="36576" anchor="t"/>
          <a:lstStyle/>
          <a:p>
            <a:pPr algn="just"/>
            <a:r>
              <a:rPr sz="1100" b="1" i="0">
                <a:solidFill>
                  <a:srgbClr val="000000"/>
                </a:solidFill>
                <a:latin typeface="Arial"/>
              </a:rPr>
              <a:t>Characteristics of the common shares</a:t>
            </a:r>
          </a:p>
          <a:p>
            <a:pPr algn="just">
              <a:spcBef>
                <a:spcPts val="800"/>
              </a:spcBef>
            </a:pPr>
          </a:p>
          <a:p>
            <a:pPr algn="just" marL="155448" indent="-146304">
              <a:spcBef>
                <a:spcPts val="400"/>
              </a:spcBef>
              <a:buFont typeface="Arial"/>
              <a:buChar char="•"/>
            </a:pPr>
            <a:r>
              <a:rPr sz="1100" b="1" i="0">
                <a:solidFill>
                  <a:srgbClr val="000000"/>
                </a:solidFill>
                <a:latin typeface="Arial"/>
              </a:rPr>
              <a:t>Series B:</a:t>
            </a:r>
            <a:r>
              <a:rPr sz="1100" b="0" i="0">
                <a:solidFill>
                  <a:srgbClr val="000000"/>
                </a:solidFill>
                <a:latin typeface="Arial"/>
              </a:rPr>
              <a:t> unlimited vote; at least 51% of capital; the control series.</a:t>
            </a:r>
          </a:p>
          <a:p>
            <a:pPr algn="just" marL="155448" indent="-146304">
              <a:spcBef>
                <a:spcPts val="400"/>
              </a:spcBef>
              <a:buFont typeface="Arial"/>
              <a:buChar char="•"/>
            </a:pPr>
            <a:r>
              <a:rPr sz="1100" b="1" i="0">
                <a:solidFill>
                  <a:srgbClr val="000000"/>
                </a:solidFill>
                <a:latin typeface="Arial"/>
              </a:rPr>
              <a:t>Series D:</a:t>
            </a:r>
            <a:r>
              <a:rPr sz="1100" b="0" i="0">
                <a:solidFill>
                  <a:srgbClr val="000000"/>
                </a:solidFill>
                <a:latin typeface="Arial"/>
              </a:rPr>
              <a:t> limited vote; up to 49% of capital; split into D-B and D-L.</a:t>
            </a:r>
          </a:p>
          <a:p>
            <a:pPr algn="just" marL="155448" indent="-146304">
              <a:spcBef>
                <a:spcPts val="400"/>
              </a:spcBef>
              <a:buFont typeface="Arial"/>
              <a:buChar char="•"/>
            </a:pPr>
            <a:r>
              <a:rPr sz="1100" b="1" i="0">
                <a:solidFill>
                  <a:srgbClr val="000000"/>
                </a:solidFill>
                <a:latin typeface="Arial"/>
              </a:rPr>
              <a:t>BD Units:</a:t>
            </a:r>
            <a:r>
              <a:rPr sz="1100" b="0" i="0">
                <a:solidFill>
                  <a:srgbClr val="000000"/>
                </a:solidFill>
                <a:latin typeface="Arial"/>
              </a:rPr>
              <a:t> 1 Series B + 2 D-B + 2 D-L; trade on the BMV and, as ADSs, on the NYSE.</a:t>
            </a:r>
          </a:p>
          <a:p>
            <a:pPr algn="just" marL="155448" indent="-146304">
              <a:spcBef>
                <a:spcPts val="400"/>
              </a:spcBef>
              <a:buFont typeface="Arial"/>
              <a:buChar char="•"/>
            </a:pPr>
            <a:r>
              <a:rPr sz="1100" b="1" i="0">
                <a:solidFill>
                  <a:srgbClr val="000000"/>
                </a:solidFill>
                <a:latin typeface="Arial"/>
              </a:rPr>
              <a:t>B Units:</a:t>
            </a:r>
            <a:r>
              <a:rPr sz="1100" b="0" i="0">
                <a:solidFill>
                  <a:srgbClr val="000000"/>
                </a:solidFill>
                <a:latin typeface="Arial"/>
              </a:rPr>
              <a:t> 5 Series B shares; trade only on the BMV.</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A Voting Trust Controls 76% of the Vote</a:t>
            </a:r>
          </a:p>
        </p:txBody>
      </p:sp>
      <p:sp>
        <p:nvSpPr>
          <p:cNvPr id="4" name="Subtitle 3"/>
          <p:cNvSpPr>
            <a:spLocks noGrp="1"/>
          </p:cNvSpPr>
          <p:nvPr>
            <p:ph type="subTitle" idx="1"/>
          </p:nvPr>
        </p:nvSpPr>
        <p:spPr/>
        <p:txBody>
          <a:bodyPr/>
          <a:lstStyle/>
          <a:p>
            <a:r>
              <a:t>Free float ~52% of capital; voting trust 40.6% of capital and 76.3% of Series B</a:t>
            </a:r>
          </a:p>
        </p:txBody>
      </p:sp>
      <p:sp>
        <p:nvSpPr>
          <p:cNvPr id="5" name="Text Placeholder 4"/>
          <p:cNvSpPr>
            <a:spLocks noGrp="1"/>
          </p:cNvSpPr>
          <p:nvPr>
            <p:ph type="body" idx="14" sz="quarter"/>
          </p:nvPr>
        </p:nvSpPr>
        <p:spPr/>
        <p:txBody>
          <a:bodyPr/>
          <a:lstStyle/>
          <a:p>
            <a:r>
              <a:t>Illustrative data - structural gallery</a:t>
            </a:r>
          </a:p>
        </p:txBody>
      </p:sp>
      <p:sp>
        <p:nvSpPr>
          <p:cNvPr id="6" name="TextBox 5"/>
          <p:cNvSpPr txBox="1"/>
          <p:nvPr/>
        </p:nvSpPr>
        <p:spPr>
          <a:xfrm>
            <a:off x="11353190" y="6355994"/>
            <a:ext cx="421538" cy="274320"/>
          </a:xfrm>
          <a:prstGeom prst="rect">
            <a:avLst/>
          </a:prstGeom>
          <a:noFill/>
        </p:spPr>
        <p:txBody>
          <a:bodyPr wrap="square" lIns="0" rIns="0" tIns="0" bIns="0" anchor="t"/>
          <a:lstStyle/>
          <a:p>
            <a:pPr algn="r"/>
            <a:r>
              <a:rPr sz="1100" b="0" i="0">
                <a:solidFill>
                  <a:srgbClr val="002060"/>
                </a:solidFill>
                <a:latin typeface="Arial"/>
              </a:rPr>
              <a:t>3</a:t>
            </a:r>
          </a:p>
        </p:txBody>
      </p:sp>
      <p:sp>
        <p:nvSpPr>
          <p:cNvPr id="7" name="Oval 6"/>
          <p:cNvSpPr/>
          <p:nvPr/>
        </p:nvSpPr>
        <p:spPr>
          <a:xfrm>
            <a:off x="800100" y="1417319"/>
            <a:ext cx="4572000" cy="4572000"/>
          </a:xfrm>
          <a:prstGeom prst="ellipse">
            <a:avLst/>
          </a:prstGeom>
          <a:noFill/>
          <a:ln w="12700">
            <a:solidFill>
              <a:srgbClr val="242852"/>
            </a:solidFill>
          </a:ln>
        </p:spPr>
        <p:txBody>
          <a:bodyPr rtlCol="0" anchor="ctr"/>
          <a:lstStyle/>
          <a:p>
            <a:pPr algn="ctr"/>
          </a:p>
        </p:txBody>
      </p:sp>
      <p:sp>
        <p:nvSpPr>
          <p:cNvPr id="8" name="TextBox 7"/>
          <p:cNvSpPr txBox="1"/>
          <p:nvPr/>
        </p:nvSpPr>
        <p:spPr>
          <a:xfrm>
            <a:off x="1165860" y="1730044"/>
            <a:ext cx="3840480" cy="1077163"/>
          </a:xfrm>
          <a:prstGeom prst="rect">
            <a:avLst/>
          </a:prstGeom>
          <a:noFill/>
        </p:spPr>
        <p:txBody>
          <a:bodyPr wrap="square" lIns="18288" rIns="18288" tIns="18288" bIns="18288" anchor="t"/>
          <a:lstStyle/>
          <a:p>
            <a:pPr algn="ctr"/>
            <a:r>
              <a:rPr sz="1200" b="1" i="0">
                <a:solidFill>
                  <a:srgbClr val="000000"/>
                </a:solidFill>
                <a:latin typeface="Arial"/>
              </a:rPr>
              <a:t>Free float</a:t>
            </a:r>
          </a:p>
          <a:p>
            <a:pPr algn="ctr">
              <a:spcBef>
                <a:spcPts val="800"/>
              </a:spcBef>
            </a:pPr>
            <a:r>
              <a:rPr sz="1200" b="0" i="0">
                <a:solidFill>
                  <a:srgbClr val="000000"/>
                </a:solidFill>
                <a:latin typeface="Arial"/>
              </a:rPr>
              <a:t>~52% of capital</a:t>
            </a:r>
          </a:p>
          <a:p>
            <a:pPr algn="ctr">
              <a:spcBef>
                <a:spcPts val="800"/>
              </a:spcBef>
            </a:pPr>
            <a:r>
              <a:rPr sz="1200" b="0" i="0">
                <a:solidFill>
                  <a:srgbClr val="000000"/>
                </a:solidFill>
                <a:latin typeface="Arial"/>
              </a:rPr>
              <a:t>46.4% of BD Units via ADS</a:t>
            </a:r>
          </a:p>
        </p:txBody>
      </p:sp>
      <p:sp>
        <p:nvSpPr>
          <p:cNvPr id="9" name="Oval 8"/>
          <p:cNvSpPr/>
          <p:nvPr/>
        </p:nvSpPr>
        <p:spPr>
          <a:xfrm>
            <a:off x="1668780" y="3154680"/>
            <a:ext cx="2834640" cy="2834640"/>
          </a:xfrm>
          <a:prstGeom prst="ellipse">
            <a:avLst/>
          </a:prstGeom>
          <a:solidFill>
            <a:srgbClr val="7F8FA9"/>
          </a:solidFill>
          <a:ln>
            <a:noFill/>
          </a:ln>
        </p:spPr>
        <p:txBody>
          <a:bodyPr rtlCol="0" anchor="ctr"/>
          <a:lstStyle/>
          <a:p>
            <a:pPr algn="ctr"/>
          </a:p>
        </p:txBody>
      </p:sp>
      <p:sp>
        <p:nvSpPr>
          <p:cNvPr id="10" name="TextBox 9"/>
          <p:cNvSpPr txBox="1"/>
          <p:nvPr/>
        </p:nvSpPr>
        <p:spPr>
          <a:xfrm>
            <a:off x="1895551" y="3393338"/>
            <a:ext cx="2381097" cy="822045"/>
          </a:xfrm>
          <a:prstGeom prst="rect">
            <a:avLst/>
          </a:prstGeom>
          <a:noFill/>
        </p:spPr>
        <p:txBody>
          <a:bodyPr wrap="square" lIns="18288" rIns="18288" tIns="18288" bIns="18288" anchor="t"/>
          <a:lstStyle/>
          <a:p>
            <a:pPr algn="ctr"/>
            <a:r>
              <a:rPr sz="1200" b="1" i="0">
                <a:solidFill>
                  <a:srgbClr val="000000"/>
                </a:solidFill>
                <a:latin typeface="Arial"/>
              </a:rPr>
              <a:t>Voting Trust</a:t>
            </a:r>
          </a:p>
          <a:p>
            <a:pPr algn="ctr">
              <a:spcBef>
                <a:spcPts val="800"/>
              </a:spcBef>
            </a:pPr>
            <a:r>
              <a:rPr sz="1200" b="0" i="0">
                <a:solidFill>
                  <a:srgbClr val="000000"/>
                </a:solidFill>
                <a:latin typeface="Arial"/>
              </a:rPr>
              <a:t>40.6% of total capital</a:t>
            </a:r>
          </a:p>
          <a:p>
            <a:pPr algn="ctr">
              <a:spcBef>
                <a:spcPts val="800"/>
              </a:spcBef>
            </a:pPr>
            <a:r>
              <a:rPr sz="1200" b="0" i="0">
                <a:solidFill>
                  <a:srgbClr val="000000"/>
                </a:solidFill>
                <a:latin typeface="Arial"/>
              </a:rPr>
              <a:t>76.3% of Series B (vote)</a:t>
            </a:r>
          </a:p>
        </p:txBody>
      </p:sp>
      <p:sp>
        <p:nvSpPr>
          <p:cNvPr id="11" name="Oval 10"/>
          <p:cNvSpPr/>
          <p:nvPr/>
        </p:nvSpPr>
        <p:spPr>
          <a:xfrm>
            <a:off x="2331720" y="4480559"/>
            <a:ext cx="1508760" cy="1508760"/>
          </a:xfrm>
          <a:prstGeom prst="ellipse">
            <a:avLst/>
          </a:prstGeom>
          <a:solidFill>
            <a:srgbClr val="E6E6E6"/>
          </a:solidFill>
          <a:ln>
            <a:noFill/>
          </a:ln>
        </p:spPr>
        <p:txBody>
          <a:bodyPr rtlCol="0" anchor="ctr"/>
          <a:lstStyle/>
          <a:p>
            <a:pPr algn="ctr"/>
          </a:p>
        </p:txBody>
      </p:sp>
      <p:sp>
        <p:nvSpPr>
          <p:cNvPr id="12" name="TextBox 11"/>
          <p:cNvSpPr txBox="1"/>
          <p:nvPr/>
        </p:nvSpPr>
        <p:spPr>
          <a:xfrm>
            <a:off x="2452420" y="4752136"/>
            <a:ext cx="1267358" cy="935431"/>
          </a:xfrm>
          <a:prstGeom prst="rect">
            <a:avLst/>
          </a:prstGeom>
          <a:noFill/>
        </p:spPr>
        <p:txBody>
          <a:bodyPr wrap="square" lIns="18288" rIns="18288" tIns="18288" bIns="18288" anchor="t"/>
          <a:lstStyle/>
          <a:p>
            <a:pPr algn="ctr"/>
            <a:r>
              <a:rPr sz="1200" b="1" i="0">
                <a:solidFill>
                  <a:srgbClr val="000000"/>
                </a:solidFill>
                <a:latin typeface="Arial"/>
              </a:rPr>
              <a:t>Single holder</a:t>
            </a:r>
          </a:p>
          <a:p>
            <a:pPr algn="ctr">
              <a:spcBef>
                <a:spcPts val="800"/>
              </a:spcBef>
            </a:pPr>
            <a:r>
              <a:rPr sz="1200" b="0" i="0">
                <a:solidFill>
                  <a:srgbClr val="000000"/>
                </a:solidFill>
                <a:latin typeface="Arial"/>
              </a:rPr>
              <a:t>8.2% of capital</a:t>
            </a:r>
          </a:p>
        </p:txBody>
      </p:sp>
      <p:cxnSp>
        <p:nvCxnSpPr>
          <p:cNvPr id="13" name="Connector 12"/>
          <p:cNvCxnSpPr/>
          <p:nvPr/>
        </p:nvCxnSpPr>
        <p:spPr>
          <a:xfrm>
            <a:off x="4082544" y="1645919"/>
            <a:ext cx="2546856" cy="0"/>
          </a:xfrm>
          <a:prstGeom prst="line">
            <a:avLst/>
          </a:prstGeom>
          <a:ln w="15875">
            <a:solidFill>
              <a:srgbClr val="242852"/>
            </a:solidFill>
          </a:ln>
        </p:spPr>
      </p:cxnSp>
      <p:sp>
        <p:nvSpPr>
          <p:cNvPr id="14" name="Oval 13"/>
          <p:cNvSpPr/>
          <p:nvPr/>
        </p:nvSpPr>
        <p:spPr>
          <a:xfrm>
            <a:off x="4045968" y="1609343"/>
            <a:ext cx="73152" cy="73152"/>
          </a:xfrm>
          <a:prstGeom prst="ellipse">
            <a:avLst/>
          </a:prstGeom>
          <a:solidFill>
            <a:srgbClr val="242852"/>
          </a:solidFill>
          <a:ln>
            <a:noFill/>
          </a:ln>
        </p:spPr>
        <p:txBody>
          <a:bodyPr rtlCol="0" anchor="ctr"/>
          <a:lstStyle/>
          <a:p>
            <a:pPr algn="ctr"/>
          </a:p>
        </p:txBody>
      </p:sp>
      <p:sp>
        <p:nvSpPr>
          <p:cNvPr id="15" name="TextBox 14"/>
          <p:cNvSpPr txBox="1"/>
          <p:nvPr/>
        </p:nvSpPr>
        <p:spPr>
          <a:xfrm>
            <a:off x="6766560" y="1444751"/>
            <a:ext cx="5008168" cy="1524000"/>
          </a:xfrm>
          <a:prstGeom prst="rect">
            <a:avLst/>
          </a:prstGeom>
          <a:noFill/>
        </p:spPr>
        <p:txBody>
          <a:bodyPr wrap="square" lIns="0" rIns="0" tIns="0" bIns="0" anchor="t"/>
          <a:lstStyle/>
          <a:p>
            <a:pPr algn="just"/>
            <a:r>
              <a:rPr sz="1100" b="1" i="0">
                <a:solidFill>
                  <a:srgbClr val="000000"/>
                </a:solidFill>
                <a:latin typeface="Arial"/>
              </a:rPr>
              <a:t>Institutional free float</a:t>
            </a:r>
          </a:p>
          <a:p>
            <a:pPr algn="just" marL="155448" indent="-146304">
              <a:spcBef>
                <a:spcPts val="400"/>
              </a:spcBef>
              <a:buFont typeface="Arial"/>
              <a:buChar char="•"/>
            </a:pPr>
            <a:r>
              <a:rPr sz="1100" b="0" i="0">
                <a:solidFill>
                  <a:srgbClr val="000000"/>
                </a:solidFill>
                <a:latin typeface="Arial"/>
              </a:rPr>
              <a:t>Held mostly by international and domestic funds</a:t>
            </a:r>
          </a:p>
          <a:p>
            <a:pPr algn="just" marL="155448" indent="-146304">
              <a:spcBef>
                <a:spcPts val="400"/>
              </a:spcBef>
              <a:buFont typeface="Arial"/>
              <a:buChar char="•"/>
            </a:pPr>
            <a:r>
              <a:rPr sz="1100" b="0" i="0">
                <a:solidFill>
                  <a:srgbClr val="000000"/>
                </a:solidFill>
                <a:latin typeface="Arial"/>
              </a:rPr>
              <a:t>Sensitive to capital-return signals</a:t>
            </a:r>
          </a:p>
        </p:txBody>
      </p:sp>
      <p:cxnSp>
        <p:nvCxnSpPr>
          <p:cNvPr id="16" name="Connector 15"/>
          <p:cNvCxnSpPr/>
          <p:nvPr/>
        </p:nvCxnSpPr>
        <p:spPr>
          <a:xfrm>
            <a:off x="3528658" y="3225546"/>
            <a:ext cx="3100742" cy="0"/>
          </a:xfrm>
          <a:prstGeom prst="line">
            <a:avLst/>
          </a:prstGeom>
          <a:ln w="15875">
            <a:solidFill>
              <a:srgbClr val="242852"/>
            </a:solidFill>
          </a:ln>
        </p:spPr>
      </p:cxnSp>
      <p:sp>
        <p:nvSpPr>
          <p:cNvPr id="17" name="Oval 16"/>
          <p:cNvSpPr/>
          <p:nvPr/>
        </p:nvSpPr>
        <p:spPr>
          <a:xfrm>
            <a:off x="3492082" y="3188970"/>
            <a:ext cx="73152" cy="73152"/>
          </a:xfrm>
          <a:prstGeom prst="ellipse">
            <a:avLst/>
          </a:prstGeom>
          <a:solidFill>
            <a:srgbClr val="242852"/>
          </a:solidFill>
          <a:ln>
            <a:noFill/>
          </a:ln>
        </p:spPr>
        <p:txBody>
          <a:bodyPr rtlCol="0" anchor="ctr"/>
          <a:lstStyle/>
          <a:p>
            <a:pPr algn="ctr"/>
          </a:p>
        </p:txBody>
      </p:sp>
      <p:sp>
        <p:nvSpPr>
          <p:cNvPr id="18" name="TextBox 17"/>
          <p:cNvSpPr txBox="1"/>
          <p:nvPr/>
        </p:nvSpPr>
        <p:spPr>
          <a:xfrm>
            <a:off x="6766560" y="3024377"/>
            <a:ext cx="5008168" cy="1524000"/>
          </a:xfrm>
          <a:prstGeom prst="rect">
            <a:avLst/>
          </a:prstGeom>
          <a:noFill/>
        </p:spPr>
        <p:txBody>
          <a:bodyPr wrap="square" lIns="0" rIns="0" tIns="0" bIns="0" anchor="t"/>
          <a:lstStyle/>
          <a:p>
            <a:pPr algn="just"/>
            <a:r>
              <a:rPr sz="1100" b="1" i="0">
                <a:solidFill>
                  <a:srgbClr val="000000"/>
                </a:solidFill>
                <a:latin typeface="Arial"/>
              </a:rPr>
              <a:t>Voting Trust</a:t>
            </a:r>
          </a:p>
          <a:p>
            <a:pPr algn="just" marL="155448" indent="-146304">
              <a:spcBef>
                <a:spcPts val="400"/>
              </a:spcBef>
              <a:buFont typeface="Arial"/>
              <a:buChar char="•"/>
            </a:pPr>
            <a:r>
              <a:rPr sz="1100" b="0" i="0">
                <a:solidFill>
                  <a:srgbClr val="000000"/>
                </a:solidFill>
                <a:latin typeface="Arial"/>
              </a:rPr>
              <a:t>Four families acting as a block until 2030</a:t>
            </a:r>
          </a:p>
          <a:p>
            <a:pPr algn="just" marL="155448" indent="-146304">
              <a:spcBef>
                <a:spcPts val="400"/>
              </a:spcBef>
              <a:buFont typeface="Arial"/>
              <a:buChar char="•"/>
            </a:pPr>
            <a:r>
              <a:rPr sz="1100" b="0" i="0">
                <a:solidFill>
                  <a:srgbClr val="000000"/>
                </a:solidFill>
                <a:latin typeface="Arial"/>
              </a:rPr>
              <a:t>A buyback lifts its stake without spending capital</a:t>
            </a:r>
          </a:p>
        </p:txBody>
      </p:sp>
      <p:cxnSp>
        <p:nvCxnSpPr>
          <p:cNvPr id="19" name="Connector 18"/>
          <p:cNvCxnSpPr/>
          <p:nvPr/>
        </p:nvCxnSpPr>
        <p:spPr>
          <a:xfrm>
            <a:off x="3611824" y="4693920"/>
            <a:ext cx="3017576" cy="0"/>
          </a:xfrm>
          <a:prstGeom prst="line">
            <a:avLst/>
          </a:prstGeom>
          <a:ln w="15875">
            <a:solidFill>
              <a:srgbClr val="242852"/>
            </a:solidFill>
          </a:ln>
        </p:spPr>
      </p:cxnSp>
      <p:sp>
        <p:nvSpPr>
          <p:cNvPr id="20" name="Oval 19"/>
          <p:cNvSpPr/>
          <p:nvPr/>
        </p:nvSpPr>
        <p:spPr>
          <a:xfrm>
            <a:off x="3575248" y="4657344"/>
            <a:ext cx="73152" cy="73152"/>
          </a:xfrm>
          <a:prstGeom prst="ellipse">
            <a:avLst/>
          </a:prstGeom>
          <a:solidFill>
            <a:srgbClr val="242852"/>
          </a:solidFill>
          <a:ln>
            <a:noFill/>
          </a:ln>
        </p:spPr>
        <p:txBody>
          <a:bodyPr rtlCol="0" anchor="ctr"/>
          <a:lstStyle/>
          <a:p>
            <a:pPr algn="ctr"/>
          </a:p>
        </p:txBody>
      </p:sp>
      <p:sp>
        <p:nvSpPr>
          <p:cNvPr id="21" name="TextBox 20"/>
          <p:cNvSpPr txBox="1"/>
          <p:nvPr/>
        </p:nvSpPr>
        <p:spPr>
          <a:xfrm>
            <a:off x="6766560" y="4492752"/>
            <a:ext cx="5008168" cy="1524000"/>
          </a:xfrm>
          <a:prstGeom prst="rect">
            <a:avLst/>
          </a:prstGeom>
          <a:noFill/>
        </p:spPr>
        <p:txBody>
          <a:bodyPr wrap="square" lIns="0" rIns="0" tIns="0" bIns="0" anchor="t"/>
          <a:lstStyle/>
          <a:p>
            <a:pPr algn="just"/>
            <a:r>
              <a:rPr sz="1100" b="1" i="0">
                <a:solidFill>
                  <a:srgbClr val="000000"/>
                </a:solidFill>
                <a:latin typeface="Arial"/>
              </a:rPr>
              <a:t>Single large holder</a:t>
            </a:r>
          </a:p>
          <a:p>
            <a:pPr algn="just" marL="155448" indent="-146304">
              <a:spcBef>
                <a:spcPts val="400"/>
              </a:spcBef>
              <a:buFont typeface="Arial"/>
              <a:buChar char="•"/>
            </a:pPr>
            <a:r>
              <a:rPr sz="1100" b="0" i="0">
                <a:solidFill>
                  <a:srgbClr val="000000"/>
                </a:solidFill>
                <a:latin typeface="Arial"/>
              </a:rPr>
              <a:t>Holds mostly limited-vote Series D</a:t>
            </a:r>
          </a:p>
          <a:p>
            <a:pPr algn="just" marL="155448" indent="-146304">
              <a:spcBef>
                <a:spcPts val="400"/>
              </a:spcBef>
              <a:buFont typeface="Arial"/>
              <a:buChar char="•"/>
            </a:pPr>
            <a:r>
              <a:rPr sz="1100" b="0" i="0">
                <a:solidFill>
                  <a:srgbClr val="000000"/>
                </a:solidFill>
                <a:latin typeface="Arial"/>
              </a:rPr>
              <a:t>No challenge to control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Buyback Range: Spot to Intrinsic Value</a:t>
            </a:r>
          </a:p>
        </p:txBody>
      </p:sp>
      <p:sp>
        <p:nvSpPr>
          <p:cNvPr id="4" name="Subtitle 3"/>
          <p:cNvSpPr>
            <a:spLocks noGrp="1"/>
          </p:cNvSpPr>
          <p:nvPr>
            <p:ph type="subTitle" idx="1"/>
          </p:nvPr>
        </p:nvSpPr>
        <p:spPr/>
        <p:txBody>
          <a:bodyPr/>
          <a:lstStyle/>
          <a:p>
            <a:r>
              <a:t>Repurchases create value only between $214.5 (spot) and $238.7 (DCF value)</a:t>
            </a:r>
          </a:p>
        </p:txBody>
      </p:sp>
      <p:sp>
        <p:nvSpPr>
          <p:cNvPr id="5" name="Text Placeholder 4"/>
          <p:cNvSpPr>
            <a:spLocks noGrp="1"/>
          </p:cNvSpPr>
          <p:nvPr>
            <p:ph type="body" idx="14" sz="quarter"/>
          </p:nvPr>
        </p:nvSpPr>
        <p:spPr/>
        <p:txBody>
          <a:bodyPr/>
          <a:lstStyle/>
          <a:p>
            <a:r>
              <a:t>Illustrative data - structural gallery</a:t>
            </a:r>
          </a:p>
        </p:txBody>
      </p:sp>
      <p:sp>
        <p:nvSpPr>
          <p:cNvPr id="6" name="TextBox 5"/>
          <p:cNvSpPr txBox="1"/>
          <p:nvPr/>
        </p:nvSpPr>
        <p:spPr>
          <a:xfrm>
            <a:off x="11353190" y="6355994"/>
            <a:ext cx="421538" cy="274320"/>
          </a:xfrm>
          <a:prstGeom prst="rect">
            <a:avLst/>
          </a:prstGeom>
          <a:noFill/>
        </p:spPr>
        <p:txBody>
          <a:bodyPr wrap="square" lIns="0" rIns="0" tIns="0" bIns="0" anchor="t"/>
          <a:lstStyle/>
          <a:p>
            <a:pPr algn="r"/>
            <a:r>
              <a:rPr sz="1100" b="0" i="0">
                <a:solidFill>
                  <a:srgbClr val="002060"/>
                </a:solidFill>
                <a:latin typeface="Arial"/>
              </a:rPr>
              <a:t>4</a:t>
            </a:r>
          </a:p>
        </p:txBody>
      </p:sp>
      <p:sp>
        <p:nvSpPr>
          <p:cNvPr id="7" name="TextBox 6"/>
          <p:cNvSpPr txBox="1"/>
          <p:nvPr/>
        </p:nvSpPr>
        <p:spPr>
          <a:xfrm>
            <a:off x="525780" y="1344168"/>
            <a:ext cx="5486400" cy="317296"/>
          </a:xfrm>
          <a:prstGeom prst="rect">
            <a:avLst/>
          </a:prstGeom>
          <a:noFill/>
        </p:spPr>
        <p:txBody>
          <a:bodyPr wrap="square" lIns="0" rIns="0" tIns="0" bIns="0" anchor="b"/>
          <a:lstStyle/>
          <a:p>
            <a:pPr algn="l"/>
            <a:r>
              <a:rPr sz="1600" b="1" i="0">
                <a:solidFill>
                  <a:srgbClr val="404040"/>
                </a:solidFill>
                <a:latin typeface="Arial"/>
              </a:rPr>
              <a:t>Buyback price range</a:t>
            </a:r>
          </a:p>
        </p:txBody>
      </p:sp>
      <p:cxnSp>
        <p:nvCxnSpPr>
          <p:cNvPr id="8" name="Connector 7"/>
          <p:cNvCxnSpPr/>
          <p:nvPr/>
        </p:nvCxnSpPr>
        <p:spPr>
          <a:xfrm>
            <a:off x="525780" y="1699869"/>
            <a:ext cx="5486400" cy="0"/>
          </a:xfrm>
          <a:prstGeom prst="line">
            <a:avLst/>
          </a:prstGeom>
          <a:ln w="12700">
            <a:solidFill>
              <a:srgbClr val="000000"/>
            </a:solidFill>
          </a:ln>
        </p:spPr>
      </p:cxnSp>
      <p:cxnSp>
        <p:nvCxnSpPr>
          <p:cNvPr id="9" name="Connector 8"/>
          <p:cNvCxnSpPr/>
          <p:nvPr/>
        </p:nvCxnSpPr>
        <p:spPr>
          <a:xfrm flipH="1">
            <a:off x="845819" y="3218688"/>
            <a:ext cx="4983481" cy="0"/>
          </a:xfrm>
          <a:prstGeom prst="line">
            <a:avLst/>
          </a:prstGeom>
          <a:ln w="19050">
            <a:solidFill>
              <a:srgbClr val="000000"/>
            </a:solidFill>
            <a:tailEnd type="triangle" w="med" len="med"/>
          </a:ln>
        </p:spPr>
      </p:cxnSp>
      <p:cxnSp>
        <p:nvCxnSpPr>
          <p:cNvPr id="10" name="Connector 9"/>
          <p:cNvCxnSpPr/>
          <p:nvPr/>
        </p:nvCxnSpPr>
        <p:spPr>
          <a:xfrm>
            <a:off x="2064258" y="3017520"/>
            <a:ext cx="0" cy="310896"/>
          </a:xfrm>
          <a:prstGeom prst="line">
            <a:avLst/>
          </a:prstGeom>
          <a:ln w="15875">
            <a:solidFill>
              <a:srgbClr val="000000"/>
            </a:solidFill>
          </a:ln>
        </p:spPr>
      </p:cxnSp>
      <p:sp>
        <p:nvSpPr>
          <p:cNvPr id="11" name="Rounded Rectangle 10"/>
          <p:cNvSpPr/>
          <p:nvPr/>
        </p:nvSpPr>
        <p:spPr>
          <a:xfrm>
            <a:off x="1680210" y="2761488"/>
            <a:ext cx="768096" cy="256032"/>
          </a:xfrm>
          <a:prstGeom prst="roundRect">
            <a:avLst>
              <a:gd name="adj" fmla="val 20000"/>
            </a:avLst>
          </a:prstGeom>
          <a:solidFill>
            <a:srgbClr val="221D55"/>
          </a:solidFill>
          <a:ln>
            <a:noFill/>
          </a:ln>
          <a:effectLst>
            <a:outerShdw blurRad="38100" dist="19050" dir="5400000" algn="t" rotWithShape="0">
              <a:srgbClr val="000000">
                <a:alpha val="25000"/>
              </a:srgbClr>
            </a:outerShdw>
          </a:effectLst>
        </p:spPr>
        <p:txBody>
          <a:bodyPr rtlCol="0" anchor="ctr" wrap="square" lIns="18288" rIns="18288" tIns="18288" bIns="18288"/>
          <a:lstStyle/>
          <a:p>
            <a:pPr algn="ctr"/>
            <a:r>
              <a:rPr sz="1000" b="0" i="0">
                <a:solidFill>
                  <a:srgbClr val="FFFFFF"/>
                </a:solidFill>
                <a:latin typeface="Arial"/>
              </a:rPr>
              <a:t>$214.5</a:t>
            </a:r>
          </a:p>
        </p:txBody>
      </p:sp>
      <p:cxnSp>
        <p:nvCxnSpPr>
          <p:cNvPr id="12" name="Connector 11"/>
          <p:cNvCxnSpPr/>
          <p:nvPr/>
        </p:nvCxnSpPr>
        <p:spPr>
          <a:xfrm>
            <a:off x="4520793" y="3017520"/>
            <a:ext cx="0" cy="310896"/>
          </a:xfrm>
          <a:prstGeom prst="line">
            <a:avLst/>
          </a:prstGeom>
          <a:ln w="15875">
            <a:solidFill>
              <a:srgbClr val="000000"/>
            </a:solidFill>
          </a:ln>
        </p:spPr>
      </p:cxnSp>
      <p:sp>
        <p:nvSpPr>
          <p:cNvPr id="13" name="Rounded Rectangle 12"/>
          <p:cNvSpPr/>
          <p:nvPr/>
        </p:nvSpPr>
        <p:spPr>
          <a:xfrm>
            <a:off x="4136745" y="2761488"/>
            <a:ext cx="768096" cy="256032"/>
          </a:xfrm>
          <a:prstGeom prst="roundRect">
            <a:avLst>
              <a:gd name="adj" fmla="val 20000"/>
            </a:avLst>
          </a:prstGeom>
          <a:solidFill>
            <a:srgbClr val="242852"/>
          </a:solidFill>
          <a:ln>
            <a:noFill/>
          </a:ln>
          <a:effectLst>
            <a:outerShdw blurRad="38100" dist="19050" dir="5400000" algn="t" rotWithShape="0">
              <a:srgbClr val="000000">
                <a:alpha val="25000"/>
              </a:srgbClr>
            </a:outerShdw>
          </a:effectLst>
        </p:spPr>
        <p:txBody>
          <a:bodyPr rtlCol="0" anchor="ctr" wrap="square" lIns="18288" rIns="18288" tIns="18288" bIns="18288"/>
          <a:lstStyle/>
          <a:p>
            <a:pPr algn="ctr"/>
            <a:r>
              <a:rPr sz="1000" b="0" i="0">
                <a:solidFill>
                  <a:srgbClr val="FFFFFF"/>
                </a:solidFill>
                <a:latin typeface="Arial"/>
              </a:rPr>
              <a:t>$234.4</a:t>
            </a:r>
          </a:p>
        </p:txBody>
      </p:sp>
      <p:cxnSp>
        <p:nvCxnSpPr>
          <p:cNvPr id="14" name="Connector 13"/>
          <p:cNvCxnSpPr/>
          <p:nvPr/>
        </p:nvCxnSpPr>
        <p:spPr>
          <a:xfrm>
            <a:off x="5051602" y="2688336"/>
            <a:ext cx="0" cy="640080"/>
          </a:xfrm>
          <a:prstGeom prst="line">
            <a:avLst/>
          </a:prstGeom>
          <a:ln w="12700">
            <a:solidFill>
              <a:srgbClr val="000000"/>
            </a:solidFill>
          </a:ln>
        </p:spPr>
      </p:cxnSp>
      <p:sp>
        <p:nvSpPr>
          <p:cNvPr id="15" name="Rounded Rectangle 14"/>
          <p:cNvSpPr/>
          <p:nvPr/>
        </p:nvSpPr>
        <p:spPr>
          <a:xfrm>
            <a:off x="4667554" y="2432304"/>
            <a:ext cx="768096" cy="256032"/>
          </a:xfrm>
          <a:prstGeom prst="roundRect">
            <a:avLst>
              <a:gd name="adj" fmla="val 20000"/>
            </a:avLst>
          </a:prstGeom>
          <a:solidFill>
            <a:srgbClr val="221D55"/>
          </a:solidFill>
          <a:ln>
            <a:noFill/>
          </a:ln>
          <a:effectLst>
            <a:outerShdw blurRad="38100" dist="19050" dir="5400000" algn="t" rotWithShape="0">
              <a:srgbClr val="000000">
                <a:alpha val="25000"/>
              </a:srgbClr>
            </a:outerShdw>
          </a:effectLst>
        </p:spPr>
        <p:txBody>
          <a:bodyPr rtlCol="0" anchor="ctr" wrap="square" lIns="18288" rIns="18288" tIns="18288" bIns="18288"/>
          <a:lstStyle/>
          <a:p>
            <a:pPr algn="ctr"/>
            <a:r>
              <a:rPr sz="1000" b="0" i="0">
                <a:solidFill>
                  <a:srgbClr val="FFFFFF"/>
                </a:solidFill>
                <a:latin typeface="Arial"/>
              </a:rPr>
              <a:t>$238.7</a:t>
            </a:r>
          </a:p>
        </p:txBody>
      </p:sp>
      <p:cxnSp>
        <p:nvCxnSpPr>
          <p:cNvPr id="16" name="Connector 15"/>
          <p:cNvCxnSpPr/>
          <p:nvPr/>
        </p:nvCxnSpPr>
        <p:spPr>
          <a:xfrm>
            <a:off x="1755648" y="3547872"/>
            <a:ext cx="3456431" cy="0"/>
          </a:xfrm>
          <a:prstGeom prst="line">
            <a:avLst/>
          </a:prstGeom>
          <a:ln w="12700">
            <a:solidFill>
              <a:srgbClr val="000000"/>
            </a:solidFill>
            <a:prstDash val="dash"/>
          </a:ln>
        </p:spPr>
      </p:cxnSp>
      <p:sp>
        <p:nvSpPr>
          <p:cNvPr id="17" name="Rectangle 16"/>
          <p:cNvSpPr/>
          <p:nvPr/>
        </p:nvSpPr>
        <p:spPr>
          <a:xfrm>
            <a:off x="2432303" y="3383280"/>
            <a:ext cx="2103120" cy="365760"/>
          </a:xfrm>
          <a:prstGeom prst="rect">
            <a:avLst/>
          </a:prstGeom>
          <a:solidFill>
            <a:srgbClr val="221D55"/>
          </a:solidFill>
          <a:ln>
            <a:noFill/>
          </a:ln>
          <a:effectLst>
            <a:outerShdw blurRad="38100" dist="19050" dir="5400000" algn="t" rotWithShape="0">
              <a:srgbClr val="000000">
                <a:alpha val="25000"/>
              </a:srgbClr>
            </a:outerShdw>
          </a:effectLst>
        </p:spPr>
        <p:txBody>
          <a:bodyPr rtlCol="0" anchor="ctr" wrap="square" lIns="27432" rIns="27432" tIns="27432" bIns="27432"/>
          <a:lstStyle/>
          <a:p>
            <a:pPr algn="ctr"/>
            <a:r>
              <a:rPr sz="1000" b="0" i="0">
                <a:solidFill>
                  <a:srgbClr val="FFFFFF"/>
                </a:solidFill>
                <a:latin typeface="Arial"/>
              </a:rPr>
              <a:t>Range that creates value for holders</a:t>
            </a:r>
          </a:p>
        </p:txBody>
      </p:sp>
      <p:sp>
        <p:nvSpPr>
          <p:cNvPr id="18" name="Rectangular Callout 17"/>
          <p:cNvSpPr/>
          <p:nvPr/>
        </p:nvSpPr>
        <p:spPr>
          <a:xfrm>
            <a:off x="2691993" y="1984248"/>
            <a:ext cx="1005840" cy="237744"/>
          </a:xfrm>
          <a:prstGeom prst="wedgeRectCallout">
            <a:avLst>
              <a:gd name="adj1" fmla="val 104545"/>
              <a:gd name="adj2" fmla="val 238461"/>
            </a:avLst>
          </a:prstGeom>
          <a:solidFill>
            <a:srgbClr val="FFF2B3"/>
          </a:solidFill>
          <a:ln w="6350">
            <a:solidFill>
              <a:srgbClr val="404040"/>
            </a:solidFill>
          </a:ln>
        </p:spPr>
        <p:txBody>
          <a:bodyPr rtlCol="0" anchor="ctr" wrap="square" lIns="54864" rIns="54864" tIns="36576" bIns="36576"/>
          <a:lstStyle/>
          <a:p>
            <a:pPr algn="ctr"/>
            <a:r>
              <a:rPr sz="900" b="0" i="0">
                <a:solidFill>
                  <a:srgbClr val="000000"/>
                </a:solidFill>
                <a:latin typeface="Arial"/>
              </a:rPr>
              <a:t>Consensus</a:t>
            </a:r>
          </a:p>
        </p:txBody>
      </p:sp>
      <p:sp>
        <p:nvSpPr>
          <p:cNvPr id="19" name="TextBox 18"/>
          <p:cNvSpPr txBox="1"/>
          <p:nvPr/>
        </p:nvSpPr>
        <p:spPr>
          <a:xfrm>
            <a:off x="6446520" y="1344168"/>
            <a:ext cx="5328208" cy="317296"/>
          </a:xfrm>
          <a:prstGeom prst="rect">
            <a:avLst/>
          </a:prstGeom>
          <a:noFill/>
        </p:spPr>
        <p:txBody>
          <a:bodyPr wrap="square" lIns="0" rIns="0" tIns="0" bIns="0" anchor="b"/>
          <a:lstStyle/>
          <a:p>
            <a:pPr algn="l"/>
            <a:r>
              <a:rPr sz="1600" b="1" i="0">
                <a:solidFill>
                  <a:srgbClr val="404040"/>
                </a:solidFill>
                <a:latin typeface="Arial"/>
              </a:rPr>
              <a:t>Where the buyback creates value</a:t>
            </a:r>
          </a:p>
        </p:txBody>
      </p:sp>
      <p:cxnSp>
        <p:nvCxnSpPr>
          <p:cNvPr id="20" name="Connector 19"/>
          <p:cNvCxnSpPr/>
          <p:nvPr/>
        </p:nvCxnSpPr>
        <p:spPr>
          <a:xfrm>
            <a:off x="6446520" y="1699869"/>
            <a:ext cx="5328208" cy="0"/>
          </a:xfrm>
          <a:prstGeom prst="line">
            <a:avLst/>
          </a:prstGeom>
          <a:ln w="12700">
            <a:solidFill>
              <a:srgbClr val="000000"/>
            </a:solidFill>
          </a:ln>
        </p:spPr>
      </p:cxnSp>
      <p:sp>
        <p:nvSpPr>
          <p:cNvPr id="21" name="TextBox 20"/>
          <p:cNvSpPr txBox="1"/>
          <p:nvPr/>
        </p:nvSpPr>
        <p:spPr>
          <a:xfrm>
            <a:off x="6446520" y="1801368"/>
            <a:ext cx="5328208" cy="2743200"/>
          </a:xfrm>
          <a:prstGeom prst="rect">
            <a:avLst/>
          </a:prstGeom>
          <a:noFill/>
        </p:spPr>
        <p:txBody>
          <a:bodyPr wrap="square" lIns="54864" rIns="54864" tIns="36576" bIns="36576" anchor="t"/>
          <a:lstStyle/>
          <a:p>
            <a:pPr algn="l" marL="155448" indent="-146304">
              <a:spcBef>
                <a:spcPts val="400"/>
              </a:spcBef>
              <a:buFont typeface="Arial"/>
              <a:buChar char="•"/>
            </a:pPr>
            <a:r>
              <a:rPr sz="1200" b="0" i="0">
                <a:solidFill>
                  <a:srgbClr val="000000"/>
                </a:solidFill>
                <a:latin typeface="Arial"/>
              </a:rPr>
              <a:t>A buyback only </a:t>
            </a:r>
            <a:r>
              <a:rPr sz="1200" b="1" i="0">
                <a:solidFill>
                  <a:srgbClr val="000000"/>
                </a:solidFill>
                <a:latin typeface="Arial"/>
              </a:rPr>
              <a:t>creates value</a:t>
            </a:r>
            <a:r>
              <a:rPr sz="1200" b="0" i="0">
                <a:solidFill>
                  <a:srgbClr val="000000"/>
                </a:solidFill>
                <a:latin typeface="Arial"/>
              </a:rPr>
              <a:t> if executed </a:t>
            </a:r>
            <a:r>
              <a:rPr sz="1200" b="1" i="0">
                <a:solidFill>
                  <a:srgbClr val="000000"/>
                </a:solidFill>
                <a:latin typeface="Arial"/>
              </a:rPr>
              <a:t>below intrinsic value</a:t>
            </a:r>
            <a:r>
              <a:rPr sz="1200" b="0" i="0">
                <a:solidFill>
                  <a:srgbClr val="000000"/>
                </a:solidFill>
                <a:latin typeface="Arial"/>
              </a:rPr>
              <a:t>; paying more transfers wealth to sellers.</a:t>
            </a:r>
          </a:p>
          <a:p>
            <a:pPr algn="l" marL="155448" indent="-146304">
              <a:spcBef>
                <a:spcPts val="400"/>
              </a:spcBef>
              <a:buFont typeface="Arial"/>
              <a:buChar char="•"/>
            </a:pPr>
            <a:r>
              <a:rPr sz="1200" b="0" i="0">
                <a:solidFill>
                  <a:srgbClr val="000000"/>
                </a:solidFill>
                <a:latin typeface="Arial"/>
              </a:rPr>
              <a:t>The lower bound is anchored at </a:t>
            </a:r>
            <a:r>
              <a:rPr sz="1200" b="1" i="0">
                <a:solidFill>
                  <a:srgbClr val="000000"/>
                </a:solidFill>
                <a:latin typeface="Arial"/>
              </a:rPr>
              <a:t>spot</a:t>
            </a:r>
            <a:r>
              <a:rPr sz="1200" b="0" i="0">
                <a:solidFill>
                  <a:srgbClr val="000000"/>
                </a:solidFill>
                <a:latin typeface="Arial"/>
              </a:rPr>
              <a:t>, the natural starting point of any execution.</a:t>
            </a:r>
          </a:p>
          <a:p>
            <a:pPr algn="l" marL="155448" indent="-146304">
              <a:spcBef>
                <a:spcPts val="400"/>
              </a:spcBef>
              <a:buFont typeface="Arial"/>
              <a:buChar char="•"/>
            </a:pPr>
            <a:r>
              <a:rPr sz="1200" b="0" i="0">
                <a:solidFill>
                  <a:srgbClr val="000000"/>
                </a:solidFill>
                <a:latin typeface="Arial"/>
              </a:rPr>
              <a:t>The upper bound is the </a:t>
            </a:r>
            <a:r>
              <a:rPr sz="1200" b="1" i="0">
                <a:solidFill>
                  <a:srgbClr val="000000"/>
                </a:solidFill>
                <a:latin typeface="Arial"/>
              </a:rPr>
              <a:t>DCF value</a:t>
            </a:r>
            <a:r>
              <a:rPr sz="1200" b="0" i="0">
                <a:solidFill>
                  <a:srgbClr val="000000"/>
                </a:solidFill>
                <a:latin typeface="Arial"/>
              </a:rPr>
              <a:t>: buying above it </a:t>
            </a:r>
            <a:r>
              <a:rPr sz="1200" b="1" i="0">
                <a:solidFill>
                  <a:srgbClr val="000000"/>
                </a:solidFill>
                <a:latin typeface="Arial"/>
              </a:rPr>
              <a:t>destroys value</a:t>
            </a:r>
            <a:r>
              <a:rPr sz="1200" b="0" i="0">
                <a:solidFill>
                  <a:srgbClr val="000000"/>
                </a:solidFill>
                <a:latin typeface="Arial"/>
              </a:rPr>
              <a:t> for holders who stay.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Excess Cash: Ps. 32bn of Capacity at 2.0x Leverage</a:t>
            </a:r>
          </a:p>
        </p:txBody>
      </p:sp>
      <p:sp>
        <p:nvSpPr>
          <p:cNvPr id="4" name="Subtitle 3"/>
          <p:cNvSpPr>
            <a:spLocks noGrp="1"/>
          </p:cNvSpPr>
          <p:nvPr>
            <p:ph type="subTitle" idx="1"/>
          </p:nvPr>
        </p:nvSpPr>
        <p:spPr/>
        <p:txBody>
          <a:bodyPr/>
          <a:lstStyle/>
          <a:p>
            <a:r>
              <a:t>Approved returns of Ps. 46.6bn still leave room before the 2.0x ND/EBITDA target</a:t>
            </a:r>
          </a:p>
        </p:txBody>
      </p:sp>
      <p:sp>
        <p:nvSpPr>
          <p:cNvPr id="5" name="Text Placeholder 4"/>
          <p:cNvSpPr>
            <a:spLocks noGrp="1"/>
          </p:cNvSpPr>
          <p:nvPr>
            <p:ph type="body" idx="14" sz="quarter"/>
          </p:nvPr>
        </p:nvSpPr>
        <p:spPr/>
        <p:txBody>
          <a:bodyPr/>
          <a:lstStyle/>
          <a:p>
            <a:r>
              <a:t>Illustrative data - structural gallery</a:t>
            </a:r>
          </a:p>
        </p:txBody>
      </p:sp>
      <p:sp>
        <p:nvSpPr>
          <p:cNvPr id="6" name="TextBox 5"/>
          <p:cNvSpPr txBox="1"/>
          <p:nvPr/>
        </p:nvSpPr>
        <p:spPr>
          <a:xfrm>
            <a:off x="11353190" y="6355994"/>
            <a:ext cx="421538" cy="274320"/>
          </a:xfrm>
          <a:prstGeom prst="rect">
            <a:avLst/>
          </a:prstGeom>
          <a:noFill/>
        </p:spPr>
        <p:txBody>
          <a:bodyPr wrap="square" lIns="0" rIns="0" tIns="0" bIns="0" anchor="t"/>
          <a:lstStyle/>
          <a:p>
            <a:pPr algn="r"/>
            <a:r>
              <a:rPr sz="1100" b="0" i="0">
                <a:solidFill>
                  <a:srgbClr val="002060"/>
                </a:solidFill>
                <a:latin typeface="Arial"/>
              </a:rPr>
              <a:t>5</a:t>
            </a:r>
          </a:p>
        </p:txBody>
      </p:sp>
      <p:sp>
        <p:nvSpPr>
          <p:cNvPr id="7" name="Rectangle 6"/>
          <p:cNvSpPr/>
          <p:nvPr/>
        </p:nvSpPr>
        <p:spPr>
          <a:xfrm>
            <a:off x="708659" y="1600200"/>
            <a:ext cx="2015032" cy="3566160"/>
          </a:xfrm>
          <a:custGeom>
            <a:avLst/>
            <a:gdLst/>
            <a:ahLst/>
            <a:cxnLst/>
            <a:rect l="0" t="0" r="r" b="b"/>
            <a:pathLst>
              <a:path w="2015032" h="3566160">
                <a:moveTo>
                  <a:pt x="201168" y="0"/>
                </a:moveTo>
                <a:lnTo>
                  <a:pt x="1914448" y="160477"/>
                </a:lnTo>
                <a:arcTo wR="100584" hR="1622602" stAng="-5400000" swAng="10800000"/>
                <a:lnTo>
                  <a:pt x="201168" y="3566160"/>
                </a:lnTo>
                <a:arcTo wR="201168" hR="1783080" stAng="5400000" swAng="10800000"/>
                <a:close/>
              </a:path>
            </a:pathLst>
          </a:custGeom>
          <a:solidFill>
            <a:srgbClr val="E6E6E6"/>
          </a:solidFill>
          <a:ln>
            <a:noFill/>
          </a:ln>
        </p:spPr>
        <p:txBody>
          <a:bodyPr rtlCol="0" anchor="ctr"/>
          <a:lstStyle/>
          <a:p>
            <a:pPr algn="ctr"/>
          </a:p>
        </p:txBody>
      </p:sp>
      <p:sp>
        <p:nvSpPr>
          <p:cNvPr id="8" name="Oval 7"/>
          <p:cNvSpPr/>
          <p:nvPr/>
        </p:nvSpPr>
        <p:spPr>
          <a:xfrm>
            <a:off x="708659" y="1600200"/>
            <a:ext cx="402336" cy="3566160"/>
          </a:xfrm>
          <a:prstGeom prst="ellipse">
            <a:avLst/>
          </a:prstGeom>
          <a:solidFill>
            <a:srgbClr val="EFEFEF"/>
          </a:solidFill>
          <a:ln>
            <a:noFill/>
          </a:ln>
        </p:spPr>
        <p:txBody>
          <a:bodyPr rtlCol="0" anchor="ctr"/>
          <a:lstStyle/>
          <a:p>
            <a:pPr algn="ctr"/>
          </a:p>
        </p:txBody>
      </p:sp>
      <p:sp>
        <p:nvSpPr>
          <p:cNvPr id="9" name="Oval 8"/>
          <p:cNvSpPr/>
          <p:nvPr/>
        </p:nvSpPr>
        <p:spPr>
          <a:xfrm>
            <a:off x="1560728" y="1885492"/>
            <a:ext cx="310896" cy="310896"/>
          </a:xfrm>
          <a:prstGeom prst="ellipse">
            <a:avLst/>
          </a:prstGeom>
          <a:solidFill>
            <a:srgbClr val="221D55"/>
          </a:solidFill>
          <a:ln>
            <a:noFill/>
          </a:ln>
        </p:spPr>
        <p:txBody>
          <a:bodyPr rtlCol="0" anchor="ctr" wrap="square" lIns="0" rIns="0" tIns="0" bIns="0"/>
          <a:lstStyle/>
          <a:p>
            <a:pPr algn="ctr"/>
            <a:r>
              <a:rPr sz="1200" b="1" i="0">
                <a:solidFill>
                  <a:srgbClr val="FFFFFF"/>
                </a:solidFill>
                <a:latin typeface="Arial"/>
              </a:rPr>
              <a:t>1</a:t>
            </a:r>
          </a:p>
        </p:txBody>
      </p:sp>
      <p:sp>
        <p:nvSpPr>
          <p:cNvPr id="10" name="TextBox 9"/>
          <p:cNvSpPr txBox="1"/>
          <p:nvPr/>
        </p:nvSpPr>
        <p:spPr>
          <a:xfrm>
            <a:off x="928115" y="2456078"/>
            <a:ext cx="1521256" cy="998524"/>
          </a:xfrm>
          <a:prstGeom prst="rect">
            <a:avLst/>
          </a:prstGeom>
          <a:noFill/>
        </p:spPr>
        <p:txBody>
          <a:bodyPr wrap="square" lIns="0" rIns="0" tIns="0" bIns="0" anchor="ctr"/>
          <a:lstStyle/>
          <a:p>
            <a:pPr algn="ctr"/>
            <a:r>
              <a:rPr sz="1200" b="1" i="0">
                <a:solidFill>
                  <a:srgbClr val="000000"/>
                </a:solidFill>
                <a:latin typeface="Arial"/>
              </a:rPr>
              <a:t>Net debt (2025A)</a:t>
            </a:r>
          </a:p>
          <a:p>
            <a:pPr algn="ctr">
              <a:spcBef>
                <a:spcPts val="800"/>
              </a:spcBef>
            </a:pPr>
            <a:r>
              <a:rPr sz="1200" b="0" i="0">
                <a:solidFill>
                  <a:srgbClr val="000000"/>
                </a:solidFill>
                <a:latin typeface="Arial"/>
              </a:rPr>
              <a:t>Ps. 74,920 mm</a:t>
            </a:r>
          </a:p>
        </p:txBody>
      </p:sp>
      <p:cxnSp>
        <p:nvCxnSpPr>
          <p:cNvPr id="11" name="Connector 10"/>
          <p:cNvCxnSpPr/>
          <p:nvPr/>
        </p:nvCxnSpPr>
        <p:spPr>
          <a:xfrm>
            <a:off x="1046987" y="3561588"/>
            <a:ext cx="1384097" cy="0"/>
          </a:xfrm>
          <a:prstGeom prst="line">
            <a:avLst/>
          </a:prstGeom>
          <a:ln w="9525">
            <a:solidFill>
              <a:srgbClr val="000000"/>
            </a:solidFill>
          </a:ln>
        </p:spPr>
      </p:cxnSp>
      <p:sp>
        <p:nvSpPr>
          <p:cNvPr id="12" name="TextBox 11"/>
          <p:cNvSpPr txBox="1"/>
          <p:nvPr/>
        </p:nvSpPr>
        <p:spPr>
          <a:xfrm>
            <a:off x="928115" y="3668572"/>
            <a:ext cx="1521256" cy="998524"/>
          </a:xfrm>
          <a:prstGeom prst="rect">
            <a:avLst/>
          </a:prstGeom>
          <a:noFill/>
        </p:spPr>
        <p:txBody>
          <a:bodyPr wrap="square" lIns="0" rIns="0" tIns="0" bIns="0" anchor="ctr"/>
          <a:lstStyle/>
          <a:p>
            <a:pPr algn="ctr"/>
            <a:r>
              <a:rPr sz="1200" b="1" i="0">
                <a:solidFill>
                  <a:srgbClr val="000000"/>
                </a:solidFill>
                <a:latin typeface="Arial"/>
              </a:rPr>
              <a:t>Net debt / EBITDA</a:t>
            </a:r>
          </a:p>
          <a:p>
            <a:pPr algn="ctr">
              <a:spcBef>
                <a:spcPts val="800"/>
              </a:spcBef>
            </a:pPr>
            <a:r>
              <a:rPr sz="1200" b="0" i="0">
                <a:solidFill>
                  <a:srgbClr val="000000"/>
                </a:solidFill>
                <a:latin typeface="Arial"/>
              </a:rPr>
              <a:t>1.02x</a:t>
            </a:r>
          </a:p>
        </p:txBody>
      </p:sp>
      <p:sp>
        <p:nvSpPr>
          <p:cNvPr id="13" name="Rectangle 12"/>
          <p:cNvSpPr/>
          <p:nvPr/>
        </p:nvSpPr>
        <p:spPr>
          <a:xfrm>
            <a:off x="2522524" y="1760677"/>
            <a:ext cx="2015032" cy="3245205"/>
          </a:xfrm>
          <a:custGeom>
            <a:avLst/>
            <a:gdLst/>
            <a:ahLst/>
            <a:cxnLst/>
            <a:rect l="0" t="0" r="r" b="b"/>
            <a:pathLst>
              <a:path w="2015032" h="3245205">
                <a:moveTo>
                  <a:pt x="201168" y="0"/>
                </a:moveTo>
                <a:lnTo>
                  <a:pt x="1914448" y="160477"/>
                </a:lnTo>
                <a:arcTo wR="100584" hR="1462125" stAng="-5400000" swAng="10800000"/>
                <a:lnTo>
                  <a:pt x="201168" y="3245205"/>
                </a:lnTo>
                <a:arcTo wR="201168" hR="1622602" stAng="5400000" swAng="10800000"/>
                <a:close/>
              </a:path>
            </a:pathLst>
          </a:custGeom>
          <a:solidFill>
            <a:srgbClr val="D4D4D4"/>
          </a:solidFill>
          <a:ln>
            <a:noFill/>
          </a:ln>
        </p:spPr>
        <p:txBody>
          <a:bodyPr rtlCol="0" anchor="ctr"/>
          <a:lstStyle/>
          <a:p>
            <a:pPr algn="ctr"/>
          </a:p>
        </p:txBody>
      </p:sp>
      <p:sp>
        <p:nvSpPr>
          <p:cNvPr id="14" name="Oval 13"/>
          <p:cNvSpPr/>
          <p:nvPr/>
        </p:nvSpPr>
        <p:spPr>
          <a:xfrm>
            <a:off x="2522524" y="1760677"/>
            <a:ext cx="402336" cy="3245205"/>
          </a:xfrm>
          <a:prstGeom prst="ellipse">
            <a:avLst/>
          </a:prstGeom>
          <a:solidFill>
            <a:srgbClr val="E3E3E3"/>
          </a:solidFill>
          <a:ln>
            <a:noFill/>
          </a:ln>
        </p:spPr>
        <p:txBody>
          <a:bodyPr rtlCol="0" anchor="ctr"/>
          <a:lstStyle/>
          <a:p>
            <a:pPr algn="ctr"/>
          </a:p>
        </p:txBody>
      </p:sp>
      <p:sp>
        <p:nvSpPr>
          <p:cNvPr id="15" name="Oval 14"/>
          <p:cNvSpPr/>
          <p:nvPr/>
        </p:nvSpPr>
        <p:spPr>
          <a:xfrm>
            <a:off x="3374593" y="2020293"/>
            <a:ext cx="310896" cy="310896"/>
          </a:xfrm>
          <a:prstGeom prst="ellipse">
            <a:avLst/>
          </a:prstGeom>
          <a:solidFill>
            <a:srgbClr val="221D55"/>
          </a:solidFill>
          <a:ln>
            <a:noFill/>
          </a:ln>
        </p:spPr>
        <p:txBody>
          <a:bodyPr rtlCol="0" anchor="ctr" wrap="square" lIns="0" rIns="0" tIns="0" bIns="0"/>
          <a:lstStyle/>
          <a:p>
            <a:pPr algn="ctr"/>
            <a:r>
              <a:rPr sz="1200" b="1" i="0">
                <a:solidFill>
                  <a:srgbClr val="FFFFFF"/>
                </a:solidFill>
                <a:latin typeface="Arial"/>
              </a:rPr>
              <a:t>2</a:t>
            </a:r>
          </a:p>
        </p:txBody>
      </p:sp>
      <p:sp>
        <p:nvSpPr>
          <p:cNvPr id="16" name="TextBox 15"/>
          <p:cNvSpPr txBox="1"/>
          <p:nvPr/>
        </p:nvSpPr>
        <p:spPr>
          <a:xfrm>
            <a:off x="2741980" y="2539526"/>
            <a:ext cx="1521256" cy="908657"/>
          </a:xfrm>
          <a:prstGeom prst="rect">
            <a:avLst/>
          </a:prstGeom>
          <a:noFill/>
        </p:spPr>
        <p:txBody>
          <a:bodyPr wrap="square" lIns="0" rIns="0" tIns="0" bIns="0" anchor="ctr"/>
          <a:lstStyle/>
          <a:p>
            <a:pPr algn="ctr"/>
            <a:r>
              <a:rPr sz="1200" b="1" i="0">
                <a:solidFill>
                  <a:srgbClr val="000000"/>
                </a:solidFill>
                <a:latin typeface="Arial"/>
              </a:rPr>
              <a:t>Ordinary dividend</a:t>
            </a:r>
          </a:p>
          <a:p>
            <a:pPr algn="ctr">
              <a:spcBef>
                <a:spcPts val="800"/>
              </a:spcBef>
            </a:pPr>
            <a:r>
              <a:rPr sz="1200" b="0" i="0">
                <a:solidFill>
                  <a:srgbClr val="000000"/>
                </a:solidFill>
                <a:latin typeface="Arial"/>
              </a:rPr>
              <a:t>Ps. 15,200 mm</a:t>
            </a:r>
          </a:p>
        </p:txBody>
      </p:sp>
      <p:cxnSp>
        <p:nvCxnSpPr>
          <p:cNvPr id="17" name="Connector 16"/>
          <p:cNvCxnSpPr/>
          <p:nvPr/>
        </p:nvCxnSpPr>
        <p:spPr>
          <a:xfrm>
            <a:off x="2860852" y="3545540"/>
            <a:ext cx="1384097" cy="0"/>
          </a:xfrm>
          <a:prstGeom prst="line">
            <a:avLst/>
          </a:prstGeom>
          <a:ln w="9525">
            <a:solidFill>
              <a:srgbClr val="000000"/>
            </a:solidFill>
          </a:ln>
        </p:spPr>
      </p:cxnSp>
      <p:sp>
        <p:nvSpPr>
          <p:cNvPr id="18" name="TextBox 17"/>
          <p:cNvSpPr txBox="1"/>
          <p:nvPr/>
        </p:nvSpPr>
        <p:spPr>
          <a:xfrm>
            <a:off x="2741980" y="3642896"/>
            <a:ext cx="1521256" cy="908657"/>
          </a:xfrm>
          <a:prstGeom prst="rect">
            <a:avLst/>
          </a:prstGeom>
          <a:noFill/>
        </p:spPr>
        <p:txBody>
          <a:bodyPr wrap="square" lIns="0" rIns="0" tIns="0" bIns="0" anchor="ctr"/>
          <a:lstStyle/>
          <a:p>
            <a:pPr algn="ctr"/>
            <a:r>
              <a:rPr sz="1200" b="1" i="0">
                <a:solidFill>
                  <a:srgbClr val="000000"/>
                </a:solidFill>
                <a:latin typeface="Arial"/>
              </a:rPr>
              <a:t>Extraordinary div.</a:t>
            </a:r>
          </a:p>
          <a:p>
            <a:pPr algn="ctr">
              <a:spcBef>
                <a:spcPts val="800"/>
              </a:spcBef>
            </a:pPr>
            <a:r>
              <a:rPr sz="1200" b="0" i="0">
                <a:solidFill>
                  <a:srgbClr val="000000"/>
                </a:solidFill>
                <a:latin typeface="Arial"/>
              </a:rPr>
              <a:t>Ps. 25,800 mm</a:t>
            </a:r>
          </a:p>
        </p:txBody>
      </p:sp>
      <p:sp>
        <p:nvSpPr>
          <p:cNvPr id="19" name="Rectangle 18"/>
          <p:cNvSpPr/>
          <p:nvPr/>
        </p:nvSpPr>
        <p:spPr>
          <a:xfrm>
            <a:off x="4336389" y="1921154"/>
            <a:ext cx="2015032" cy="2924251"/>
          </a:xfrm>
          <a:custGeom>
            <a:avLst/>
            <a:gdLst/>
            <a:ahLst/>
            <a:cxnLst/>
            <a:rect l="0" t="0" r="r" b="b"/>
            <a:pathLst>
              <a:path w="2015032" h="2924251">
                <a:moveTo>
                  <a:pt x="201168" y="0"/>
                </a:moveTo>
                <a:lnTo>
                  <a:pt x="1914448" y="160477"/>
                </a:lnTo>
                <a:arcTo wR="100584" hR="1301648" stAng="-5400000" swAng="10800000"/>
                <a:lnTo>
                  <a:pt x="201168" y="2924251"/>
                </a:lnTo>
                <a:arcTo wR="201168" hR="1462125" stAng="5400000" swAng="10800000"/>
                <a:close/>
              </a:path>
            </a:pathLst>
          </a:custGeom>
          <a:solidFill>
            <a:srgbClr val="C2C2C2"/>
          </a:solidFill>
          <a:ln>
            <a:noFill/>
          </a:ln>
        </p:spPr>
        <p:txBody>
          <a:bodyPr rtlCol="0" anchor="ctr"/>
          <a:lstStyle/>
          <a:p>
            <a:pPr algn="ctr"/>
          </a:p>
        </p:txBody>
      </p:sp>
      <p:sp>
        <p:nvSpPr>
          <p:cNvPr id="20" name="Oval 19"/>
          <p:cNvSpPr/>
          <p:nvPr/>
        </p:nvSpPr>
        <p:spPr>
          <a:xfrm>
            <a:off x="4336389" y="1921154"/>
            <a:ext cx="402336" cy="2924251"/>
          </a:xfrm>
          <a:prstGeom prst="ellipse">
            <a:avLst/>
          </a:prstGeom>
          <a:solidFill>
            <a:srgbClr val="D7D7D7"/>
          </a:solidFill>
          <a:ln>
            <a:noFill/>
          </a:ln>
        </p:spPr>
        <p:txBody>
          <a:bodyPr rtlCol="0" anchor="ctr"/>
          <a:lstStyle/>
          <a:p>
            <a:pPr algn="ctr"/>
          </a:p>
        </p:txBody>
      </p:sp>
      <p:sp>
        <p:nvSpPr>
          <p:cNvPr id="21" name="Oval 20"/>
          <p:cNvSpPr/>
          <p:nvPr/>
        </p:nvSpPr>
        <p:spPr>
          <a:xfrm>
            <a:off x="5188458" y="2155094"/>
            <a:ext cx="310896" cy="310896"/>
          </a:xfrm>
          <a:prstGeom prst="ellipse">
            <a:avLst/>
          </a:prstGeom>
          <a:solidFill>
            <a:srgbClr val="221D55"/>
          </a:solidFill>
          <a:ln>
            <a:noFill/>
          </a:ln>
        </p:spPr>
        <p:txBody>
          <a:bodyPr rtlCol="0" anchor="ctr" wrap="square" lIns="0" rIns="0" tIns="0" bIns="0"/>
          <a:lstStyle/>
          <a:p>
            <a:pPr algn="ctr"/>
            <a:r>
              <a:rPr sz="1200" b="1" i="0">
                <a:solidFill>
                  <a:srgbClr val="FFFFFF"/>
                </a:solidFill>
                <a:latin typeface="Arial"/>
              </a:rPr>
              <a:t>3</a:t>
            </a:r>
          </a:p>
        </p:txBody>
      </p:sp>
      <p:sp>
        <p:nvSpPr>
          <p:cNvPr id="22" name="TextBox 21"/>
          <p:cNvSpPr txBox="1"/>
          <p:nvPr/>
        </p:nvSpPr>
        <p:spPr>
          <a:xfrm>
            <a:off x="4555845" y="2622974"/>
            <a:ext cx="1521256" cy="818790"/>
          </a:xfrm>
          <a:prstGeom prst="rect">
            <a:avLst/>
          </a:prstGeom>
          <a:noFill/>
        </p:spPr>
        <p:txBody>
          <a:bodyPr wrap="square" lIns="0" rIns="0" tIns="0" bIns="0" anchor="ctr"/>
          <a:lstStyle/>
          <a:p>
            <a:pPr algn="ctr"/>
            <a:r>
              <a:rPr sz="1200" b="1" i="0">
                <a:solidFill>
                  <a:srgbClr val="000000"/>
                </a:solidFill>
                <a:latin typeface="Arial"/>
              </a:rPr>
              <a:t>Pending buybacks</a:t>
            </a:r>
          </a:p>
          <a:p>
            <a:pPr algn="ctr">
              <a:spcBef>
                <a:spcPts val="800"/>
              </a:spcBef>
            </a:pPr>
            <a:r>
              <a:rPr sz="1200" b="0" i="0">
                <a:solidFill>
                  <a:srgbClr val="000000"/>
                </a:solidFill>
                <a:latin typeface="Arial"/>
              </a:rPr>
              <a:t>Ps. 5,600 mm</a:t>
            </a:r>
          </a:p>
        </p:txBody>
      </p:sp>
      <p:sp>
        <p:nvSpPr>
          <p:cNvPr id="23" name="Rectangle 22"/>
          <p:cNvSpPr/>
          <p:nvPr/>
        </p:nvSpPr>
        <p:spPr>
          <a:xfrm>
            <a:off x="6150254" y="2081631"/>
            <a:ext cx="2015032" cy="2603296"/>
          </a:xfrm>
          <a:custGeom>
            <a:avLst/>
            <a:gdLst/>
            <a:ahLst/>
            <a:cxnLst/>
            <a:rect l="0" t="0" r="r" b="b"/>
            <a:pathLst>
              <a:path w="2015032" h="2603296">
                <a:moveTo>
                  <a:pt x="201168" y="0"/>
                </a:moveTo>
                <a:lnTo>
                  <a:pt x="1914448" y="160477"/>
                </a:lnTo>
                <a:arcTo wR="100584" hR="1141171" stAng="-5400000" swAng="10800000"/>
                <a:lnTo>
                  <a:pt x="201168" y="2603296"/>
                </a:lnTo>
                <a:arcTo wR="201168" hR="1301648" stAng="5400000" swAng="10800000"/>
                <a:close/>
              </a:path>
            </a:pathLst>
          </a:custGeom>
          <a:solidFill>
            <a:srgbClr val="B0B0B0"/>
          </a:solidFill>
          <a:ln>
            <a:noFill/>
          </a:ln>
        </p:spPr>
        <p:txBody>
          <a:bodyPr rtlCol="0" anchor="ctr"/>
          <a:lstStyle/>
          <a:p>
            <a:pPr algn="ctr"/>
          </a:p>
        </p:txBody>
      </p:sp>
      <p:sp>
        <p:nvSpPr>
          <p:cNvPr id="24" name="Oval 23"/>
          <p:cNvSpPr/>
          <p:nvPr/>
        </p:nvSpPr>
        <p:spPr>
          <a:xfrm>
            <a:off x="6150254" y="2081631"/>
            <a:ext cx="402336" cy="2603296"/>
          </a:xfrm>
          <a:prstGeom prst="ellipse">
            <a:avLst/>
          </a:prstGeom>
          <a:solidFill>
            <a:srgbClr val="CCCCCC"/>
          </a:solidFill>
          <a:ln>
            <a:noFill/>
          </a:ln>
        </p:spPr>
        <p:txBody>
          <a:bodyPr rtlCol="0" anchor="ctr"/>
          <a:lstStyle/>
          <a:p>
            <a:pPr algn="ctr"/>
          </a:p>
        </p:txBody>
      </p:sp>
      <p:sp>
        <p:nvSpPr>
          <p:cNvPr id="25" name="Oval 24"/>
          <p:cNvSpPr/>
          <p:nvPr/>
        </p:nvSpPr>
        <p:spPr>
          <a:xfrm>
            <a:off x="7002322" y="2289895"/>
            <a:ext cx="310896" cy="310896"/>
          </a:xfrm>
          <a:prstGeom prst="ellipse">
            <a:avLst/>
          </a:prstGeom>
          <a:solidFill>
            <a:srgbClr val="221D55"/>
          </a:solidFill>
          <a:ln>
            <a:noFill/>
          </a:ln>
        </p:spPr>
        <p:txBody>
          <a:bodyPr rtlCol="0" anchor="ctr" wrap="square" lIns="0" rIns="0" tIns="0" bIns="0"/>
          <a:lstStyle/>
          <a:p>
            <a:pPr algn="ctr"/>
            <a:r>
              <a:rPr sz="1200" b="1" i="0">
                <a:solidFill>
                  <a:srgbClr val="FFFFFF"/>
                </a:solidFill>
                <a:latin typeface="Arial"/>
              </a:rPr>
              <a:t>4</a:t>
            </a:r>
          </a:p>
        </p:txBody>
      </p:sp>
      <p:sp>
        <p:nvSpPr>
          <p:cNvPr id="26" name="TextBox 25"/>
          <p:cNvSpPr txBox="1"/>
          <p:nvPr/>
        </p:nvSpPr>
        <p:spPr>
          <a:xfrm>
            <a:off x="6369710" y="2706422"/>
            <a:ext cx="1521256" cy="728923"/>
          </a:xfrm>
          <a:prstGeom prst="rect">
            <a:avLst/>
          </a:prstGeom>
          <a:noFill/>
        </p:spPr>
        <p:txBody>
          <a:bodyPr wrap="square" lIns="0" rIns="0" tIns="0" bIns="0" anchor="ctr"/>
          <a:lstStyle/>
          <a:p>
            <a:pPr algn="ctr"/>
            <a:r>
              <a:rPr sz="1100" b="1" i="0">
                <a:solidFill>
                  <a:srgbClr val="000000"/>
                </a:solidFill>
                <a:latin typeface="Arial"/>
              </a:rPr>
              <a:t>Cash (2026E)</a:t>
            </a:r>
          </a:p>
          <a:p>
            <a:pPr algn="ctr">
              <a:spcBef>
                <a:spcPts val="800"/>
              </a:spcBef>
            </a:pPr>
            <a:r>
              <a:rPr sz="1100" b="0" i="0">
                <a:solidFill>
                  <a:srgbClr val="000000"/>
                </a:solidFill>
                <a:latin typeface="Arial"/>
              </a:rPr>
              <a:t>Ps. 59,608 mm</a:t>
            </a:r>
          </a:p>
        </p:txBody>
      </p:sp>
      <p:cxnSp>
        <p:nvCxnSpPr>
          <p:cNvPr id="27" name="Connector 26"/>
          <p:cNvCxnSpPr/>
          <p:nvPr/>
        </p:nvCxnSpPr>
        <p:spPr>
          <a:xfrm>
            <a:off x="6488582" y="3513444"/>
            <a:ext cx="1384097" cy="0"/>
          </a:xfrm>
          <a:prstGeom prst="line">
            <a:avLst/>
          </a:prstGeom>
          <a:ln w="9525">
            <a:solidFill>
              <a:srgbClr val="000000"/>
            </a:solidFill>
          </a:ln>
        </p:spPr>
      </p:cxnSp>
      <p:sp>
        <p:nvSpPr>
          <p:cNvPr id="28" name="TextBox 27"/>
          <p:cNvSpPr txBox="1"/>
          <p:nvPr/>
        </p:nvSpPr>
        <p:spPr>
          <a:xfrm>
            <a:off x="6369710" y="3591543"/>
            <a:ext cx="1521256" cy="728923"/>
          </a:xfrm>
          <a:prstGeom prst="rect">
            <a:avLst/>
          </a:prstGeom>
          <a:noFill/>
        </p:spPr>
        <p:txBody>
          <a:bodyPr wrap="square" lIns="0" rIns="0" tIns="0" bIns="0" anchor="ctr"/>
          <a:lstStyle/>
          <a:p>
            <a:pPr algn="ctr"/>
            <a:r>
              <a:rPr sz="1100" b="1" i="0">
                <a:solidFill>
                  <a:srgbClr val="000000"/>
                </a:solidFill>
                <a:latin typeface="Arial"/>
              </a:rPr>
              <a:t>Gross debt (2026E)</a:t>
            </a:r>
          </a:p>
          <a:p>
            <a:pPr algn="ctr">
              <a:spcBef>
                <a:spcPts val="800"/>
              </a:spcBef>
            </a:pPr>
            <a:r>
              <a:rPr sz="1100" b="0" i="0">
                <a:solidFill>
                  <a:srgbClr val="000000"/>
                </a:solidFill>
                <a:latin typeface="Arial"/>
              </a:rPr>
              <a:t>Ps. 178,372 mm</a:t>
            </a:r>
          </a:p>
        </p:txBody>
      </p:sp>
      <p:sp>
        <p:nvSpPr>
          <p:cNvPr id="29" name="Rectangle 28"/>
          <p:cNvSpPr/>
          <p:nvPr/>
        </p:nvSpPr>
        <p:spPr>
          <a:xfrm>
            <a:off x="7964119" y="2242108"/>
            <a:ext cx="2015032" cy="2282342"/>
          </a:xfrm>
          <a:custGeom>
            <a:avLst/>
            <a:gdLst/>
            <a:ahLst/>
            <a:cxnLst/>
            <a:rect l="0" t="0" r="r" b="b"/>
            <a:pathLst>
              <a:path w="2015032" h="2282342">
                <a:moveTo>
                  <a:pt x="201168" y="0"/>
                </a:moveTo>
                <a:lnTo>
                  <a:pt x="1914448" y="160477"/>
                </a:lnTo>
                <a:arcTo wR="100584" hR="980694" stAng="-5400000" swAng="10800000"/>
                <a:lnTo>
                  <a:pt x="201168" y="2282342"/>
                </a:lnTo>
                <a:arcTo wR="201168" hR="1141171" stAng="5400000" swAng="10800000"/>
                <a:close/>
              </a:path>
            </a:pathLst>
          </a:custGeom>
          <a:solidFill>
            <a:srgbClr val="9E9E9E"/>
          </a:solidFill>
          <a:ln>
            <a:noFill/>
          </a:ln>
        </p:spPr>
        <p:txBody>
          <a:bodyPr rtlCol="0" anchor="ctr"/>
          <a:lstStyle/>
          <a:p>
            <a:pPr algn="ctr"/>
          </a:p>
        </p:txBody>
      </p:sp>
      <p:sp>
        <p:nvSpPr>
          <p:cNvPr id="30" name="Oval 29"/>
          <p:cNvSpPr/>
          <p:nvPr/>
        </p:nvSpPr>
        <p:spPr>
          <a:xfrm>
            <a:off x="7964119" y="2242108"/>
            <a:ext cx="402336" cy="2282342"/>
          </a:xfrm>
          <a:prstGeom prst="ellipse">
            <a:avLst/>
          </a:prstGeom>
          <a:solidFill>
            <a:srgbClr val="C0C0C0"/>
          </a:solidFill>
          <a:ln>
            <a:noFill/>
          </a:ln>
        </p:spPr>
        <p:txBody>
          <a:bodyPr rtlCol="0" anchor="ctr"/>
          <a:lstStyle/>
          <a:p>
            <a:pPr algn="ctr"/>
          </a:p>
        </p:txBody>
      </p:sp>
      <p:sp>
        <p:nvSpPr>
          <p:cNvPr id="31" name="Oval 30"/>
          <p:cNvSpPr/>
          <p:nvPr/>
        </p:nvSpPr>
        <p:spPr>
          <a:xfrm>
            <a:off x="8816187" y="2424696"/>
            <a:ext cx="310896" cy="310896"/>
          </a:xfrm>
          <a:prstGeom prst="ellipse">
            <a:avLst/>
          </a:prstGeom>
          <a:solidFill>
            <a:srgbClr val="221D55"/>
          </a:solidFill>
          <a:ln>
            <a:noFill/>
          </a:ln>
        </p:spPr>
        <p:txBody>
          <a:bodyPr rtlCol="0" anchor="ctr" wrap="square" lIns="0" rIns="0" tIns="0" bIns="0"/>
          <a:lstStyle/>
          <a:p>
            <a:pPr algn="ctr"/>
            <a:r>
              <a:rPr sz="1200" b="1" i="0">
                <a:solidFill>
                  <a:srgbClr val="FFFFFF"/>
                </a:solidFill>
                <a:latin typeface="Arial"/>
              </a:rPr>
              <a:t>5</a:t>
            </a:r>
          </a:p>
        </p:txBody>
      </p:sp>
      <p:sp>
        <p:nvSpPr>
          <p:cNvPr id="32" name="TextBox 31"/>
          <p:cNvSpPr txBox="1"/>
          <p:nvPr/>
        </p:nvSpPr>
        <p:spPr>
          <a:xfrm>
            <a:off x="8183575" y="2789870"/>
            <a:ext cx="1521256" cy="639055"/>
          </a:xfrm>
          <a:prstGeom prst="rect">
            <a:avLst/>
          </a:prstGeom>
          <a:noFill/>
        </p:spPr>
        <p:txBody>
          <a:bodyPr wrap="square" lIns="0" rIns="0" tIns="0" bIns="0" anchor="ctr"/>
          <a:lstStyle/>
          <a:p>
            <a:pPr algn="ctr"/>
            <a:r>
              <a:rPr sz="1100" b="1" i="0">
                <a:solidFill>
                  <a:srgbClr val="000000"/>
                </a:solidFill>
                <a:latin typeface="Arial"/>
              </a:rPr>
              <a:t>Net debt (2026E)</a:t>
            </a:r>
          </a:p>
          <a:p>
            <a:pPr algn="ctr">
              <a:spcBef>
                <a:spcPts val="800"/>
              </a:spcBef>
            </a:pPr>
            <a:r>
              <a:rPr sz="1100" b="0" i="0">
                <a:solidFill>
                  <a:srgbClr val="000000"/>
                </a:solidFill>
                <a:latin typeface="Arial"/>
              </a:rPr>
              <a:t>Ps. 118,765 mm</a:t>
            </a:r>
          </a:p>
        </p:txBody>
      </p:sp>
      <p:cxnSp>
        <p:nvCxnSpPr>
          <p:cNvPr id="33" name="Connector 32"/>
          <p:cNvCxnSpPr/>
          <p:nvPr/>
        </p:nvCxnSpPr>
        <p:spPr>
          <a:xfrm>
            <a:off x="8302447" y="3497397"/>
            <a:ext cx="1384097" cy="0"/>
          </a:xfrm>
          <a:prstGeom prst="line">
            <a:avLst/>
          </a:prstGeom>
          <a:ln w="9525">
            <a:solidFill>
              <a:srgbClr val="000000"/>
            </a:solidFill>
          </a:ln>
        </p:spPr>
      </p:cxnSp>
      <p:sp>
        <p:nvSpPr>
          <p:cNvPr id="34" name="TextBox 33"/>
          <p:cNvSpPr txBox="1"/>
          <p:nvPr/>
        </p:nvSpPr>
        <p:spPr>
          <a:xfrm>
            <a:off x="8183575" y="3565867"/>
            <a:ext cx="1521256" cy="639055"/>
          </a:xfrm>
          <a:prstGeom prst="rect">
            <a:avLst/>
          </a:prstGeom>
          <a:noFill/>
        </p:spPr>
        <p:txBody>
          <a:bodyPr wrap="square" lIns="0" rIns="0" tIns="0" bIns="0" anchor="ctr"/>
          <a:lstStyle/>
          <a:p>
            <a:pPr algn="ctr"/>
            <a:r>
              <a:rPr sz="1100" b="1" i="0">
                <a:solidFill>
                  <a:srgbClr val="000000"/>
                </a:solidFill>
                <a:latin typeface="Arial"/>
              </a:rPr>
              <a:t>ND / EBITDA</a:t>
            </a:r>
          </a:p>
          <a:p>
            <a:pPr algn="ctr">
              <a:spcBef>
                <a:spcPts val="800"/>
              </a:spcBef>
            </a:pPr>
            <a:r>
              <a:rPr sz="1100" b="0" i="0">
                <a:solidFill>
                  <a:srgbClr val="000000"/>
                </a:solidFill>
                <a:latin typeface="Arial"/>
              </a:rPr>
              <a:t>1.57x</a:t>
            </a:r>
          </a:p>
        </p:txBody>
      </p:sp>
      <p:sp>
        <p:nvSpPr>
          <p:cNvPr id="35" name="Rectangle 34"/>
          <p:cNvSpPr/>
          <p:nvPr/>
        </p:nvSpPr>
        <p:spPr>
          <a:xfrm>
            <a:off x="9777984" y="2402586"/>
            <a:ext cx="2015032" cy="1961388"/>
          </a:xfrm>
          <a:custGeom>
            <a:avLst/>
            <a:gdLst/>
            <a:ahLst/>
            <a:cxnLst/>
            <a:rect l="0" t="0" r="r" b="b"/>
            <a:pathLst>
              <a:path w="2015032" h="1961388">
                <a:moveTo>
                  <a:pt x="201168" y="0"/>
                </a:moveTo>
                <a:lnTo>
                  <a:pt x="1914448" y="160477"/>
                </a:lnTo>
                <a:arcTo wR="100584" hR="820216" stAng="-5400000" swAng="10800000"/>
                <a:lnTo>
                  <a:pt x="201168" y="1961388"/>
                </a:lnTo>
                <a:arcTo wR="201168" hR="980694" stAng="5400000" swAng="10800000"/>
                <a:close/>
              </a:path>
            </a:pathLst>
          </a:custGeom>
          <a:solidFill>
            <a:srgbClr val="242852"/>
          </a:solidFill>
          <a:ln>
            <a:noFill/>
          </a:ln>
        </p:spPr>
        <p:txBody>
          <a:bodyPr rtlCol="0" anchor="ctr"/>
          <a:lstStyle/>
          <a:p>
            <a:pPr algn="ctr"/>
          </a:p>
        </p:txBody>
      </p:sp>
      <p:sp>
        <p:nvSpPr>
          <p:cNvPr id="36" name="Oval 35"/>
          <p:cNvSpPr/>
          <p:nvPr/>
        </p:nvSpPr>
        <p:spPr>
          <a:xfrm>
            <a:off x="9777984" y="2402586"/>
            <a:ext cx="402336" cy="1961388"/>
          </a:xfrm>
          <a:prstGeom prst="ellipse">
            <a:avLst/>
          </a:prstGeom>
          <a:solidFill>
            <a:srgbClr val="8789A0"/>
          </a:solidFill>
          <a:ln>
            <a:noFill/>
          </a:ln>
        </p:spPr>
        <p:txBody>
          <a:bodyPr rtlCol="0" anchor="ctr"/>
          <a:lstStyle/>
          <a:p>
            <a:pPr algn="ctr"/>
          </a:p>
        </p:txBody>
      </p:sp>
      <p:sp>
        <p:nvSpPr>
          <p:cNvPr id="37" name="Oval 36"/>
          <p:cNvSpPr/>
          <p:nvPr/>
        </p:nvSpPr>
        <p:spPr>
          <a:xfrm>
            <a:off x="10630052" y="2559497"/>
            <a:ext cx="310896" cy="310896"/>
          </a:xfrm>
          <a:prstGeom prst="ellipse">
            <a:avLst/>
          </a:prstGeom>
          <a:solidFill>
            <a:srgbClr val="FFFFFF"/>
          </a:solidFill>
          <a:ln>
            <a:noFill/>
          </a:ln>
        </p:spPr>
        <p:txBody>
          <a:bodyPr rtlCol="0" anchor="ctr" wrap="square" lIns="0" rIns="0" tIns="0" bIns="0"/>
          <a:lstStyle/>
          <a:p>
            <a:pPr algn="ctr"/>
            <a:r>
              <a:rPr sz="1200" b="1" i="0">
                <a:solidFill>
                  <a:srgbClr val="242852"/>
                </a:solidFill>
                <a:latin typeface="Arial"/>
              </a:rPr>
              <a:t>6</a:t>
            </a:r>
          </a:p>
        </p:txBody>
      </p:sp>
      <p:sp>
        <p:nvSpPr>
          <p:cNvPr id="38" name="TextBox 37"/>
          <p:cNvSpPr txBox="1"/>
          <p:nvPr/>
        </p:nvSpPr>
        <p:spPr>
          <a:xfrm>
            <a:off x="9997440" y="2873319"/>
            <a:ext cx="1521256" cy="549188"/>
          </a:xfrm>
          <a:prstGeom prst="rect">
            <a:avLst/>
          </a:prstGeom>
          <a:noFill/>
        </p:spPr>
        <p:txBody>
          <a:bodyPr wrap="square" lIns="0" rIns="0" tIns="0" bIns="0" anchor="ctr"/>
          <a:lstStyle/>
          <a:p>
            <a:pPr algn="ctr"/>
            <a:r>
              <a:rPr sz="1100" b="1" i="0">
                <a:solidFill>
                  <a:srgbClr val="FFFFFF"/>
                </a:solidFill>
                <a:latin typeface="Arial"/>
              </a:rPr>
              <a:t>Excess cash</a:t>
            </a:r>
          </a:p>
          <a:p>
            <a:pPr algn="ctr">
              <a:spcBef>
                <a:spcPts val="800"/>
              </a:spcBef>
            </a:pPr>
            <a:r>
              <a:rPr sz="1100" b="0" i="0">
                <a:solidFill>
                  <a:srgbClr val="FFFFFF"/>
                </a:solidFill>
                <a:latin typeface="Arial"/>
              </a:rPr>
              <a:t>Ps. 32,121 mm</a:t>
            </a:r>
          </a:p>
        </p:txBody>
      </p:sp>
      <p:cxnSp>
        <p:nvCxnSpPr>
          <p:cNvPr id="39" name="Connector 38"/>
          <p:cNvCxnSpPr/>
          <p:nvPr/>
        </p:nvCxnSpPr>
        <p:spPr>
          <a:xfrm>
            <a:off x="10116312" y="3481349"/>
            <a:ext cx="1384096" cy="0"/>
          </a:xfrm>
          <a:prstGeom prst="line">
            <a:avLst/>
          </a:prstGeom>
          <a:ln w="9525">
            <a:solidFill>
              <a:srgbClr val="FFFFFF"/>
            </a:solidFill>
          </a:ln>
        </p:spPr>
      </p:cxnSp>
      <p:sp>
        <p:nvSpPr>
          <p:cNvPr id="40" name="TextBox 39"/>
          <p:cNvSpPr txBox="1"/>
          <p:nvPr/>
        </p:nvSpPr>
        <p:spPr>
          <a:xfrm>
            <a:off x="9997440" y="3540191"/>
            <a:ext cx="1521256" cy="549188"/>
          </a:xfrm>
          <a:prstGeom prst="rect">
            <a:avLst/>
          </a:prstGeom>
          <a:noFill/>
        </p:spPr>
        <p:txBody>
          <a:bodyPr wrap="square" lIns="0" rIns="0" tIns="0" bIns="0" anchor="ctr"/>
          <a:lstStyle/>
          <a:p>
            <a:pPr algn="ctr"/>
            <a:r>
              <a:rPr sz="1100" b="1" i="0">
                <a:solidFill>
                  <a:srgbClr val="FFFFFF"/>
                </a:solidFill>
                <a:latin typeface="Arial"/>
              </a:rPr>
              <a:t>ND / EBITDA</a:t>
            </a:r>
          </a:p>
          <a:p>
            <a:pPr algn="ctr">
              <a:spcBef>
                <a:spcPts val="800"/>
              </a:spcBef>
            </a:pPr>
            <a:r>
              <a:rPr sz="1100" b="0" i="0">
                <a:solidFill>
                  <a:srgbClr val="FFFFFF"/>
                </a:solidFill>
                <a:latin typeface="Arial"/>
              </a:rPr>
              <a:t>2.00x</a:t>
            </a:r>
          </a:p>
        </p:txBody>
      </p:sp>
      <p:sp>
        <p:nvSpPr>
          <p:cNvPr id="41" name="Oval 40"/>
          <p:cNvSpPr/>
          <p:nvPr/>
        </p:nvSpPr>
        <p:spPr>
          <a:xfrm>
            <a:off x="2496921" y="3236976"/>
            <a:ext cx="292608" cy="292608"/>
          </a:xfrm>
          <a:prstGeom prst="ellipse">
            <a:avLst/>
          </a:prstGeom>
          <a:solidFill>
            <a:srgbClr val="404040"/>
          </a:solidFill>
          <a:ln>
            <a:noFill/>
          </a:ln>
        </p:spPr>
        <p:txBody>
          <a:bodyPr rtlCol="0" anchor="ctr" wrap="square" lIns="0" rIns="0" tIns="0" bIns="0"/>
          <a:lstStyle/>
          <a:p>
            <a:pPr algn="ctr"/>
            <a:r>
              <a:rPr sz="1200" b="1" i="0">
                <a:solidFill>
                  <a:srgbClr val="FFFFFF"/>
                </a:solidFill>
                <a:latin typeface="Arial"/>
              </a:rPr>
              <a:t>-</a:t>
            </a:r>
          </a:p>
        </p:txBody>
      </p:sp>
      <p:sp>
        <p:nvSpPr>
          <p:cNvPr id="42" name="Oval 41"/>
          <p:cNvSpPr/>
          <p:nvPr/>
        </p:nvSpPr>
        <p:spPr>
          <a:xfrm>
            <a:off x="4310786" y="3236976"/>
            <a:ext cx="292608" cy="292608"/>
          </a:xfrm>
          <a:prstGeom prst="ellipse">
            <a:avLst/>
          </a:prstGeom>
          <a:solidFill>
            <a:srgbClr val="404040"/>
          </a:solidFill>
          <a:ln>
            <a:noFill/>
          </a:ln>
        </p:spPr>
        <p:txBody>
          <a:bodyPr rtlCol="0" anchor="ctr" wrap="square" lIns="0" rIns="0" tIns="0" bIns="0"/>
          <a:lstStyle/>
          <a:p>
            <a:pPr algn="ctr"/>
            <a:r>
              <a:rPr sz="1200" b="1" i="0">
                <a:solidFill>
                  <a:srgbClr val="FFFFFF"/>
                </a:solidFill>
                <a:latin typeface="Arial"/>
              </a:rPr>
              <a:t>-</a:t>
            </a:r>
          </a:p>
        </p:txBody>
      </p:sp>
      <p:sp>
        <p:nvSpPr>
          <p:cNvPr id="43" name="Oval 42"/>
          <p:cNvSpPr/>
          <p:nvPr/>
        </p:nvSpPr>
        <p:spPr>
          <a:xfrm>
            <a:off x="6124651" y="3236976"/>
            <a:ext cx="292608" cy="292608"/>
          </a:xfrm>
          <a:prstGeom prst="ellipse">
            <a:avLst/>
          </a:prstGeom>
          <a:solidFill>
            <a:srgbClr val="404040"/>
          </a:solidFill>
          <a:ln>
            <a:noFill/>
          </a:ln>
        </p:spPr>
        <p:txBody>
          <a:bodyPr rtlCol="0" anchor="ctr" wrap="square" lIns="0" rIns="0" tIns="0" bIns="0"/>
          <a:lstStyle/>
          <a:p>
            <a:pPr algn="ctr"/>
            <a:r>
              <a:rPr sz="1200" b="1" i="0">
                <a:solidFill>
                  <a:srgbClr val="FFFFFF"/>
                </a:solidFill>
                <a:latin typeface="Arial"/>
              </a:rPr>
              <a:t>≈</a:t>
            </a:r>
          </a:p>
        </p:txBody>
      </p:sp>
      <p:cxnSp>
        <p:nvCxnSpPr>
          <p:cNvPr id="44" name="Connector 43"/>
          <p:cNvCxnSpPr/>
          <p:nvPr/>
        </p:nvCxnSpPr>
        <p:spPr>
          <a:xfrm>
            <a:off x="2860852" y="4684928"/>
            <a:ext cx="0" cy="228600"/>
          </a:xfrm>
          <a:prstGeom prst="line">
            <a:avLst/>
          </a:prstGeom>
          <a:ln w="15875">
            <a:solidFill>
              <a:srgbClr val="221D55"/>
            </a:solidFill>
          </a:ln>
        </p:spPr>
      </p:cxnSp>
      <p:cxnSp>
        <p:nvCxnSpPr>
          <p:cNvPr id="45" name="Connector 44"/>
          <p:cNvCxnSpPr/>
          <p:nvPr/>
        </p:nvCxnSpPr>
        <p:spPr>
          <a:xfrm>
            <a:off x="6058814" y="4684928"/>
            <a:ext cx="0" cy="228600"/>
          </a:xfrm>
          <a:prstGeom prst="line">
            <a:avLst/>
          </a:prstGeom>
          <a:ln w="15875">
            <a:solidFill>
              <a:srgbClr val="221D55"/>
            </a:solidFill>
          </a:ln>
        </p:spPr>
      </p:cxnSp>
      <p:cxnSp>
        <p:nvCxnSpPr>
          <p:cNvPr id="46" name="Connector 45"/>
          <p:cNvCxnSpPr/>
          <p:nvPr/>
        </p:nvCxnSpPr>
        <p:spPr>
          <a:xfrm>
            <a:off x="2860852" y="4913528"/>
            <a:ext cx="3197962" cy="0"/>
          </a:xfrm>
          <a:prstGeom prst="line">
            <a:avLst/>
          </a:prstGeom>
          <a:ln w="15875">
            <a:solidFill>
              <a:srgbClr val="221D55"/>
            </a:solidFill>
          </a:ln>
        </p:spPr>
      </p:cxnSp>
      <p:sp>
        <p:nvSpPr>
          <p:cNvPr id="47" name="Oval 46"/>
          <p:cNvSpPr/>
          <p:nvPr/>
        </p:nvSpPr>
        <p:spPr>
          <a:xfrm>
            <a:off x="3682593" y="4758080"/>
            <a:ext cx="1554480" cy="329184"/>
          </a:xfrm>
          <a:prstGeom prst="ellipse">
            <a:avLst/>
          </a:prstGeom>
          <a:solidFill>
            <a:srgbClr val="7F8FA9"/>
          </a:solidFill>
          <a:ln w="9525">
            <a:solidFill>
              <a:srgbClr val="221D55"/>
            </a:solidFill>
          </a:ln>
        </p:spPr>
        <p:txBody>
          <a:bodyPr rtlCol="0" anchor="ctr" wrap="square" lIns="0" rIns="0" tIns="0" bIns="0"/>
          <a:lstStyle/>
          <a:p>
            <a:pPr algn="ctr"/>
            <a:r>
              <a:rPr sz="1100" b="1" i="0">
                <a:solidFill>
                  <a:srgbClr val="FFFFFF"/>
                </a:solidFill>
                <a:latin typeface="Arial"/>
              </a:rPr>
              <a:t>Ps. 46,600 mm</a:t>
            </a:r>
          </a:p>
        </p:txBody>
      </p:sp>
      <p:sp>
        <p:nvSpPr>
          <p:cNvPr id="48" name="TextBox 47"/>
          <p:cNvSpPr txBox="1"/>
          <p:nvPr/>
        </p:nvSpPr>
        <p:spPr>
          <a:xfrm>
            <a:off x="3362553" y="5114696"/>
            <a:ext cx="2194560" cy="365760"/>
          </a:xfrm>
          <a:prstGeom prst="rect">
            <a:avLst/>
          </a:prstGeom>
          <a:noFill/>
        </p:spPr>
        <p:txBody>
          <a:bodyPr wrap="square" lIns="0" rIns="0" tIns="0" bIns="0" anchor="t"/>
          <a:lstStyle/>
          <a:p>
            <a:pPr algn="ctr"/>
            <a:r>
              <a:rPr sz="1000" b="1" i="0">
                <a:solidFill>
                  <a:srgbClr val="000000"/>
                </a:solidFill>
                <a:latin typeface="Arial"/>
              </a:rPr>
              <a:t>Total approved capital return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Executive Summary</a:t>
            </a:r>
          </a:p>
        </p:txBody>
      </p:sp>
      <p:sp>
        <p:nvSpPr>
          <p:cNvPr id="4" name="Subtitle 3"/>
          <p:cNvSpPr>
            <a:spLocks noGrp="1"/>
          </p:cNvSpPr>
          <p:nvPr>
            <p:ph type="subTitle" idx="1"/>
          </p:nvPr>
        </p:nvSpPr>
        <p:spPr/>
        <p:txBody>
          <a:bodyPr/>
          <a:lstStyle/>
          <a:p>
            <a:r>
              <a:t>From today's balance sheet to the target scenario</a:t>
            </a:r>
          </a:p>
        </p:txBody>
      </p:sp>
      <p:sp>
        <p:nvSpPr>
          <p:cNvPr id="5" name="Text Placeholder 4"/>
          <p:cNvSpPr>
            <a:spLocks noGrp="1"/>
          </p:cNvSpPr>
          <p:nvPr>
            <p:ph type="body" idx="14" sz="quarter"/>
          </p:nvPr>
        </p:nvSpPr>
        <p:spPr/>
        <p:txBody>
          <a:bodyPr/>
          <a:lstStyle/>
          <a:p>
            <a:r>
              <a:t>Illustrative data - structural gallery</a:t>
            </a:r>
          </a:p>
        </p:txBody>
      </p:sp>
      <p:sp>
        <p:nvSpPr>
          <p:cNvPr id="6" name="TextBox 5"/>
          <p:cNvSpPr txBox="1"/>
          <p:nvPr/>
        </p:nvSpPr>
        <p:spPr>
          <a:xfrm>
            <a:off x="11353190" y="6355994"/>
            <a:ext cx="421538" cy="274320"/>
          </a:xfrm>
          <a:prstGeom prst="rect">
            <a:avLst/>
          </a:prstGeom>
          <a:noFill/>
        </p:spPr>
        <p:txBody>
          <a:bodyPr wrap="square" lIns="0" rIns="0" tIns="0" bIns="0" anchor="t"/>
          <a:lstStyle/>
          <a:p>
            <a:pPr algn="r"/>
            <a:r>
              <a:rPr sz="1100" b="0" i="0">
                <a:solidFill>
                  <a:srgbClr val="002060"/>
                </a:solidFill>
                <a:latin typeface="Arial"/>
              </a:rPr>
              <a:t>6</a:t>
            </a:r>
          </a:p>
        </p:txBody>
      </p:sp>
      <p:sp>
        <p:nvSpPr>
          <p:cNvPr id="7" name="Pentagon 6"/>
          <p:cNvSpPr/>
          <p:nvPr/>
        </p:nvSpPr>
        <p:spPr>
          <a:xfrm>
            <a:off x="525780" y="1371600"/>
            <a:ext cx="2846527" cy="475488"/>
          </a:xfrm>
          <a:prstGeom prst="homePlate">
            <a:avLst/>
          </a:prstGeom>
          <a:solidFill>
            <a:srgbClr val="808080"/>
          </a:solidFill>
          <a:ln>
            <a:noFill/>
          </a:ln>
        </p:spPr>
        <p:txBody>
          <a:bodyPr rtlCol="0" anchor="ctr" wrap="square" lIns="228600" rIns="228600" tIns="36576" bIns="36576"/>
          <a:lstStyle/>
          <a:p>
            <a:pPr algn="ctr"/>
            <a:r>
              <a:rPr sz="1500" b="1" i="0">
                <a:solidFill>
                  <a:srgbClr val="FFFFFF"/>
                </a:solidFill>
                <a:latin typeface="Arial"/>
              </a:rPr>
              <a:t>Current situation</a:t>
            </a:r>
          </a:p>
        </p:txBody>
      </p:sp>
      <p:sp>
        <p:nvSpPr>
          <p:cNvPr id="8" name="Chevron 7"/>
          <p:cNvSpPr/>
          <p:nvPr/>
        </p:nvSpPr>
        <p:spPr>
          <a:xfrm>
            <a:off x="3326587" y="1371600"/>
            <a:ext cx="2846527" cy="475488"/>
          </a:xfrm>
          <a:prstGeom prst="chevron">
            <a:avLst/>
          </a:prstGeom>
          <a:solidFill>
            <a:srgbClr val="616371"/>
          </a:solidFill>
          <a:ln>
            <a:noFill/>
          </a:ln>
        </p:spPr>
        <p:txBody>
          <a:bodyPr rtlCol="0" anchor="ctr" wrap="square" lIns="228600" rIns="228600" tIns="36576" bIns="36576"/>
          <a:lstStyle/>
          <a:p>
            <a:pPr algn="ctr"/>
            <a:r>
              <a:rPr sz="1500" b="1" i="0">
                <a:solidFill>
                  <a:srgbClr val="FFFFFF"/>
                </a:solidFill>
                <a:latin typeface="Arial"/>
              </a:rPr>
              <a:t>2026 programme</a:t>
            </a:r>
          </a:p>
        </p:txBody>
      </p:sp>
      <p:sp>
        <p:nvSpPr>
          <p:cNvPr id="9" name="Chevron 8"/>
          <p:cNvSpPr/>
          <p:nvPr/>
        </p:nvSpPr>
        <p:spPr>
          <a:xfrm>
            <a:off x="6127394" y="1371600"/>
            <a:ext cx="2846527" cy="475488"/>
          </a:xfrm>
          <a:prstGeom prst="chevron">
            <a:avLst/>
          </a:prstGeom>
          <a:solidFill>
            <a:srgbClr val="434561"/>
          </a:solidFill>
          <a:ln>
            <a:noFill/>
          </a:ln>
        </p:spPr>
        <p:txBody>
          <a:bodyPr rtlCol="0" anchor="ctr" wrap="square" lIns="228600" rIns="228600" tIns="36576" bIns="36576"/>
          <a:lstStyle/>
          <a:p>
            <a:pPr algn="ctr"/>
            <a:r>
              <a:rPr sz="1500" b="1" i="0">
                <a:solidFill>
                  <a:srgbClr val="FFFFFF"/>
                </a:solidFill>
                <a:latin typeface="Arial"/>
              </a:rPr>
              <a:t>The opportunity</a:t>
            </a:r>
          </a:p>
        </p:txBody>
      </p:sp>
      <p:sp>
        <p:nvSpPr>
          <p:cNvPr id="10" name="Chevron 9"/>
          <p:cNvSpPr/>
          <p:nvPr/>
        </p:nvSpPr>
        <p:spPr>
          <a:xfrm>
            <a:off x="8928201" y="1371600"/>
            <a:ext cx="2846527" cy="475488"/>
          </a:xfrm>
          <a:prstGeom prst="chevron">
            <a:avLst/>
          </a:prstGeom>
          <a:solidFill>
            <a:srgbClr val="242852"/>
          </a:solidFill>
          <a:ln>
            <a:noFill/>
          </a:ln>
        </p:spPr>
        <p:txBody>
          <a:bodyPr rtlCol="0" anchor="ctr" wrap="square" lIns="228600" rIns="228600" tIns="36576" bIns="36576"/>
          <a:lstStyle/>
          <a:p>
            <a:pPr algn="ctr"/>
            <a:r>
              <a:rPr sz="1500" b="1" i="0">
                <a:solidFill>
                  <a:srgbClr val="FFFFFF"/>
                </a:solidFill>
                <a:latin typeface="Arial"/>
              </a:rPr>
              <a:t>Target scenario</a:t>
            </a:r>
          </a:p>
        </p:txBody>
      </p:sp>
      <p:sp>
        <p:nvSpPr>
          <p:cNvPr id="11" name="Rectangle 10"/>
          <p:cNvSpPr/>
          <p:nvPr/>
        </p:nvSpPr>
        <p:spPr>
          <a:xfrm>
            <a:off x="662940" y="2011680"/>
            <a:ext cx="2503627" cy="1783080"/>
          </a:xfrm>
          <a:prstGeom prst="rect">
            <a:avLst/>
          </a:prstGeom>
          <a:solidFill>
            <a:srgbClr val="F2F2F2"/>
          </a:solidFill>
          <a:ln w="12700">
            <a:solidFill>
              <a:srgbClr val="1F2937"/>
            </a:solidFill>
          </a:ln>
        </p:spPr>
        <p:txBody>
          <a:bodyPr rtlCol="0" anchor="ctr" wrap="square" lIns="54864" rIns="54864" tIns="36576" bIns="36576"/>
          <a:lstStyle/>
          <a:p>
            <a:pPr algn="ctr"/>
            <a:r>
              <a:rPr sz="1100" b="1" i="0">
                <a:solidFill>
                  <a:srgbClr val="000000"/>
                </a:solidFill>
                <a:latin typeface="Arial"/>
              </a:rPr>
              <a:t>Cash &amp; equivalents</a:t>
            </a:r>
          </a:p>
          <a:p>
            <a:pPr algn="ctr">
              <a:spcBef>
                <a:spcPts val="800"/>
              </a:spcBef>
            </a:pPr>
            <a:r>
              <a:rPr sz="1100" b="0" i="0">
                <a:solidFill>
                  <a:srgbClr val="000000"/>
                </a:solidFill>
                <a:latin typeface="Arial"/>
              </a:rPr>
              <a:t>$99,955</a:t>
            </a:r>
          </a:p>
          <a:p>
            <a:pPr algn="ctr">
              <a:spcBef>
                <a:spcPts val="800"/>
              </a:spcBef>
            </a:pPr>
            <a:r>
              <a:rPr sz="1100" b="1" i="0">
                <a:solidFill>
                  <a:srgbClr val="000000"/>
                </a:solidFill>
                <a:latin typeface="Arial"/>
              </a:rPr>
              <a:t>Net debt</a:t>
            </a:r>
          </a:p>
          <a:p>
            <a:pPr algn="ctr">
              <a:spcBef>
                <a:spcPts val="800"/>
              </a:spcBef>
            </a:pPr>
            <a:r>
              <a:rPr sz="1100" b="0" i="0">
                <a:solidFill>
                  <a:srgbClr val="000000"/>
                </a:solidFill>
                <a:latin typeface="Arial"/>
              </a:rPr>
              <a:t>$74,920</a:t>
            </a:r>
          </a:p>
          <a:p>
            <a:pPr algn="ctr">
              <a:spcBef>
                <a:spcPts val="800"/>
              </a:spcBef>
            </a:pPr>
            <a:r>
              <a:rPr sz="1100" b="1" i="0">
                <a:solidFill>
                  <a:srgbClr val="000000"/>
                </a:solidFill>
                <a:latin typeface="Arial"/>
              </a:rPr>
              <a:t>ND / EBITDA</a:t>
            </a:r>
          </a:p>
          <a:p>
            <a:pPr algn="ctr">
              <a:spcBef>
                <a:spcPts val="800"/>
              </a:spcBef>
            </a:pPr>
            <a:r>
              <a:rPr sz="1100" b="0" i="0">
                <a:solidFill>
                  <a:srgbClr val="000000"/>
                </a:solidFill>
                <a:latin typeface="Arial"/>
              </a:rPr>
              <a:t>1.02x</a:t>
            </a:r>
          </a:p>
        </p:txBody>
      </p:sp>
      <p:sp>
        <p:nvSpPr>
          <p:cNvPr id="12" name="Rectangle 11"/>
          <p:cNvSpPr/>
          <p:nvPr/>
        </p:nvSpPr>
        <p:spPr>
          <a:xfrm>
            <a:off x="3486607" y="2011680"/>
            <a:ext cx="2503627" cy="1783080"/>
          </a:xfrm>
          <a:prstGeom prst="rect">
            <a:avLst/>
          </a:prstGeom>
          <a:solidFill>
            <a:srgbClr val="F2F2F2"/>
          </a:solidFill>
          <a:ln w="12700">
            <a:solidFill>
              <a:srgbClr val="1F2937"/>
            </a:solidFill>
          </a:ln>
        </p:spPr>
        <p:txBody>
          <a:bodyPr rtlCol="0" anchor="ctr" wrap="square" lIns="54864" rIns="54864" tIns="36576" bIns="36576"/>
          <a:lstStyle/>
          <a:p>
            <a:pPr algn="ctr"/>
            <a:r>
              <a:rPr sz="1100" b="1" i="0">
                <a:solidFill>
                  <a:srgbClr val="000000"/>
                </a:solidFill>
                <a:latin typeface="Arial"/>
              </a:rPr>
              <a:t>Returns approved</a:t>
            </a:r>
          </a:p>
          <a:p>
            <a:pPr algn="ctr">
              <a:spcBef>
                <a:spcPts val="800"/>
              </a:spcBef>
            </a:pPr>
            <a:r>
              <a:rPr sz="1100" b="0" i="0">
                <a:solidFill>
                  <a:srgbClr val="000000"/>
                </a:solidFill>
                <a:latin typeface="Arial"/>
              </a:rPr>
              <a:t>Ps. ~47,000 mm</a:t>
            </a:r>
          </a:p>
          <a:p>
            <a:pPr algn="ctr">
              <a:spcBef>
                <a:spcPts val="800"/>
              </a:spcBef>
            </a:pPr>
            <a:r>
              <a:rPr sz="1100" b="1" i="0">
                <a:solidFill>
                  <a:srgbClr val="000000"/>
                </a:solidFill>
                <a:latin typeface="Arial"/>
              </a:rPr>
              <a:t>ND / EBITDA 2026E</a:t>
            </a:r>
          </a:p>
          <a:p>
            <a:pPr algn="ctr">
              <a:spcBef>
                <a:spcPts val="800"/>
              </a:spcBef>
            </a:pPr>
            <a:r>
              <a:rPr sz="1100" b="0" i="0">
                <a:solidFill>
                  <a:srgbClr val="000000"/>
                </a:solidFill>
                <a:latin typeface="Arial"/>
              </a:rPr>
              <a:t>1.57x</a:t>
            </a:r>
          </a:p>
        </p:txBody>
      </p:sp>
      <p:sp>
        <p:nvSpPr>
          <p:cNvPr id="13" name="Rectangle 12"/>
          <p:cNvSpPr/>
          <p:nvPr/>
        </p:nvSpPr>
        <p:spPr>
          <a:xfrm>
            <a:off x="6310274" y="2011680"/>
            <a:ext cx="2503627" cy="1783080"/>
          </a:xfrm>
          <a:prstGeom prst="rect">
            <a:avLst/>
          </a:prstGeom>
          <a:solidFill>
            <a:srgbClr val="F2F2F2"/>
          </a:solidFill>
          <a:ln w="12700">
            <a:solidFill>
              <a:srgbClr val="1F2937"/>
            </a:solidFill>
          </a:ln>
        </p:spPr>
        <p:txBody>
          <a:bodyPr rtlCol="0" anchor="ctr" wrap="square" lIns="54864" rIns="54864" tIns="36576" bIns="36576"/>
          <a:lstStyle/>
          <a:p>
            <a:pPr algn="ctr"/>
            <a:r>
              <a:rPr sz="1100" b="1" i="0">
                <a:solidFill>
                  <a:srgbClr val="000000"/>
                </a:solidFill>
                <a:latin typeface="Arial"/>
              </a:rPr>
              <a:t>Excess cash</a:t>
            </a:r>
          </a:p>
          <a:p>
            <a:pPr algn="ctr">
              <a:spcBef>
                <a:spcPts val="800"/>
              </a:spcBef>
            </a:pPr>
            <a:r>
              <a:rPr sz="1100" b="0" i="0">
                <a:solidFill>
                  <a:srgbClr val="000000"/>
                </a:solidFill>
                <a:latin typeface="Arial"/>
              </a:rPr>
              <a:t>Ps. 32,121 mm</a:t>
            </a:r>
          </a:p>
        </p:txBody>
      </p:sp>
      <p:sp>
        <p:nvSpPr>
          <p:cNvPr id="14" name="Rectangle 13"/>
          <p:cNvSpPr/>
          <p:nvPr/>
        </p:nvSpPr>
        <p:spPr>
          <a:xfrm>
            <a:off x="9133941" y="2011680"/>
            <a:ext cx="2503627" cy="1783080"/>
          </a:xfrm>
          <a:prstGeom prst="rect">
            <a:avLst/>
          </a:prstGeom>
          <a:solidFill>
            <a:srgbClr val="F2F2F2"/>
          </a:solidFill>
          <a:ln w="12700">
            <a:solidFill>
              <a:srgbClr val="1F2937"/>
            </a:solidFill>
          </a:ln>
        </p:spPr>
        <p:txBody>
          <a:bodyPr rtlCol="0" anchor="ctr" wrap="square" lIns="54864" rIns="54864" tIns="36576" bIns="36576"/>
          <a:lstStyle/>
          <a:p>
            <a:pPr algn="ctr"/>
            <a:r>
              <a:rPr sz="1100" b="1" i="0">
                <a:solidFill>
                  <a:srgbClr val="000000"/>
                </a:solidFill>
                <a:latin typeface="Arial"/>
              </a:rPr>
              <a:t>Proposal</a:t>
            </a:r>
          </a:p>
          <a:p>
            <a:pPr algn="ctr">
              <a:spcBef>
                <a:spcPts val="800"/>
              </a:spcBef>
            </a:pPr>
            <a:r>
              <a:rPr sz="1100" b="0" i="0">
                <a:solidFill>
                  <a:srgbClr val="000000"/>
                </a:solidFill>
                <a:latin typeface="Arial"/>
              </a:rPr>
              <a:t>Dividends 30% / Buybacks 70%</a:t>
            </a:r>
          </a:p>
          <a:p>
            <a:pPr algn="ctr">
              <a:spcBef>
                <a:spcPts val="800"/>
              </a:spcBef>
            </a:pPr>
            <a:r>
              <a:rPr sz="1100" b="1" i="0">
                <a:solidFill>
                  <a:srgbClr val="000000"/>
                </a:solidFill>
                <a:latin typeface="Arial"/>
              </a:rPr>
              <a:t>ND / EBITDA</a:t>
            </a:r>
          </a:p>
          <a:p>
            <a:pPr algn="ctr">
              <a:spcBef>
                <a:spcPts val="800"/>
              </a:spcBef>
            </a:pPr>
            <a:r>
              <a:rPr sz="1100" b="0" i="0">
                <a:solidFill>
                  <a:srgbClr val="000000"/>
                </a:solidFill>
                <a:latin typeface="Arial"/>
              </a:rPr>
              <a:t>2.0x</a:t>
            </a:r>
          </a:p>
        </p:txBody>
      </p:sp>
      <p:sp>
        <p:nvSpPr>
          <p:cNvPr id="15" name="Isosceles Triangle 14"/>
          <p:cNvSpPr/>
          <p:nvPr/>
        </p:nvSpPr>
        <p:spPr>
          <a:xfrm rot="10800000">
            <a:off x="525780" y="4425696"/>
            <a:ext cx="11248948" cy="201168"/>
          </a:xfrm>
          <a:prstGeom prst="triangle">
            <a:avLst/>
          </a:prstGeom>
          <a:solidFill>
            <a:srgbClr val="CECECE"/>
          </a:solidFill>
          <a:ln>
            <a:noFill/>
          </a:ln>
        </p:spPr>
        <p:txBody>
          <a:bodyPr rtlCol="0" anchor="ctr"/>
          <a:lstStyle/>
          <a:p>
            <a:pPr algn="ctr"/>
          </a:p>
        </p:txBody>
      </p:sp>
      <p:sp>
        <p:nvSpPr>
          <p:cNvPr id="16" name="Rectangle 15"/>
          <p:cNvSpPr/>
          <p:nvPr/>
        </p:nvSpPr>
        <p:spPr>
          <a:xfrm>
            <a:off x="525780" y="4023360"/>
            <a:ext cx="11248948" cy="411480"/>
          </a:xfrm>
          <a:prstGeom prst="rect">
            <a:avLst/>
          </a:prstGeom>
          <a:solidFill>
            <a:srgbClr val="7F7F7F"/>
          </a:solidFill>
          <a:ln w="12700">
            <a:solidFill>
              <a:srgbClr val="1F2937"/>
            </a:solidFill>
          </a:ln>
        </p:spPr>
        <p:txBody>
          <a:bodyPr rtlCol="0" anchor="ctr" wrap="square" lIns="54864" rIns="54864" tIns="36576" bIns="36576"/>
          <a:lstStyle/>
          <a:p>
            <a:pPr algn="ctr"/>
            <a:r>
              <a:rPr sz="1400" b="1" i="0">
                <a:solidFill>
                  <a:srgbClr val="FFFFFF"/>
                </a:solidFill>
                <a:latin typeface="Arial"/>
              </a:rPr>
              <a:t>Conclusions</a:t>
            </a:r>
          </a:p>
        </p:txBody>
      </p:sp>
      <p:sp>
        <p:nvSpPr>
          <p:cNvPr id="17" name="TextBox 16"/>
          <p:cNvSpPr txBox="1"/>
          <p:nvPr/>
        </p:nvSpPr>
        <p:spPr>
          <a:xfrm>
            <a:off x="617219" y="4773168"/>
            <a:ext cx="3566769" cy="1371600"/>
          </a:xfrm>
          <a:prstGeom prst="rect">
            <a:avLst/>
          </a:prstGeom>
          <a:noFill/>
        </p:spPr>
        <p:txBody>
          <a:bodyPr wrap="square" lIns="54864" rIns="54864" tIns="36576" bIns="36576" anchor="t"/>
          <a:lstStyle/>
          <a:p>
            <a:pPr algn="just" marL="155448" indent="-146304">
              <a:spcBef>
                <a:spcPts val="400"/>
              </a:spcBef>
              <a:buFont typeface="Arial"/>
              <a:buChar char="•"/>
            </a:pPr>
            <a:r>
              <a:rPr sz="1100" b="1" i="0">
                <a:solidFill>
                  <a:srgbClr val="000000"/>
                </a:solidFill>
                <a:latin typeface="Arial"/>
              </a:rPr>
              <a:t>The company holds excess cash</a:t>
            </a:r>
            <a:r>
              <a:rPr sz="1100" b="0" i="0">
                <a:solidFill>
                  <a:srgbClr val="000000"/>
                </a:solidFill>
                <a:latin typeface="Arial"/>
              </a:rPr>
              <a:t> that can be returned via dividends or buybacks without hurting its capital structure</a:t>
            </a:r>
          </a:p>
        </p:txBody>
      </p:sp>
      <p:sp>
        <p:nvSpPr>
          <p:cNvPr id="18" name="TextBox 17"/>
          <p:cNvSpPr txBox="1"/>
          <p:nvPr/>
        </p:nvSpPr>
        <p:spPr>
          <a:xfrm>
            <a:off x="4366869" y="4773168"/>
            <a:ext cx="3566769" cy="1371600"/>
          </a:xfrm>
          <a:prstGeom prst="rect">
            <a:avLst/>
          </a:prstGeom>
          <a:noFill/>
        </p:spPr>
        <p:txBody>
          <a:bodyPr wrap="square" lIns="54864" rIns="54864" tIns="36576" bIns="36576" anchor="t"/>
          <a:lstStyle/>
          <a:p>
            <a:pPr algn="just" marL="155448" indent="-146304">
              <a:spcBef>
                <a:spcPts val="400"/>
              </a:spcBef>
              <a:buFont typeface="Arial"/>
              <a:buChar char="•"/>
            </a:pPr>
            <a:r>
              <a:rPr sz="1100" b="1" i="0">
                <a:solidFill>
                  <a:srgbClr val="000000"/>
                </a:solidFill>
                <a:latin typeface="Arial"/>
              </a:rPr>
              <a:t>With a dividend yield already above the market</a:t>
            </a:r>
            <a:r>
              <a:rPr sz="1100" b="0" i="0">
                <a:solidFill>
                  <a:srgbClr val="000000"/>
                </a:solidFill>
                <a:latin typeface="Arial"/>
              </a:rPr>
              <a:t>, raising the dividend adds little perceived value</a:t>
            </a:r>
          </a:p>
        </p:txBody>
      </p:sp>
      <p:cxnSp>
        <p:nvCxnSpPr>
          <p:cNvPr id="19" name="Connector 18"/>
          <p:cNvCxnSpPr/>
          <p:nvPr/>
        </p:nvCxnSpPr>
        <p:spPr>
          <a:xfrm>
            <a:off x="4275429" y="4773168"/>
            <a:ext cx="0" cy="1371600"/>
          </a:xfrm>
          <a:prstGeom prst="line">
            <a:avLst/>
          </a:prstGeom>
          <a:ln w="9525">
            <a:solidFill>
              <a:srgbClr val="7F7F7F"/>
            </a:solidFill>
          </a:ln>
        </p:spPr>
      </p:cxnSp>
      <p:sp>
        <p:nvSpPr>
          <p:cNvPr id="20" name="TextBox 19"/>
          <p:cNvSpPr txBox="1"/>
          <p:nvPr/>
        </p:nvSpPr>
        <p:spPr>
          <a:xfrm>
            <a:off x="8116519" y="4773168"/>
            <a:ext cx="3566769" cy="1371600"/>
          </a:xfrm>
          <a:prstGeom prst="rect">
            <a:avLst/>
          </a:prstGeom>
          <a:noFill/>
        </p:spPr>
        <p:txBody>
          <a:bodyPr wrap="square" lIns="54864" rIns="54864" tIns="36576" bIns="36576" anchor="t"/>
          <a:lstStyle/>
          <a:p>
            <a:pPr algn="just" marL="155448" indent="-146304">
              <a:spcBef>
                <a:spcPts val="400"/>
              </a:spcBef>
              <a:buFont typeface="Arial"/>
              <a:buChar char="•"/>
            </a:pPr>
            <a:r>
              <a:rPr sz="1100" b="1" i="0">
                <a:solidFill>
                  <a:srgbClr val="000000"/>
                </a:solidFill>
                <a:latin typeface="Arial"/>
              </a:rPr>
              <a:t>The stock trades at a discount</a:t>
            </a:r>
            <a:r>
              <a:rPr sz="1100" b="0" i="0">
                <a:solidFill>
                  <a:srgbClr val="000000"/>
                </a:solidFill>
                <a:latin typeface="Arial"/>
              </a:rPr>
              <a:t>; buying back shares is the allocation with the highest risk-adjusted return</a:t>
            </a:r>
          </a:p>
        </p:txBody>
      </p:sp>
      <p:cxnSp>
        <p:nvCxnSpPr>
          <p:cNvPr id="21" name="Connector 20"/>
          <p:cNvCxnSpPr/>
          <p:nvPr/>
        </p:nvCxnSpPr>
        <p:spPr>
          <a:xfrm>
            <a:off x="8025079" y="4773168"/>
            <a:ext cx="0" cy="1371600"/>
          </a:xfrm>
          <a:prstGeom prst="line">
            <a:avLst/>
          </a:prstGeom>
          <a:ln w="9525">
            <a:solidFill>
              <a:srgbClr val="7F7F7F"/>
            </a:solidFill>
          </a:ln>
        </p:spPr>
      </p:cxn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Integration Plan in Four Stages</a:t>
            </a:r>
          </a:p>
        </p:txBody>
      </p:sp>
      <p:sp>
        <p:nvSpPr>
          <p:cNvPr id="4" name="Subtitle 3"/>
          <p:cNvSpPr>
            <a:spLocks noGrp="1"/>
          </p:cNvSpPr>
          <p:nvPr>
            <p:ph type="subTitle" idx="1"/>
          </p:nvPr>
        </p:nvSpPr>
        <p:spPr/>
        <p:txBody>
          <a:bodyPr/>
          <a:lstStyle/>
          <a:p>
            <a:r>
              <a:t>think-cell 'Process stages' (tc:13) recoloured to the house palette</a:t>
            </a:r>
          </a:p>
        </p:txBody>
      </p:sp>
      <p:sp>
        <p:nvSpPr>
          <p:cNvPr id="5" name="Text Placeholder 4"/>
          <p:cNvSpPr>
            <a:spLocks noGrp="1"/>
          </p:cNvSpPr>
          <p:nvPr>
            <p:ph type="body" idx="14" sz="quarter"/>
          </p:nvPr>
        </p:nvSpPr>
        <p:spPr/>
        <p:txBody>
          <a:bodyPr/>
          <a:lstStyle/>
          <a:p>
            <a:r>
              <a:t>Illustrative data - structural gallery</a:t>
            </a:r>
          </a:p>
        </p:txBody>
      </p:sp>
      <p:sp>
        <p:nvSpPr>
          <p:cNvPr id="6" name="TextBox 5"/>
          <p:cNvSpPr txBox="1"/>
          <p:nvPr/>
        </p:nvSpPr>
        <p:spPr>
          <a:xfrm>
            <a:off x="11353190" y="6355994"/>
            <a:ext cx="421538" cy="274320"/>
          </a:xfrm>
          <a:prstGeom prst="rect">
            <a:avLst/>
          </a:prstGeom>
          <a:noFill/>
        </p:spPr>
        <p:txBody>
          <a:bodyPr wrap="square" lIns="0" rIns="0" tIns="0" bIns="0" anchor="t"/>
          <a:lstStyle/>
          <a:p>
            <a:pPr algn="r"/>
            <a:r>
              <a:rPr sz="1100" b="0" i="0">
                <a:solidFill>
                  <a:srgbClr val="002060"/>
                </a:solidFill>
                <a:latin typeface="Arial"/>
              </a:rPr>
              <a:t>7</a:t>
            </a:r>
          </a:p>
        </p:txBody>
      </p:sp>
      <p:grpSp>
        <p:nvGrpSpPr>
          <p:cNvPr id="7" name="tclib Thinkcell.pptx #13"/>
          <p:cNvGrpSpPr/>
          <p:nvPr/>
        </p:nvGrpSpPr>
        <p:grpSpPr>
          <a:xfrm>
            <a:off x="525780" y="2067229"/>
            <a:ext cx="11248948" cy="3272181"/>
            <a:chOff x="0" y="2034283"/>
            <a:chExt cx="12192000" cy="3546504"/>
          </a:xfrm>
        </p:grpSpPr>
        <p:cxnSp>
          <p:nvCxnSpPr>
            <p:cNvPr id="8" name="Gerader Verbinder 8">
              <a:extLst>
                <a:ext uri="{FF2B5EF4-FFF2-40B4-BE49-F238E27FC236}">
                  <a16:creationId xmlns:a16="http://schemas.microsoft.com/office/drawing/2014/main" id="{D6021A95-DE8B-450E-4404-34B449669F86}"/>
                </a:ext>
              </a:extLst>
            </p:cNvPr>
            <p:cNvCxnSpPr>
              <a:cxnSpLocks/>
            </p:cNvCxnSpPr>
            <p:nvPr/>
          </p:nvCxnSpPr>
          <p:spPr bwMode="gray">
            <a:xfrm>
              <a:off x="0" y="5124742"/>
              <a:ext cx="12192000" cy="0"/>
            </a:xfrm>
            <a:prstGeom prst="line">
              <a:avLst/>
            </a:prstGeom>
            <a:noFill/>
            <a:ln w="9525" cap="rnd" cmpd="sng" algn="ctr">
              <a:solidFill>
                <a:srgbClr val="242852">
                  <a:lumMod val="20000"/>
                  <a:lumOff val="80000"/>
                </a:srgbClr>
              </a:solidFill>
              <a:prstDash val="solid"/>
            </a:ln>
            <a:effectLst/>
          </p:spPr>
        </p:cxnSp>
        <p:sp>
          <p:nvSpPr>
            <p:cNvPr id="9" name="Rechteck 10">
              <a:extLst>
                <a:ext uri="{FF2B5EF4-FFF2-40B4-BE49-F238E27FC236}">
                  <a16:creationId xmlns:a16="http://schemas.microsoft.com/office/drawing/2014/main" id="{000FEB2C-736C-6333-80B3-2F06AD5D4A84}"/>
                </a:ext>
              </a:extLst>
            </p:cNvPr>
            <p:cNvSpPr>
              <a:spLocks/>
            </p:cNvSpPr>
            <p:nvPr/>
          </p:nvSpPr>
          <p:spPr>
            <a:xfrm>
              <a:off x="1147830" y="2034283"/>
              <a:ext cx="2204085" cy="2236053"/>
            </a:xfrm>
            <a:prstGeom prst="rect">
              <a:avLst/>
            </a:prstGeom>
            <a:solidFill>
              <a:srgbClr val="F2F2F2"/>
            </a:solidFill>
            <a:ln>
              <a:noFill/>
            </a:ln>
          </p:spPr>
          <p:style>
            <a:lnRef idx="2">
              <a:srgbClr val="242852">
                <a:shade val="50000"/>
              </a:srgbClr>
            </a:lnRef>
            <a:fillRef idx="1">
              <a:srgbClr val="242852"/>
            </a:fillRef>
            <a:effectRef idx="0">
              <a:srgbClr val="242852"/>
            </a:effectRef>
            <a:fontRef idx="minor">
              <a:srgbClr val="FFFFFF"/>
            </a:fontRef>
          </p:style>
          <p:txBody>
            <a:bodyPr lIns="144000" tIns="144000" rIns="144000" bIns="144000" rtlCol="0" anchor="t"/>
            <a:lstStyle/>
            <a:p>
              <a:pPr marR="0" lvl="0" algn="ctr" defTabSz="914400" eaLnBrk="1" fontAlgn="auto" latinLnBrk="0" hangingPunct="1">
                <a:lnSpc>
                  <a:spcPct val="100000"/>
                </a:lnSpc>
                <a:spcBef>
                  <a:spcPts val="0"/>
                </a:spcBef>
                <a:spcAft>
                  <a:spcPts val="600"/>
                </a:spcAft>
                <a:buClr>
                  <a:srgbClr val="000000"/>
                </a:buClr>
                <a:buSzTx/>
                <a:tabLst/>
                <a:defRPr>
                  <a:latin typeface="Arial"/>
                </a:defRPr>
              </a:pPr>
              <a:r>
                <a:rPr kumimoji="0" lang="en-US" sz="2400" b="0" i="0" u="none" strike="noStrike" kern="1200" cap="none" spc="0" normalizeH="0" baseline="0" noProof="0" dirty="0">
                  <a:ln>
                    <a:noFill/>
                  </a:ln>
                  <a:solidFill>
                    <a:srgbClr val="000000"/>
                  </a:solidFill>
                  <a:effectLst/>
                  <a:uLnTx/>
                  <a:uFillTx/>
                  <a:latin typeface="Arial"/>
                  <a:ea typeface="+mn-ea"/>
                  <a:sym typeface="Futura"/>
                </a:rPr>
                <a:t>Diligence</a:t>
              </a:r>
            </a:p>
            <a:p>
              <a:pPr marR="0" lvl="0" algn="ctr" defTabSz="914400" eaLnBrk="1" fontAlgn="auto" latinLnBrk="0" hangingPunct="1">
                <a:lnSpc>
                  <a:spcPct val="100000"/>
                </a:lnSpc>
                <a:spcBef>
                  <a:spcPts val="0"/>
                </a:spcBef>
                <a:spcAft>
                  <a:spcPts val="1200"/>
                </a:spcAft>
                <a:buClr>
                  <a:srgbClr val="000000"/>
                </a:buClr>
                <a:buSzTx/>
                <a:tabLst/>
                <a:defRPr>
                  <a:latin typeface="Arial"/>
                </a:defRPr>
              </a:pPr>
              <a:r>
                <a:rPr kumimoji="0" lang="en-US" sz="1400" b="1" i="0" u="none" strike="noStrike" kern="1200" cap="none" spc="0" normalizeH="0" baseline="0" noProof="0" dirty="0">
                  <a:ln>
                    <a:noFill/>
                  </a:ln>
                  <a:solidFill>
                    <a:srgbClr val="242852"/>
                  </a:solidFill>
                  <a:effectLst/>
                  <a:uLnTx/>
                  <a:uFillTx/>
                  <a:latin typeface="Arial"/>
                  <a:ea typeface="+mn-ea"/>
                  <a:sym typeface="Futura"/>
                </a:rPr>
                <a:t>Weeks 1-4</a:t>
              </a:r>
            </a:p>
            <a:p>
              <a:pPr marL="0" marR="0" lvl="1" algn="ctr" defTabSz="914400" eaLnBrk="1" fontAlgn="auto" latinLnBrk="0" hangingPunct="1">
                <a:lnSpc>
                  <a:spcPct val="100000"/>
                </a:lnSpc>
                <a:spcBef>
                  <a:spcPts val="0"/>
                </a:spcBef>
                <a:spcAft>
                  <a:spcPts val="600"/>
                </a:spcAft>
                <a:buClr>
                  <a:srgbClr val="000000"/>
                </a:buClr>
                <a:buSzTx/>
                <a:tabLst/>
                <a:defRPr>
                  <a:latin typeface="Arial"/>
                </a:defRPr>
              </a:pPr>
              <a:r>
                <a:rPr kumimoji="0" lang="en-US" sz="1400" b="0" i="0" u="none" strike="noStrike" kern="1200" cap="none" spc="0" normalizeH="0" baseline="0" noProof="0" dirty="0">
                  <a:ln>
                    <a:noFill/>
                  </a:ln>
                  <a:solidFill>
                    <a:srgbClr val="000000"/>
                  </a:solidFill>
                  <a:effectLst/>
                  <a:uLnTx/>
                  <a:uFillTx/>
                  <a:latin typeface="Arial"/>
                  <a:ea typeface="+mn-ea"/>
                  <a:sym typeface="Futura"/>
                </a:rPr>
                <a:t>Confirm synergies, legal and tax structure</a:t>
              </a:r>
              <a:br>
                <a:rPr kumimoji="0" lang="en-US" sz="1400" b="0" i="0" u="none" strike="noStrike" kern="1200" cap="none" spc="0" normalizeH="0" baseline="0" noProof="0" dirty="0">
                  <a:ln>
                    <a:noFill/>
                  </a:ln>
                  <a:solidFill>
                    <a:srgbClr val="000000"/>
                  </a:solidFill>
                  <a:effectLst/>
                  <a:uLnTx/>
                  <a:uFillTx/>
                  <a:latin typeface="Arial"/>
                  <a:ea typeface="+mn-ea"/>
                  <a:sym typeface="Futura"/>
                </a:rPr>
              </a:br>
              <a:endParaRPr kumimoji="0" lang="en-US" sz="1400" b="1" i="0" u="none" strike="noStrike" kern="1200" cap="none" spc="0" normalizeH="0" baseline="0" noProof="0" dirty="0">
                <a:ln>
                  <a:noFill/>
                </a:ln>
                <a:solidFill>
                  <a:srgbClr val="000000"/>
                </a:solidFill>
                <a:effectLst/>
                <a:uLnTx/>
                <a:uFillTx/>
                <a:latin typeface="Arial"/>
                <a:ea typeface="+mn-ea"/>
                <a:sym typeface="Futura"/>
              </a:endParaRPr>
            </a:p>
          </p:txBody>
        </p:sp>
        <p:sp>
          <p:nvSpPr>
            <p:cNvPr id="10" name="Rechteck 11">
              <a:extLst>
                <a:ext uri="{FF2B5EF4-FFF2-40B4-BE49-F238E27FC236}">
                  <a16:creationId xmlns:a16="http://schemas.microsoft.com/office/drawing/2014/main" id="{8BC4A3D0-5AB5-83D5-DD33-CA2BD1C5C3DC}"/>
                </a:ext>
              </a:extLst>
            </p:cNvPr>
            <p:cNvSpPr>
              <a:spLocks/>
            </p:cNvSpPr>
            <p:nvPr/>
          </p:nvSpPr>
          <p:spPr>
            <a:xfrm>
              <a:off x="3711915" y="2034283"/>
              <a:ext cx="2204085" cy="2236053"/>
            </a:xfrm>
            <a:prstGeom prst="rect">
              <a:avLst/>
            </a:prstGeom>
            <a:solidFill>
              <a:srgbClr val="242852"/>
            </a:solidFill>
            <a:ln>
              <a:noFill/>
            </a:ln>
          </p:spPr>
          <p:style>
            <a:lnRef idx="2">
              <a:srgbClr val="242852">
                <a:shade val="50000"/>
              </a:srgbClr>
            </a:lnRef>
            <a:fillRef idx="1">
              <a:srgbClr val="242852"/>
            </a:fillRef>
            <a:effectRef idx="0">
              <a:srgbClr val="242852"/>
            </a:effectRef>
            <a:fontRef idx="minor">
              <a:srgbClr val="FFFFFF"/>
            </a:fontRef>
          </p:style>
          <p:txBody>
            <a:bodyPr lIns="144000" tIns="144000" rIns="144000" bIns="144000" rtlCol="0" anchor="t"/>
            <a:lstStyle/>
            <a:p>
              <a:pPr marR="0" lvl="0" algn="ctr" defTabSz="914400" eaLnBrk="1" fontAlgn="auto" latinLnBrk="0" hangingPunct="1">
                <a:lnSpc>
                  <a:spcPct val="100000"/>
                </a:lnSpc>
                <a:spcBef>
                  <a:spcPts val="0"/>
                </a:spcBef>
                <a:spcAft>
                  <a:spcPts val="600"/>
                </a:spcAft>
                <a:buClr>
                  <a:srgbClr val="000000"/>
                </a:buClr>
                <a:buSzTx/>
                <a:tabLst/>
                <a:defRPr>
                  <a:latin typeface="Arial"/>
                </a:defRPr>
              </a:pPr>
              <a:r>
                <a:rPr kumimoji="0" lang="en-US" sz="2400" b="0" i="0" u="none" strike="noStrike" kern="1200" cap="none" spc="0" normalizeH="0" baseline="0" noProof="0" dirty="0">
                  <a:ln>
                    <a:noFill/>
                  </a:ln>
                  <a:solidFill>
                    <a:srgbClr val="FFFFFF"/>
                  </a:solidFill>
                  <a:effectLst/>
                  <a:uLnTx/>
                  <a:uFillTx/>
                  <a:latin typeface="Arial"/>
                  <a:ea typeface="+mn-ea"/>
                  <a:sym typeface="Futura"/>
                </a:rPr>
                <a:t>Signing</a:t>
              </a:r>
            </a:p>
            <a:p>
              <a:pPr marR="0" lvl="0" algn="ctr" defTabSz="914400" eaLnBrk="1" fontAlgn="auto" latinLnBrk="0" hangingPunct="1">
                <a:lnSpc>
                  <a:spcPct val="100000"/>
                </a:lnSpc>
                <a:spcBef>
                  <a:spcPts val="0"/>
                </a:spcBef>
                <a:spcAft>
                  <a:spcPts val="1200"/>
                </a:spcAft>
                <a:buClr>
                  <a:srgbClr val="000000"/>
                </a:buClr>
                <a:buSzTx/>
                <a:tabLst/>
                <a:defRPr>
                  <a:latin typeface="Arial"/>
                </a:defRPr>
              </a:pPr>
              <a:r>
                <a:rPr kumimoji="0" lang="en-US" sz="1400" b="1" i="0" u="none" strike="noStrike" kern="1200" cap="none" spc="0" normalizeH="0" baseline="0" noProof="0" dirty="0">
                  <a:ln>
                    <a:noFill/>
                  </a:ln>
                  <a:solidFill>
                    <a:srgbClr val="FFFFFF"/>
                  </a:solidFill>
                  <a:effectLst/>
                  <a:uLnTx/>
                  <a:uFillTx/>
                  <a:latin typeface="Arial"/>
                  <a:ea typeface="+mn-ea"/>
                  <a:sym typeface="Futura"/>
                </a:rPr>
                <a:t>Week 6</a:t>
              </a:r>
            </a:p>
            <a:p>
              <a:pPr marL="0" marR="0" lvl="1" algn="ctr" defTabSz="914400" eaLnBrk="1" fontAlgn="auto" latinLnBrk="0" hangingPunct="1">
                <a:lnSpc>
                  <a:spcPct val="100000"/>
                </a:lnSpc>
                <a:spcBef>
                  <a:spcPts val="0"/>
                </a:spcBef>
                <a:spcAft>
                  <a:spcPts val="600"/>
                </a:spcAft>
                <a:buClr>
                  <a:srgbClr val="FFFFFF"/>
                </a:buClr>
                <a:buSzTx/>
                <a:tabLst/>
                <a:defRPr>
                  <a:latin typeface="Arial"/>
                </a:defRPr>
              </a:pPr>
              <a:r>
                <a:rPr kumimoji="0" lang="en-US" sz="1400" b="0" i="0" u="none" strike="noStrike" kern="1200" cap="none" spc="0" normalizeH="0" baseline="0" noProof="0" dirty="0">
                  <a:ln>
                    <a:noFill/>
                  </a:ln>
                  <a:solidFill>
                    <a:srgbClr val="FFFFFF"/>
                  </a:solidFill>
                  <a:effectLst/>
                  <a:uLnTx/>
                  <a:uFillTx/>
                  <a:latin typeface="Arial"/>
                  <a:ea typeface="+mn-ea"/>
                  <a:sym typeface="Futura"/>
                </a:rPr>
                <a:t>SPA, financing commitments and announcement</a:t>
              </a:r>
              <a:br>
                <a:rPr kumimoji="0" lang="en-US" sz="1400" b="0" i="0" u="none" strike="noStrike" kern="1200" cap="none" spc="0" normalizeH="0" baseline="0" noProof="0" dirty="0">
                  <a:ln>
                    <a:noFill/>
                  </a:ln>
                  <a:solidFill>
                    <a:srgbClr val="FFFFFF"/>
                  </a:solidFill>
                  <a:effectLst/>
                  <a:uLnTx/>
                  <a:uFillTx/>
                  <a:latin typeface="Arial"/>
                  <a:ea typeface="+mn-ea"/>
                  <a:sym typeface="Futura"/>
                </a:rPr>
              </a:br>
              <a:endParaRPr kumimoji="0" lang="en-US" sz="1400" b="1" i="0" u="none" strike="noStrike" kern="1200" cap="none" spc="0" normalizeH="0" baseline="0" noProof="0" dirty="0">
                <a:ln>
                  <a:noFill/>
                </a:ln>
                <a:solidFill>
                  <a:srgbClr val="FFFFFF"/>
                </a:solidFill>
                <a:effectLst/>
                <a:uLnTx/>
                <a:uFillTx/>
                <a:latin typeface="Arial"/>
                <a:ea typeface="+mn-ea"/>
                <a:sym typeface="Futura"/>
              </a:endParaRPr>
            </a:p>
          </p:txBody>
        </p:sp>
        <p:sp>
          <p:nvSpPr>
            <p:cNvPr id="11" name="Rechteck 12">
              <a:extLst>
                <a:ext uri="{FF2B5EF4-FFF2-40B4-BE49-F238E27FC236}">
                  <a16:creationId xmlns:a16="http://schemas.microsoft.com/office/drawing/2014/main" id="{7A2444BF-F16A-8244-F5CE-3CD253CABD6E}"/>
                </a:ext>
              </a:extLst>
            </p:cNvPr>
            <p:cNvSpPr>
              <a:spLocks/>
            </p:cNvSpPr>
            <p:nvPr/>
          </p:nvSpPr>
          <p:spPr>
            <a:xfrm>
              <a:off x="6276000" y="2034283"/>
              <a:ext cx="2204085" cy="2236053"/>
            </a:xfrm>
            <a:prstGeom prst="rect">
              <a:avLst/>
            </a:prstGeom>
            <a:solidFill>
              <a:srgbClr val="F2F2F2"/>
            </a:solidFill>
            <a:ln>
              <a:noFill/>
            </a:ln>
          </p:spPr>
          <p:style>
            <a:lnRef idx="2">
              <a:srgbClr val="242852">
                <a:shade val="50000"/>
              </a:srgbClr>
            </a:lnRef>
            <a:fillRef idx="1">
              <a:srgbClr val="242852"/>
            </a:fillRef>
            <a:effectRef idx="0">
              <a:srgbClr val="242852"/>
            </a:effectRef>
            <a:fontRef idx="minor">
              <a:srgbClr val="FFFFFF"/>
            </a:fontRef>
          </p:style>
          <p:txBody>
            <a:bodyPr lIns="144000" tIns="144000" rIns="144000" bIns="144000" rtlCol="0" anchor="t"/>
            <a:lstStyle/>
            <a:p>
              <a:pPr marR="0" lvl="0" algn="ctr" defTabSz="914400" eaLnBrk="1" fontAlgn="auto" latinLnBrk="0" hangingPunct="1">
                <a:lnSpc>
                  <a:spcPct val="100000"/>
                </a:lnSpc>
                <a:spcBef>
                  <a:spcPts val="0"/>
                </a:spcBef>
                <a:spcAft>
                  <a:spcPts val="600"/>
                </a:spcAft>
                <a:buClr>
                  <a:srgbClr val="000000"/>
                </a:buClr>
                <a:buSzTx/>
                <a:tabLst/>
                <a:defRPr>
                  <a:latin typeface="Arial"/>
                </a:defRPr>
              </a:pPr>
              <a:r>
                <a:rPr kumimoji="0" lang="en-US" sz="2400" b="0" i="0" u="none" strike="noStrike" kern="1200" cap="none" spc="0" normalizeH="0" baseline="0" noProof="0" dirty="0">
                  <a:ln>
                    <a:noFill/>
                  </a:ln>
                  <a:solidFill>
                    <a:srgbClr val="000000"/>
                  </a:solidFill>
                  <a:effectLst/>
                  <a:uLnTx/>
                  <a:uFillTx/>
                  <a:latin typeface="Arial"/>
                  <a:ea typeface="+mn-ea"/>
                  <a:sym typeface="Futura"/>
                </a:rPr>
                <a:t>Approvals</a:t>
              </a:r>
            </a:p>
            <a:p>
              <a:pPr marR="0" lvl="0" algn="ctr" defTabSz="914400" eaLnBrk="1" fontAlgn="auto" latinLnBrk="0" hangingPunct="1">
                <a:lnSpc>
                  <a:spcPct val="100000"/>
                </a:lnSpc>
                <a:spcBef>
                  <a:spcPts val="0"/>
                </a:spcBef>
                <a:spcAft>
                  <a:spcPts val="1200"/>
                </a:spcAft>
                <a:buClr>
                  <a:srgbClr val="000000"/>
                </a:buClr>
                <a:buSzTx/>
                <a:tabLst/>
                <a:defRPr>
                  <a:latin typeface="Arial"/>
                </a:defRPr>
              </a:pPr>
              <a:r>
                <a:rPr kumimoji="0" lang="en-US" sz="1400" b="1" i="0" u="none" strike="noStrike" kern="1200" cap="none" spc="0" normalizeH="0" baseline="0" noProof="0" dirty="0">
                  <a:ln>
                    <a:noFill/>
                  </a:ln>
                  <a:solidFill>
                    <a:srgbClr val="242852"/>
                  </a:solidFill>
                  <a:effectLst/>
                  <a:uLnTx/>
                  <a:uFillTx/>
                  <a:latin typeface="Arial"/>
                  <a:ea typeface="+mn-ea"/>
                  <a:sym typeface="Futura"/>
                </a:rPr>
                <a:t>Weeks 6-20</a:t>
              </a:r>
            </a:p>
            <a:p>
              <a:pPr marL="0" marR="0" lvl="1" algn="ctr" defTabSz="914400" eaLnBrk="1" fontAlgn="auto" latinLnBrk="0" hangingPunct="1">
                <a:lnSpc>
                  <a:spcPct val="100000"/>
                </a:lnSpc>
                <a:spcBef>
                  <a:spcPts val="0"/>
                </a:spcBef>
                <a:spcAft>
                  <a:spcPts val="600"/>
                </a:spcAft>
                <a:buClr>
                  <a:srgbClr val="000000"/>
                </a:buClr>
                <a:buSzTx/>
                <a:tabLst/>
                <a:defRPr>
                  <a:latin typeface="Arial"/>
                </a:defRPr>
              </a:pPr>
              <a:r>
                <a:rPr kumimoji="0" lang="en-US" sz="1400" b="0" i="0" u="none" strike="noStrike" kern="1200" cap="none" spc="0" normalizeH="0" baseline="0" noProof="0" dirty="0">
                  <a:ln>
                    <a:noFill/>
                  </a:ln>
                  <a:solidFill>
                    <a:srgbClr val="000000"/>
                  </a:solidFill>
                  <a:effectLst/>
                  <a:uLnTx/>
                  <a:uFillTx/>
                  <a:latin typeface="Arial"/>
                  <a:ea typeface="+mn-ea"/>
                  <a:sym typeface="Futura"/>
                </a:rPr>
                <a:t>Antitrust and shareholder approvals</a:t>
              </a:r>
              <a:br>
                <a:rPr kumimoji="0" lang="en-US" sz="1400" b="0" i="0" u="none" strike="noStrike" kern="1200" cap="none" spc="0" normalizeH="0" baseline="0" noProof="0" dirty="0">
                  <a:ln>
                    <a:noFill/>
                  </a:ln>
                  <a:solidFill>
                    <a:srgbClr val="000000"/>
                  </a:solidFill>
                  <a:effectLst/>
                  <a:uLnTx/>
                  <a:uFillTx/>
                  <a:latin typeface="Arial"/>
                  <a:ea typeface="+mn-ea"/>
                  <a:sym typeface="Futura"/>
                </a:rPr>
              </a:br>
              <a:endParaRPr kumimoji="0" lang="en-US" sz="1400" b="1" i="0" u="none" strike="noStrike" kern="1200" cap="none" spc="0" normalizeH="0" baseline="0" noProof="0" dirty="0">
                <a:ln>
                  <a:noFill/>
                </a:ln>
                <a:solidFill>
                  <a:srgbClr val="000000"/>
                </a:solidFill>
                <a:effectLst/>
                <a:uLnTx/>
                <a:uFillTx/>
                <a:latin typeface="Arial"/>
                <a:ea typeface="+mn-ea"/>
                <a:sym typeface="Futura"/>
              </a:endParaRPr>
            </a:p>
          </p:txBody>
        </p:sp>
        <p:sp>
          <p:nvSpPr>
            <p:cNvPr id="12" name="Rechteck 13">
              <a:extLst>
                <a:ext uri="{FF2B5EF4-FFF2-40B4-BE49-F238E27FC236}">
                  <a16:creationId xmlns:a16="http://schemas.microsoft.com/office/drawing/2014/main" id="{3429B6EF-FA33-0D70-15B5-335C7F591F60}"/>
                </a:ext>
              </a:extLst>
            </p:cNvPr>
            <p:cNvSpPr>
              <a:spLocks/>
            </p:cNvSpPr>
            <p:nvPr/>
          </p:nvSpPr>
          <p:spPr>
            <a:xfrm>
              <a:off x="8840085" y="2034283"/>
              <a:ext cx="2204085" cy="2236053"/>
            </a:xfrm>
            <a:prstGeom prst="rect">
              <a:avLst/>
            </a:prstGeom>
            <a:solidFill>
              <a:srgbClr val="F2F2F2"/>
            </a:solidFill>
            <a:ln>
              <a:noFill/>
            </a:ln>
          </p:spPr>
          <p:style>
            <a:lnRef idx="2">
              <a:srgbClr val="242852">
                <a:shade val="50000"/>
              </a:srgbClr>
            </a:lnRef>
            <a:fillRef idx="1">
              <a:srgbClr val="242852"/>
            </a:fillRef>
            <a:effectRef idx="0">
              <a:srgbClr val="242852"/>
            </a:effectRef>
            <a:fontRef idx="minor">
              <a:srgbClr val="FFFFFF"/>
            </a:fontRef>
          </p:style>
          <p:txBody>
            <a:bodyPr lIns="144000" tIns="144000" rIns="144000" bIns="144000" rtlCol="0" anchor="t"/>
            <a:lstStyle/>
            <a:p>
              <a:pPr marR="0" lvl="0" algn="ctr" defTabSz="914400" eaLnBrk="1" fontAlgn="auto" latinLnBrk="0" hangingPunct="1">
                <a:lnSpc>
                  <a:spcPct val="100000"/>
                </a:lnSpc>
                <a:spcBef>
                  <a:spcPts val="0"/>
                </a:spcBef>
                <a:spcAft>
                  <a:spcPts val="600"/>
                </a:spcAft>
                <a:buClr>
                  <a:srgbClr val="000000"/>
                </a:buClr>
                <a:buSzTx/>
                <a:tabLst/>
                <a:defRPr>
                  <a:latin typeface="Arial"/>
                </a:defRPr>
              </a:pPr>
              <a:r>
                <a:rPr kumimoji="0" lang="en-US" sz="2400" b="0" i="0" u="none" strike="noStrike" kern="1200" cap="none" spc="0" normalizeH="0" baseline="0" noProof="0" dirty="0">
                  <a:ln>
                    <a:noFill/>
                  </a:ln>
                  <a:solidFill>
                    <a:srgbClr val="000000"/>
                  </a:solidFill>
                  <a:effectLst/>
                  <a:uLnTx/>
                  <a:uFillTx/>
                  <a:latin typeface="Arial"/>
                  <a:ea typeface="+mn-ea"/>
                  <a:sym typeface="Futura"/>
                </a:rPr>
                <a:t>Closing</a:t>
              </a:r>
            </a:p>
            <a:p>
              <a:pPr marR="0" lvl="0" algn="ctr" defTabSz="914400" eaLnBrk="1" fontAlgn="auto" latinLnBrk="0" hangingPunct="1">
                <a:lnSpc>
                  <a:spcPct val="100000"/>
                </a:lnSpc>
                <a:spcBef>
                  <a:spcPts val="0"/>
                </a:spcBef>
                <a:spcAft>
                  <a:spcPts val="1200"/>
                </a:spcAft>
                <a:buClr>
                  <a:srgbClr val="000000"/>
                </a:buClr>
                <a:buSzTx/>
                <a:tabLst/>
                <a:defRPr>
                  <a:latin typeface="Arial"/>
                </a:defRPr>
              </a:pPr>
              <a:r>
                <a:rPr kumimoji="0" lang="en-US" sz="1400" b="1" i="0" u="none" strike="noStrike" kern="1200" cap="none" spc="0" normalizeH="0" baseline="0" noProof="0" dirty="0">
                  <a:ln>
                    <a:noFill/>
                  </a:ln>
                  <a:solidFill>
                    <a:srgbClr val="242852"/>
                  </a:solidFill>
                  <a:effectLst/>
                  <a:uLnTx/>
                  <a:uFillTx/>
                  <a:latin typeface="Arial"/>
                  <a:ea typeface="+mn-ea"/>
                  <a:sym typeface="Futura"/>
                </a:rPr>
                <a:t>Week 24</a:t>
              </a:r>
            </a:p>
            <a:p>
              <a:pPr marL="0" marR="0" lvl="1" algn="ctr" defTabSz="914400" eaLnBrk="1" fontAlgn="auto" latinLnBrk="0" hangingPunct="1">
                <a:lnSpc>
                  <a:spcPct val="100000"/>
                </a:lnSpc>
                <a:spcBef>
                  <a:spcPts val="0"/>
                </a:spcBef>
                <a:spcAft>
                  <a:spcPts val="600"/>
                </a:spcAft>
                <a:buClr>
                  <a:srgbClr val="000000"/>
                </a:buClr>
                <a:buSzTx/>
                <a:tabLst/>
                <a:defRPr>
                  <a:latin typeface="Arial"/>
                </a:defRPr>
              </a:pPr>
              <a:r>
                <a:rPr kumimoji="0" lang="en-US" sz="1400" b="0" i="0" u="none" strike="noStrike" kern="1200" cap="none" spc="0" normalizeH="0" baseline="0" noProof="0" dirty="0">
                  <a:ln>
                    <a:noFill/>
                  </a:ln>
                  <a:solidFill>
                    <a:srgbClr val="000000"/>
                  </a:solidFill>
                  <a:effectLst/>
                  <a:uLnTx/>
                  <a:uFillTx/>
                  <a:latin typeface="Arial"/>
                  <a:ea typeface="+mn-ea"/>
                  <a:sym typeface="Futura"/>
                </a:rPr>
                <a:t>Funds flow and day-one integration</a:t>
              </a:r>
              <a:br>
                <a:rPr kumimoji="0" lang="en-US" sz="1400" b="0" i="0" u="none" strike="noStrike" kern="1200" cap="none" spc="0" normalizeH="0" baseline="0" noProof="0" dirty="0">
                  <a:ln>
                    <a:noFill/>
                  </a:ln>
                  <a:solidFill>
                    <a:srgbClr val="000000"/>
                  </a:solidFill>
                  <a:effectLst/>
                  <a:uLnTx/>
                  <a:uFillTx/>
                  <a:latin typeface="Arial"/>
                  <a:ea typeface="+mn-ea"/>
                  <a:sym typeface="Futura"/>
                </a:rPr>
              </a:br>
              <a:endParaRPr kumimoji="0" lang="en-US" sz="1400" b="1" i="0" u="none" strike="noStrike" kern="1200" cap="none" spc="0" normalizeH="0" baseline="0" noProof="0" dirty="0">
                <a:ln>
                  <a:noFill/>
                </a:ln>
                <a:solidFill>
                  <a:srgbClr val="000000"/>
                </a:solidFill>
                <a:effectLst/>
                <a:uLnTx/>
                <a:uFillTx/>
                <a:latin typeface="Arial"/>
                <a:ea typeface="+mn-ea"/>
                <a:sym typeface="Futura"/>
              </a:endParaRPr>
            </a:p>
          </p:txBody>
        </p:sp>
        <p:sp>
          <p:nvSpPr>
            <p:cNvPr id="13" name="Gleichschenkliges Dreieck 15">
              <a:extLst>
                <a:ext uri="{FF2B5EF4-FFF2-40B4-BE49-F238E27FC236}">
                  <a16:creationId xmlns:a16="http://schemas.microsoft.com/office/drawing/2014/main" id="{52326103-2ACC-6025-D468-7AFC7D01BDB6}"/>
                </a:ext>
              </a:extLst>
            </p:cNvPr>
            <p:cNvSpPr>
              <a:spLocks/>
            </p:cNvSpPr>
            <p:nvPr/>
          </p:nvSpPr>
          <p:spPr>
            <a:xfrm flipV="1">
              <a:off x="1942886" y="4270337"/>
              <a:ext cx="613972" cy="529286"/>
            </a:xfrm>
            <a:prstGeom prst="triangle">
              <a:avLst/>
            </a:prstGeom>
            <a:solidFill>
              <a:srgbClr val="F2F2F2"/>
            </a:solidFill>
            <a:ln>
              <a:noFill/>
            </a:ln>
          </p:spPr>
          <p:style>
            <a:lnRef idx="2">
              <a:srgbClr val="242852">
                <a:shade val="50000"/>
              </a:srgbClr>
            </a:lnRef>
            <a:fillRef idx="1">
              <a:srgbClr val="242852"/>
            </a:fillRef>
            <a:effectRef idx="0">
              <a:srgbClr val="242852"/>
            </a:effectRef>
            <a:fontRef idx="minor">
              <a:srgbClr val="FFFFFF"/>
            </a:fontRef>
          </p:style>
          <p:txBody>
            <a:bodyPr rtlCol="0" anchor="ctr"/>
            <a:lstStyle/>
            <a:p>
              <a:pPr algn="ctr"/>
              <a:endParaRPr lang="en-US">
                <a:latin typeface="Arial"/>
              </a:endParaRPr>
            </a:p>
          </p:txBody>
        </p:sp>
        <p:sp>
          <p:nvSpPr>
            <p:cNvPr id="14" name="Gleichschenkliges Dreieck 16">
              <a:extLst>
                <a:ext uri="{FF2B5EF4-FFF2-40B4-BE49-F238E27FC236}">
                  <a16:creationId xmlns:a16="http://schemas.microsoft.com/office/drawing/2014/main" id="{D9A781BD-462D-9562-9EE4-54B7E65382C1}"/>
                </a:ext>
              </a:extLst>
            </p:cNvPr>
            <p:cNvSpPr>
              <a:spLocks/>
            </p:cNvSpPr>
            <p:nvPr/>
          </p:nvSpPr>
          <p:spPr>
            <a:xfrm flipV="1">
              <a:off x="4506971" y="4270337"/>
              <a:ext cx="613972" cy="529286"/>
            </a:xfrm>
            <a:prstGeom prst="triangle">
              <a:avLst/>
            </a:prstGeom>
            <a:solidFill>
              <a:srgbClr val="242852"/>
            </a:solidFill>
            <a:ln>
              <a:noFill/>
            </a:ln>
          </p:spPr>
          <p:style>
            <a:lnRef idx="2">
              <a:srgbClr val="242852">
                <a:shade val="50000"/>
              </a:srgbClr>
            </a:lnRef>
            <a:fillRef idx="1">
              <a:srgbClr val="242852"/>
            </a:fillRef>
            <a:effectRef idx="0">
              <a:srgbClr val="242852"/>
            </a:effectRef>
            <a:fontRef idx="minor">
              <a:srgbClr val="FFFFFF"/>
            </a:fontRef>
          </p:style>
          <p:txBody>
            <a:bodyPr rtlCol="0" anchor="ctr"/>
            <a:lstStyle/>
            <a:p>
              <a:pPr algn="ctr"/>
              <a:endParaRPr lang="en-US">
                <a:solidFill>
                  <a:srgbClr val="FFFFFF"/>
                </a:solidFill>
                <a:latin typeface="Arial"/>
              </a:endParaRPr>
            </a:p>
          </p:txBody>
        </p:sp>
        <p:sp>
          <p:nvSpPr>
            <p:cNvPr id="15" name="Gleichschenkliges Dreieck 17">
              <a:extLst>
                <a:ext uri="{FF2B5EF4-FFF2-40B4-BE49-F238E27FC236}">
                  <a16:creationId xmlns:a16="http://schemas.microsoft.com/office/drawing/2014/main" id="{48FA3444-36AA-95E1-3528-198458B2453E}"/>
                </a:ext>
              </a:extLst>
            </p:cNvPr>
            <p:cNvSpPr>
              <a:spLocks/>
            </p:cNvSpPr>
            <p:nvPr/>
          </p:nvSpPr>
          <p:spPr>
            <a:xfrm flipV="1">
              <a:off x="7071056" y="4270337"/>
              <a:ext cx="613972" cy="529286"/>
            </a:xfrm>
            <a:prstGeom prst="triangle">
              <a:avLst/>
            </a:prstGeom>
            <a:solidFill>
              <a:srgbClr val="F2F2F2"/>
            </a:solidFill>
            <a:ln>
              <a:noFill/>
            </a:ln>
          </p:spPr>
          <p:style>
            <a:lnRef idx="2">
              <a:srgbClr val="242852">
                <a:shade val="50000"/>
              </a:srgbClr>
            </a:lnRef>
            <a:fillRef idx="1">
              <a:srgbClr val="242852"/>
            </a:fillRef>
            <a:effectRef idx="0">
              <a:srgbClr val="242852"/>
            </a:effectRef>
            <a:fontRef idx="minor">
              <a:srgbClr val="FFFFFF"/>
            </a:fontRef>
          </p:style>
          <p:txBody>
            <a:bodyPr rtlCol="0" anchor="ctr"/>
            <a:lstStyle/>
            <a:p>
              <a:pPr algn="ctr"/>
              <a:endParaRPr lang="en-US">
                <a:latin typeface="Arial"/>
              </a:endParaRPr>
            </a:p>
          </p:txBody>
        </p:sp>
        <p:sp>
          <p:nvSpPr>
            <p:cNvPr id="16" name="Gleichschenkliges Dreieck 18">
              <a:extLst>
                <a:ext uri="{FF2B5EF4-FFF2-40B4-BE49-F238E27FC236}">
                  <a16:creationId xmlns:a16="http://schemas.microsoft.com/office/drawing/2014/main" id="{669E7860-00B9-E219-0975-A58E052E7FD9}"/>
                </a:ext>
              </a:extLst>
            </p:cNvPr>
            <p:cNvSpPr>
              <a:spLocks/>
            </p:cNvSpPr>
            <p:nvPr/>
          </p:nvSpPr>
          <p:spPr>
            <a:xfrm flipV="1">
              <a:off x="9635141" y="4270337"/>
              <a:ext cx="613972" cy="529286"/>
            </a:xfrm>
            <a:prstGeom prst="triangle">
              <a:avLst/>
            </a:prstGeom>
            <a:solidFill>
              <a:srgbClr val="F2F2F2"/>
            </a:solidFill>
            <a:ln>
              <a:noFill/>
            </a:ln>
          </p:spPr>
          <p:style>
            <a:lnRef idx="2">
              <a:srgbClr val="242852">
                <a:shade val="50000"/>
              </a:srgbClr>
            </a:lnRef>
            <a:fillRef idx="1">
              <a:srgbClr val="242852"/>
            </a:fillRef>
            <a:effectRef idx="0">
              <a:srgbClr val="242852"/>
            </a:effectRef>
            <a:fontRef idx="minor">
              <a:srgbClr val="FFFFFF"/>
            </a:fontRef>
          </p:style>
          <p:txBody>
            <a:bodyPr rtlCol="0" anchor="ctr"/>
            <a:lstStyle/>
            <a:p>
              <a:pPr algn="ctr"/>
              <a:endParaRPr lang="en-US">
                <a:latin typeface="Arial"/>
              </a:endParaRPr>
            </a:p>
          </p:txBody>
        </p:sp>
        <p:sp>
          <p:nvSpPr>
            <p:cNvPr id="17" name="Ellipse 19">
              <a:extLst>
                <a:ext uri="{FF2B5EF4-FFF2-40B4-BE49-F238E27FC236}">
                  <a16:creationId xmlns:a16="http://schemas.microsoft.com/office/drawing/2014/main" id="{D23632E0-7E1B-131C-E9A2-166537F6C797}"/>
                </a:ext>
              </a:extLst>
            </p:cNvPr>
            <p:cNvSpPr>
              <a:spLocks/>
            </p:cNvSpPr>
            <p:nvPr/>
          </p:nvSpPr>
          <p:spPr>
            <a:xfrm flipV="1">
              <a:off x="2174329" y="5048999"/>
              <a:ext cx="151086" cy="151486"/>
            </a:xfrm>
            <a:prstGeom prst="ellipse">
              <a:avLst/>
            </a:prstGeom>
            <a:solidFill>
              <a:srgbClr val="F2F2F2"/>
            </a:solidFill>
            <a:ln w="19050" cap="rnd" cmpd="sng" algn="ctr">
              <a:noFill/>
              <a:prstDash val="solid"/>
              <a:round/>
              <a:headEnd type="none" w="med" len="med"/>
              <a:tailEnd type="none" w="med" len="med"/>
            </a:ln>
            <a:effectLst/>
          </p:spPr>
          <p:txBody>
            <a:bodyPr rtlCol="0" anchor="ctr"/>
            <a:lstStyle/>
            <a:p>
              <a:pPr algn="ctr"/>
              <a:endParaRPr lang="en-US" kern="0">
                <a:solidFill>
                  <a:srgbClr val="000000"/>
                </a:solidFill>
                <a:latin typeface="Arial"/>
              </a:endParaRPr>
            </a:p>
          </p:txBody>
        </p:sp>
        <p:sp>
          <p:nvSpPr>
            <p:cNvPr id="18" name="Ellipse 20">
              <a:extLst>
                <a:ext uri="{FF2B5EF4-FFF2-40B4-BE49-F238E27FC236}">
                  <a16:creationId xmlns:a16="http://schemas.microsoft.com/office/drawing/2014/main" id="{B3E07142-8AC8-27CA-E1E5-0D7C7AADA6EC}"/>
                </a:ext>
              </a:extLst>
            </p:cNvPr>
            <p:cNvSpPr>
              <a:spLocks/>
            </p:cNvSpPr>
            <p:nvPr/>
          </p:nvSpPr>
          <p:spPr>
            <a:xfrm flipV="1">
              <a:off x="4738414" y="5048999"/>
              <a:ext cx="151086" cy="151486"/>
            </a:xfrm>
            <a:prstGeom prst="ellipse">
              <a:avLst/>
            </a:prstGeom>
            <a:solidFill>
              <a:srgbClr val="F2F2F2"/>
            </a:solidFill>
            <a:ln w="19050" cap="rnd" cmpd="sng" algn="ctr">
              <a:noFill/>
              <a:prstDash val="solid"/>
              <a:round/>
              <a:headEnd type="none" w="med" len="med"/>
              <a:tailEnd type="none" w="med" len="med"/>
            </a:ln>
            <a:effectLst/>
          </p:spPr>
          <p:txBody>
            <a:bodyPr rtlCol="0" anchor="ctr"/>
            <a:lstStyle/>
            <a:p>
              <a:pPr algn="ctr"/>
              <a:endParaRPr lang="en-US" kern="0">
                <a:solidFill>
                  <a:srgbClr val="000000"/>
                </a:solidFill>
                <a:latin typeface="Arial"/>
              </a:endParaRPr>
            </a:p>
          </p:txBody>
        </p:sp>
        <p:sp>
          <p:nvSpPr>
            <p:cNvPr id="19" name="Ellipse 21">
              <a:extLst>
                <a:ext uri="{FF2B5EF4-FFF2-40B4-BE49-F238E27FC236}">
                  <a16:creationId xmlns:a16="http://schemas.microsoft.com/office/drawing/2014/main" id="{1F62A501-A3C3-1AEE-D4F9-0870B8559532}"/>
                </a:ext>
              </a:extLst>
            </p:cNvPr>
            <p:cNvSpPr>
              <a:spLocks/>
            </p:cNvSpPr>
            <p:nvPr/>
          </p:nvSpPr>
          <p:spPr>
            <a:xfrm flipV="1">
              <a:off x="7302499" y="5048999"/>
              <a:ext cx="151086" cy="151486"/>
            </a:xfrm>
            <a:prstGeom prst="ellipse">
              <a:avLst/>
            </a:prstGeom>
            <a:solidFill>
              <a:srgbClr val="F2F2F2"/>
            </a:solidFill>
            <a:ln w="19050" cap="rnd" cmpd="sng" algn="ctr">
              <a:noFill/>
              <a:prstDash val="solid"/>
              <a:round/>
              <a:headEnd type="none" w="med" len="med"/>
              <a:tailEnd type="none" w="med" len="med"/>
            </a:ln>
            <a:effectLst/>
          </p:spPr>
          <p:txBody>
            <a:bodyPr rtlCol="0" anchor="ctr"/>
            <a:lstStyle/>
            <a:p>
              <a:pPr algn="ctr"/>
              <a:endParaRPr lang="en-US" kern="0">
                <a:solidFill>
                  <a:srgbClr val="000000"/>
                </a:solidFill>
                <a:latin typeface="Arial"/>
              </a:endParaRPr>
            </a:p>
          </p:txBody>
        </p:sp>
        <p:sp>
          <p:nvSpPr>
            <p:cNvPr id="20" name="Ellipse 22">
              <a:extLst>
                <a:ext uri="{FF2B5EF4-FFF2-40B4-BE49-F238E27FC236}">
                  <a16:creationId xmlns:a16="http://schemas.microsoft.com/office/drawing/2014/main" id="{85C6A953-7887-1E66-E187-B9D098825649}"/>
                </a:ext>
              </a:extLst>
            </p:cNvPr>
            <p:cNvSpPr>
              <a:spLocks/>
            </p:cNvSpPr>
            <p:nvPr/>
          </p:nvSpPr>
          <p:spPr>
            <a:xfrm flipV="1">
              <a:off x="9866584" y="5048999"/>
              <a:ext cx="151086" cy="151486"/>
            </a:xfrm>
            <a:prstGeom prst="ellipse">
              <a:avLst/>
            </a:prstGeom>
            <a:solidFill>
              <a:srgbClr val="F2F2F2"/>
            </a:solidFill>
            <a:ln w="19050" cap="rnd" cmpd="sng" algn="ctr">
              <a:noFill/>
              <a:prstDash val="solid"/>
              <a:round/>
              <a:headEnd type="none" w="med" len="med"/>
              <a:tailEnd type="none" w="med" len="med"/>
            </a:ln>
            <a:effectLst/>
          </p:spPr>
          <p:txBody>
            <a:bodyPr rtlCol="0" anchor="ctr"/>
            <a:lstStyle/>
            <a:p>
              <a:pPr algn="ctr"/>
              <a:endParaRPr lang="en-US" kern="0">
                <a:solidFill>
                  <a:srgbClr val="000000"/>
                </a:solidFill>
                <a:latin typeface="Arial"/>
              </a:endParaRPr>
            </a:p>
          </p:txBody>
        </p:sp>
        <p:sp>
          <p:nvSpPr>
            <p:cNvPr id="21" name="Rechteck: abgerundete Ecken 23">
              <a:extLst>
                <a:ext uri="{FF2B5EF4-FFF2-40B4-BE49-F238E27FC236}">
                  <a16:creationId xmlns:a16="http://schemas.microsoft.com/office/drawing/2014/main" id="{0A148FAE-5272-7031-D8AF-C1C4EC6FE211}"/>
                </a:ext>
              </a:extLst>
            </p:cNvPr>
            <p:cNvSpPr>
              <a:spLocks/>
            </p:cNvSpPr>
            <p:nvPr/>
          </p:nvSpPr>
          <p:spPr>
            <a:xfrm>
              <a:off x="1147830" y="5359093"/>
              <a:ext cx="2204085" cy="221694"/>
            </a:xfrm>
            <a:prstGeom prst="roundRect">
              <a:avLst>
                <a:gd name="adj" fmla="val 5719"/>
              </a:avLst>
            </a:prstGeom>
            <a:noFill/>
            <a:ln>
              <a:noFill/>
            </a:ln>
          </p:spPr>
          <p:style>
            <a:lnRef idx="2">
              <a:srgbClr val="242852">
                <a:shade val="50000"/>
              </a:srgbClr>
            </a:lnRef>
            <a:fillRef idx="1">
              <a:srgbClr val="242852"/>
            </a:fillRef>
            <a:effectRef idx="0">
              <a:srgbClr val="242852"/>
            </a:effectRef>
            <a:fontRef idx="minor">
              <a:srgbClr val="FFFFFF"/>
            </a:fontRef>
          </p:style>
          <p:txBody>
            <a:bodyPr lIns="0" tIns="0" rIns="0" bIns="0" rtlCol="0" anchor="t">
              <a:spAutoFit/>
            </a:bodyPr>
            <a:lstStyle/>
            <a:p>
              <a:pPr marL="0" marR="0" lvl="0" indent="0" algn="ctr" defTabSz="914400" eaLnBrk="1" fontAlgn="auto" latinLnBrk="0" hangingPunct="1">
                <a:lnSpc>
                  <a:spcPct val="100000"/>
                </a:lnSpc>
                <a:spcBef>
                  <a:spcPts val="0"/>
                </a:spcBef>
                <a:spcAft>
                  <a:spcPts val="1200"/>
                </a:spcAft>
                <a:buClr>
                  <a:srgbClr val="000000"/>
                </a:buClr>
                <a:buSzTx/>
                <a:buFontTx/>
                <a:buNone/>
                <a:tabLst/>
                <a:defRPr>
                  <a:latin typeface="Arial"/>
                </a:defRPr>
              </a:pPr>
              <a:r>
                <a:rPr kumimoji="0" lang="en-US" sz="1400" b="1" i="0" u="none" strike="noStrike" kern="1200" cap="none" spc="0" normalizeH="0" baseline="0" noProof="0" dirty="0">
                  <a:ln>
                    <a:noFill/>
                  </a:ln>
                  <a:solidFill>
                    <a:srgbClr val="000000"/>
                  </a:solidFill>
                  <a:effectLst/>
                  <a:uLnTx/>
                  <a:uFillTx/>
                  <a:latin typeface="Arial"/>
                  <a:ea typeface="+mn-ea"/>
                  <a:sym typeface="Futura"/>
                </a:rPr>
                <a:t>Phase 1</a:t>
              </a:r>
            </a:p>
          </p:txBody>
        </p:sp>
        <p:sp>
          <p:nvSpPr>
            <p:cNvPr id="22" name="Rechteck: abgerundete Ecken 24">
              <a:extLst>
                <a:ext uri="{FF2B5EF4-FFF2-40B4-BE49-F238E27FC236}">
                  <a16:creationId xmlns:a16="http://schemas.microsoft.com/office/drawing/2014/main" id="{5746F37C-6487-FBB1-3F41-4745B117156D}"/>
                </a:ext>
              </a:extLst>
            </p:cNvPr>
            <p:cNvSpPr>
              <a:spLocks/>
            </p:cNvSpPr>
            <p:nvPr/>
          </p:nvSpPr>
          <p:spPr>
            <a:xfrm>
              <a:off x="3711915" y="5359093"/>
              <a:ext cx="2204085" cy="221694"/>
            </a:xfrm>
            <a:prstGeom prst="roundRect">
              <a:avLst>
                <a:gd name="adj" fmla="val 5719"/>
              </a:avLst>
            </a:prstGeom>
            <a:noFill/>
            <a:ln>
              <a:noFill/>
            </a:ln>
          </p:spPr>
          <p:style>
            <a:lnRef idx="2">
              <a:srgbClr val="242852">
                <a:shade val="50000"/>
              </a:srgbClr>
            </a:lnRef>
            <a:fillRef idx="1">
              <a:srgbClr val="242852"/>
            </a:fillRef>
            <a:effectRef idx="0">
              <a:srgbClr val="242852"/>
            </a:effectRef>
            <a:fontRef idx="minor">
              <a:srgbClr val="FFFFFF"/>
            </a:fontRef>
          </p:style>
          <p:txBody>
            <a:bodyPr lIns="0" tIns="0" rIns="0" bIns="0" rtlCol="0" anchor="t">
              <a:spAutoFit/>
            </a:bodyPr>
            <a:lstStyle/>
            <a:p>
              <a:pPr marL="0" marR="0" lvl="0" indent="0" algn="ctr" defTabSz="914400" eaLnBrk="1" fontAlgn="auto" latinLnBrk="0" hangingPunct="1">
                <a:lnSpc>
                  <a:spcPct val="100000"/>
                </a:lnSpc>
                <a:spcBef>
                  <a:spcPts val="0"/>
                </a:spcBef>
                <a:spcAft>
                  <a:spcPts val="1200"/>
                </a:spcAft>
                <a:buClr>
                  <a:srgbClr val="000000"/>
                </a:buClr>
                <a:buSzTx/>
                <a:buFontTx/>
                <a:buNone/>
                <a:tabLst/>
                <a:defRPr>
                  <a:latin typeface="Arial"/>
                </a:defRPr>
              </a:pPr>
              <a:r>
                <a:rPr kumimoji="0" lang="en-US" sz="1400" b="1" i="0" u="none" strike="noStrike" kern="1200" cap="none" spc="0" normalizeH="0" baseline="0" noProof="0" dirty="0">
                  <a:ln>
                    <a:noFill/>
                  </a:ln>
                  <a:solidFill>
                    <a:srgbClr val="000000"/>
                  </a:solidFill>
                  <a:effectLst/>
                  <a:uLnTx/>
                  <a:uFillTx/>
                  <a:latin typeface="Arial"/>
                  <a:ea typeface="+mn-ea"/>
                  <a:sym typeface="Futura"/>
                </a:rPr>
                <a:t>Phase 2</a:t>
              </a:r>
            </a:p>
          </p:txBody>
        </p:sp>
        <p:sp>
          <p:nvSpPr>
            <p:cNvPr id="23" name="Rechteck: abgerundete Ecken 25">
              <a:extLst>
                <a:ext uri="{FF2B5EF4-FFF2-40B4-BE49-F238E27FC236}">
                  <a16:creationId xmlns:a16="http://schemas.microsoft.com/office/drawing/2014/main" id="{705A953A-A11B-4E28-75A3-C0967B6D0A0E}"/>
                </a:ext>
              </a:extLst>
            </p:cNvPr>
            <p:cNvSpPr>
              <a:spLocks/>
            </p:cNvSpPr>
            <p:nvPr/>
          </p:nvSpPr>
          <p:spPr>
            <a:xfrm>
              <a:off x="6276000" y="5359093"/>
              <a:ext cx="2204085" cy="221694"/>
            </a:xfrm>
            <a:prstGeom prst="roundRect">
              <a:avLst>
                <a:gd name="adj" fmla="val 5719"/>
              </a:avLst>
            </a:prstGeom>
            <a:noFill/>
            <a:ln>
              <a:noFill/>
            </a:ln>
          </p:spPr>
          <p:style>
            <a:lnRef idx="2">
              <a:srgbClr val="242852">
                <a:shade val="50000"/>
              </a:srgbClr>
            </a:lnRef>
            <a:fillRef idx="1">
              <a:srgbClr val="242852"/>
            </a:fillRef>
            <a:effectRef idx="0">
              <a:srgbClr val="242852"/>
            </a:effectRef>
            <a:fontRef idx="minor">
              <a:srgbClr val="FFFFFF"/>
            </a:fontRef>
          </p:style>
          <p:txBody>
            <a:bodyPr lIns="0" tIns="0" rIns="0" bIns="0" rtlCol="0" anchor="t">
              <a:spAutoFit/>
            </a:bodyPr>
            <a:lstStyle/>
            <a:p>
              <a:pPr marL="0" marR="0" lvl="0" indent="0" algn="ctr" defTabSz="914400" eaLnBrk="1" fontAlgn="auto" latinLnBrk="0" hangingPunct="1">
                <a:lnSpc>
                  <a:spcPct val="100000"/>
                </a:lnSpc>
                <a:spcBef>
                  <a:spcPts val="0"/>
                </a:spcBef>
                <a:spcAft>
                  <a:spcPts val="1200"/>
                </a:spcAft>
                <a:buClr>
                  <a:srgbClr val="000000"/>
                </a:buClr>
                <a:buSzTx/>
                <a:buFontTx/>
                <a:buNone/>
                <a:tabLst/>
                <a:defRPr>
                  <a:latin typeface="Arial"/>
                </a:defRPr>
              </a:pPr>
              <a:r>
                <a:rPr kumimoji="0" lang="en-US" sz="1400" b="1" i="0" u="none" strike="noStrike" kern="1200" cap="none" spc="0" normalizeH="0" baseline="0" noProof="0" dirty="0">
                  <a:ln>
                    <a:noFill/>
                  </a:ln>
                  <a:solidFill>
                    <a:srgbClr val="000000"/>
                  </a:solidFill>
                  <a:effectLst/>
                  <a:uLnTx/>
                  <a:uFillTx/>
                  <a:latin typeface="Arial"/>
                  <a:ea typeface="+mn-ea"/>
                  <a:sym typeface="Futura"/>
                </a:rPr>
                <a:t>Phase 3</a:t>
              </a:r>
            </a:p>
          </p:txBody>
        </p:sp>
        <p:sp>
          <p:nvSpPr>
            <p:cNvPr id="24" name="Rechteck: abgerundete Ecken 26">
              <a:extLst>
                <a:ext uri="{FF2B5EF4-FFF2-40B4-BE49-F238E27FC236}">
                  <a16:creationId xmlns:a16="http://schemas.microsoft.com/office/drawing/2014/main" id="{1EB74A8D-7CF4-304E-D530-418C5981A3C6}"/>
                </a:ext>
              </a:extLst>
            </p:cNvPr>
            <p:cNvSpPr>
              <a:spLocks/>
            </p:cNvSpPr>
            <p:nvPr/>
          </p:nvSpPr>
          <p:spPr>
            <a:xfrm>
              <a:off x="8840085" y="5359093"/>
              <a:ext cx="2204085" cy="221694"/>
            </a:xfrm>
            <a:prstGeom prst="roundRect">
              <a:avLst>
                <a:gd name="adj" fmla="val 5719"/>
              </a:avLst>
            </a:prstGeom>
            <a:noFill/>
            <a:ln>
              <a:noFill/>
            </a:ln>
          </p:spPr>
          <p:style>
            <a:lnRef idx="2">
              <a:srgbClr val="242852">
                <a:shade val="50000"/>
              </a:srgbClr>
            </a:lnRef>
            <a:fillRef idx="1">
              <a:srgbClr val="242852"/>
            </a:fillRef>
            <a:effectRef idx="0">
              <a:srgbClr val="242852"/>
            </a:effectRef>
            <a:fontRef idx="minor">
              <a:srgbClr val="FFFFFF"/>
            </a:fontRef>
          </p:style>
          <p:txBody>
            <a:bodyPr lIns="0" tIns="0" rIns="0" bIns="0" rtlCol="0" anchor="t">
              <a:spAutoFit/>
            </a:bodyPr>
            <a:lstStyle/>
            <a:p>
              <a:pPr marL="0" marR="0" lvl="0" indent="0" algn="ctr" defTabSz="914400" eaLnBrk="1" fontAlgn="auto" latinLnBrk="0" hangingPunct="1">
                <a:lnSpc>
                  <a:spcPct val="100000"/>
                </a:lnSpc>
                <a:spcBef>
                  <a:spcPts val="0"/>
                </a:spcBef>
                <a:spcAft>
                  <a:spcPts val="1200"/>
                </a:spcAft>
                <a:buClr>
                  <a:srgbClr val="000000"/>
                </a:buClr>
                <a:buSzTx/>
                <a:buFontTx/>
                <a:buNone/>
                <a:tabLst/>
                <a:defRPr>
                  <a:latin typeface="Arial"/>
                </a:defRPr>
              </a:pPr>
              <a:r>
                <a:rPr kumimoji="0" lang="en-US" sz="1400" b="1" i="0" u="none" strike="noStrike" kern="1200" cap="none" spc="0" normalizeH="0" baseline="0" noProof="0" dirty="0">
                  <a:ln>
                    <a:noFill/>
                  </a:ln>
                  <a:solidFill>
                    <a:srgbClr val="000000"/>
                  </a:solidFill>
                  <a:effectLst/>
                  <a:uLnTx/>
                  <a:uFillTx/>
                  <a:latin typeface="Arial"/>
                  <a:ea typeface="+mn-ea"/>
                  <a:sym typeface="Futura"/>
                </a:rPr>
                <a:t>Phase 4</a:t>
              </a:r>
            </a:p>
          </p:txBody>
        </p:sp>
      </p:gr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Four Levers of the Plan</a:t>
            </a:r>
          </a:p>
        </p:txBody>
      </p:sp>
      <p:sp>
        <p:nvSpPr>
          <p:cNvPr id="4" name="Subtitle 3"/>
          <p:cNvSpPr>
            <a:spLocks noGrp="1"/>
          </p:cNvSpPr>
          <p:nvPr>
            <p:ph type="subTitle" idx="1"/>
          </p:nvPr>
        </p:nvSpPr>
        <p:spPr/>
        <p:txBody>
          <a:bodyPr/>
          <a:lstStyle/>
          <a:p>
            <a:r>
              <a:t>think-cell 'Four circle segments' (tc:15)</a:t>
            </a:r>
          </a:p>
        </p:txBody>
      </p:sp>
      <p:sp>
        <p:nvSpPr>
          <p:cNvPr id="5" name="Text Placeholder 4"/>
          <p:cNvSpPr>
            <a:spLocks noGrp="1"/>
          </p:cNvSpPr>
          <p:nvPr>
            <p:ph type="body" idx="14" sz="quarter"/>
          </p:nvPr>
        </p:nvSpPr>
        <p:spPr/>
        <p:txBody>
          <a:bodyPr/>
          <a:lstStyle/>
          <a:p>
            <a:r>
              <a:t>Illustrative data - structural gallery</a:t>
            </a:r>
          </a:p>
        </p:txBody>
      </p:sp>
      <p:sp>
        <p:nvSpPr>
          <p:cNvPr id="6" name="TextBox 5"/>
          <p:cNvSpPr txBox="1"/>
          <p:nvPr/>
        </p:nvSpPr>
        <p:spPr>
          <a:xfrm>
            <a:off x="11353190" y="6355994"/>
            <a:ext cx="421538" cy="274320"/>
          </a:xfrm>
          <a:prstGeom prst="rect">
            <a:avLst/>
          </a:prstGeom>
          <a:noFill/>
        </p:spPr>
        <p:txBody>
          <a:bodyPr wrap="square" lIns="0" rIns="0" tIns="0" bIns="0" anchor="t"/>
          <a:lstStyle/>
          <a:p>
            <a:pPr algn="r"/>
            <a:r>
              <a:rPr sz="1100" b="0" i="0">
                <a:solidFill>
                  <a:srgbClr val="002060"/>
                </a:solidFill>
                <a:latin typeface="Arial"/>
              </a:rPr>
              <a:t>8</a:t>
            </a:r>
          </a:p>
        </p:txBody>
      </p:sp>
      <p:grpSp>
        <p:nvGrpSpPr>
          <p:cNvPr id="7" name="tclib Thinkcell.pptx #15"/>
          <p:cNvGrpSpPr/>
          <p:nvPr/>
        </p:nvGrpSpPr>
        <p:grpSpPr>
          <a:xfrm>
            <a:off x="525780" y="1627521"/>
            <a:ext cx="11248948" cy="4151598"/>
            <a:chOff x="419099" y="1640502"/>
            <a:chExt cx="11391901" cy="4204358"/>
          </a:xfrm>
        </p:grpSpPr>
        <p:grpSp>
          <p:nvGrpSpPr>
            <p:cNvPr id="8" name="Gruppieren 42">
              <a:extLst>
                <a:ext uri="{FF2B5EF4-FFF2-40B4-BE49-F238E27FC236}">
                  <a16:creationId xmlns:a16="http://schemas.microsoft.com/office/drawing/2014/main" id="{6793E2A7-B5C7-D981-F1C8-7C648ADD1BD2}"/>
                </a:ext>
              </a:extLst>
            </p:cNvPr>
            <p:cNvGrpSpPr>
              <a:grpSpLocks/>
            </p:cNvGrpSpPr>
            <p:nvPr/>
          </p:nvGrpSpPr>
          <p:grpSpPr>
            <a:xfrm>
              <a:off x="4077014" y="1770378"/>
              <a:ext cx="4074484" cy="4074482"/>
              <a:chOff x="4273362" y="1811758"/>
              <a:chExt cx="3647493" cy="3647492"/>
            </a:xfrm>
          </p:grpSpPr>
          <p:sp>
            <p:nvSpPr>
              <p:cNvPr id="9" name="Freihandform: Form 38">
                <a:extLst>
                  <a:ext uri="{FF2B5EF4-FFF2-40B4-BE49-F238E27FC236}">
                    <a16:creationId xmlns:a16="http://schemas.microsoft.com/office/drawing/2014/main" id="{5F7F1FAC-233A-2912-764F-78587A795A74}"/>
                  </a:ext>
                </a:extLst>
              </p:cNvPr>
              <p:cNvSpPr>
                <a:spLocks/>
              </p:cNvSpPr>
              <p:nvPr/>
            </p:nvSpPr>
            <p:spPr>
              <a:xfrm>
                <a:off x="4273362" y="1985830"/>
                <a:ext cx="1450870" cy="2331332"/>
              </a:xfrm>
              <a:custGeom>
                <a:avLst/>
                <a:gdLst>
                  <a:gd name="connsiteX0" fmla="*/ 1450870 w 1450870"/>
                  <a:gd name="connsiteY0" fmla="*/ 2331333 h 2331332"/>
                  <a:gd name="connsiteX1" fmla="*/ 132165 w 1450870"/>
                  <a:gd name="connsiteY1" fmla="*/ 2331333 h 2331332"/>
                  <a:gd name="connsiteX2" fmla="*/ 0 w 1450870"/>
                  <a:gd name="connsiteY2" fmla="*/ 1649674 h 2331332"/>
                  <a:gd name="connsiteX3" fmla="*/ 1046583 w 1450870"/>
                  <a:gd name="connsiteY3" fmla="*/ 0 h 2331332"/>
                  <a:gd name="connsiteX4" fmla="*/ 1046583 w 1450870"/>
                  <a:gd name="connsiteY4" fmla="*/ 1649674 h 2331332"/>
                  <a:gd name="connsiteX5" fmla="*/ 1450870 w 1450870"/>
                  <a:gd name="connsiteY5" fmla="*/ 2331333 h 2331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0870" h="2331332">
                    <a:moveTo>
                      <a:pt x="1450870" y="2331333"/>
                    </a:moveTo>
                    <a:lnTo>
                      <a:pt x="132165" y="2331333"/>
                    </a:lnTo>
                    <a:cubicBezTo>
                      <a:pt x="46918" y="2120680"/>
                      <a:pt x="0" y="1890545"/>
                      <a:pt x="0" y="1649674"/>
                    </a:cubicBezTo>
                    <a:cubicBezTo>
                      <a:pt x="0" y="921814"/>
                      <a:pt x="428542" y="292242"/>
                      <a:pt x="1046583" y="0"/>
                    </a:cubicBezTo>
                    <a:lnTo>
                      <a:pt x="1046583" y="1649674"/>
                    </a:lnTo>
                    <a:cubicBezTo>
                      <a:pt x="1046583" y="1943108"/>
                      <a:pt x="1210159" y="2199168"/>
                      <a:pt x="1450870" y="2331333"/>
                    </a:cubicBezTo>
                    <a:close/>
                  </a:path>
                </a:pathLst>
              </a:custGeom>
              <a:solidFill>
                <a:srgbClr val="F2F2F2"/>
              </a:solidFill>
              <a:ln w="7948" cap="flat">
                <a:noFill/>
                <a:prstDash val="solid"/>
                <a:miter/>
              </a:ln>
            </p:spPr>
            <p:txBody>
              <a:bodyPr rtlCol="0" anchor="ctr"/>
              <a:lstStyle/>
              <a:p>
                <a:endParaRPr lang="en-US">
                  <a:latin typeface="Arial"/>
                </a:endParaRPr>
              </a:p>
            </p:txBody>
          </p:sp>
          <p:sp>
            <p:nvSpPr>
              <p:cNvPr id="10" name="Freihandform: Form 39">
                <a:extLst>
                  <a:ext uri="{FF2B5EF4-FFF2-40B4-BE49-F238E27FC236}">
                    <a16:creationId xmlns:a16="http://schemas.microsoft.com/office/drawing/2014/main" id="{FB0FE777-1E8A-8090-A8C2-4E3CA9156E24}"/>
                  </a:ext>
                </a:extLst>
              </p:cNvPr>
              <p:cNvSpPr>
                <a:spLocks/>
              </p:cNvSpPr>
              <p:nvPr/>
            </p:nvSpPr>
            <p:spPr>
              <a:xfrm>
                <a:off x="4447434" y="4008301"/>
                <a:ext cx="2331412" cy="1450949"/>
              </a:xfrm>
              <a:custGeom>
                <a:avLst/>
                <a:gdLst>
                  <a:gd name="connsiteX0" fmla="*/ 2331412 w 2331412"/>
                  <a:gd name="connsiteY0" fmla="*/ 0 h 1450949"/>
                  <a:gd name="connsiteX1" fmla="*/ 2331412 w 2331412"/>
                  <a:gd name="connsiteY1" fmla="*/ 1318785 h 1450949"/>
                  <a:gd name="connsiteX2" fmla="*/ 1649674 w 2331412"/>
                  <a:gd name="connsiteY2" fmla="*/ 1450950 h 1450949"/>
                  <a:gd name="connsiteX3" fmla="*/ 0 w 2331412"/>
                  <a:gd name="connsiteY3" fmla="*/ 404287 h 1450949"/>
                  <a:gd name="connsiteX4" fmla="*/ 1649674 w 2331412"/>
                  <a:gd name="connsiteY4" fmla="*/ 404287 h 1450949"/>
                  <a:gd name="connsiteX5" fmla="*/ 2331412 w 2331412"/>
                  <a:gd name="connsiteY5" fmla="*/ 0 h 1450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31412" h="1450949">
                    <a:moveTo>
                      <a:pt x="2331412" y="0"/>
                    </a:moveTo>
                    <a:lnTo>
                      <a:pt x="2331412" y="1318785"/>
                    </a:lnTo>
                    <a:cubicBezTo>
                      <a:pt x="2120680" y="1404032"/>
                      <a:pt x="1890545" y="1450950"/>
                      <a:pt x="1649674" y="1450950"/>
                    </a:cubicBezTo>
                    <a:cubicBezTo>
                      <a:pt x="921814" y="1450950"/>
                      <a:pt x="292242" y="1022329"/>
                      <a:pt x="0" y="404287"/>
                    </a:cubicBezTo>
                    <a:lnTo>
                      <a:pt x="1649674" y="404287"/>
                    </a:lnTo>
                    <a:cubicBezTo>
                      <a:pt x="1943188" y="404287"/>
                      <a:pt x="2199248" y="240712"/>
                      <a:pt x="2331412" y="0"/>
                    </a:cubicBezTo>
                    <a:close/>
                  </a:path>
                </a:pathLst>
              </a:custGeom>
              <a:solidFill>
                <a:srgbClr val="F2F2F2"/>
              </a:solidFill>
              <a:ln w="7948" cap="flat">
                <a:noFill/>
                <a:prstDash val="solid"/>
                <a:miter/>
              </a:ln>
            </p:spPr>
            <p:txBody>
              <a:bodyPr rtlCol="0" anchor="ctr"/>
              <a:lstStyle/>
              <a:p>
                <a:endParaRPr lang="en-US">
                  <a:latin typeface="Arial"/>
                </a:endParaRPr>
              </a:p>
            </p:txBody>
          </p:sp>
          <p:sp>
            <p:nvSpPr>
              <p:cNvPr id="11" name="Freihandform: Form 40">
                <a:extLst>
                  <a:ext uri="{FF2B5EF4-FFF2-40B4-BE49-F238E27FC236}">
                    <a16:creationId xmlns:a16="http://schemas.microsoft.com/office/drawing/2014/main" id="{DF5E55C7-3E77-B26A-C7F4-8C730A90D8C5}"/>
                  </a:ext>
                </a:extLst>
              </p:cNvPr>
              <p:cNvSpPr>
                <a:spLocks/>
              </p:cNvSpPr>
              <p:nvPr/>
            </p:nvSpPr>
            <p:spPr>
              <a:xfrm>
                <a:off x="6469985" y="2953766"/>
                <a:ext cx="1450870" cy="2331412"/>
              </a:xfrm>
              <a:custGeom>
                <a:avLst/>
                <a:gdLst>
                  <a:gd name="connsiteX0" fmla="*/ 1450870 w 1450870"/>
                  <a:gd name="connsiteY0" fmla="*/ 681738 h 2331412"/>
                  <a:gd name="connsiteX1" fmla="*/ 404287 w 1450870"/>
                  <a:gd name="connsiteY1" fmla="*/ 2331412 h 2331412"/>
                  <a:gd name="connsiteX2" fmla="*/ 404287 w 1450870"/>
                  <a:gd name="connsiteY2" fmla="*/ 681738 h 2331412"/>
                  <a:gd name="connsiteX3" fmla="*/ 0 w 1450870"/>
                  <a:gd name="connsiteY3" fmla="*/ 0 h 2331412"/>
                  <a:gd name="connsiteX4" fmla="*/ 1318626 w 1450870"/>
                  <a:gd name="connsiteY4" fmla="*/ 0 h 2331412"/>
                  <a:gd name="connsiteX5" fmla="*/ 1450870 w 1450870"/>
                  <a:gd name="connsiteY5" fmla="*/ 681738 h 2331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50870" h="2331412">
                    <a:moveTo>
                      <a:pt x="1450870" y="681738"/>
                    </a:moveTo>
                    <a:cubicBezTo>
                      <a:pt x="1450870" y="1409519"/>
                      <a:pt x="1022329" y="2039171"/>
                      <a:pt x="404287" y="2331412"/>
                    </a:cubicBezTo>
                    <a:lnTo>
                      <a:pt x="404287" y="681738"/>
                    </a:lnTo>
                    <a:cubicBezTo>
                      <a:pt x="404287" y="388224"/>
                      <a:pt x="240712" y="132165"/>
                      <a:pt x="0" y="0"/>
                    </a:cubicBezTo>
                    <a:lnTo>
                      <a:pt x="1318626" y="0"/>
                    </a:lnTo>
                    <a:cubicBezTo>
                      <a:pt x="1403952" y="210653"/>
                      <a:pt x="1450870" y="440788"/>
                      <a:pt x="1450870" y="681738"/>
                    </a:cubicBezTo>
                    <a:close/>
                  </a:path>
                </a:pathLst>
              </a:custGeom>
              <a:solidFill>
                <a:srgbClr val="F2F2F2"/>
              </a:solidFill>
              <a:ln w="7948" cap="flat">
                <a:noFill/>
                <a:prstDash val="solid"/>
                <a:miter/>
              </a:ln>
            </p:spPr>
            <p:txBody>
              <a:bodyPr rtlCol="0" anchor="ctr"/>
              <a:lstStyle/>
              <a:p>
                <a:endParaRPr lang="en-US">
                  <a:latin typeface="Arial"/>
                </a:endParaRPr>
              </a:p>
            </p:txBody>
          </p:sp>
          <p:sp>
            <p:nvSpPr>
              <p:cNvPr id="12" name="Freihandform: Form 41">
                <a:extLst>
                  <a:ext uri="{FF2B5EF4-FFF2-40B4-BE49-F238E27FC236}">
                    <a16:creationId xmlns:a16="http://schemas.microsoft.com/office/drawing/2014/main" id="{B7651585-B212-92F5-29F0-EEEB0902D20D}"/>
                  </a:ext>
                </a:extLst>
              </p:cNvPr>
              <p:cNvSpPr>
                <a:spLocks/>
              </p:cNvSpPr>
              <p:nvPr/>
            </p:nvSpPr>
            <p:spPr>
              <a:xfrm>
                <a:off x="5415370" y="1811758"/>
                <a:ext cx="2331412" cy="1450870"/>
              </a:xfrm>
              <a:custGeom>
                <a:avLst/>
                <a:gdLst>
                  <a:gd name="connsiteX0" fmla="*/ 2331412 w 2331412"/>
                  <a:gd name="connsiteY0" fmla="*/ 1046583 h 1450870"/>
                  <a:gd name="connsiteX1" fmla="*/ 681738 w 2331412"/>
                  <a:gd name="connsiteY1" fmla="*/ 1046583 h 1450870"/>
                  <a:gd name="connsiteX2" fmla="*/ 0 w 2331412"/>
                  <a:gd name="connsiteY2" fmla="*/ 1450870 h 1450870"/>
                  <a:gd name="connsiteX3" fmla="*/ 0 w 2331412"/>
                  <a:gd name="connsiteY3" fmla="*/ 132165 h 1450870"/>
                  <a:gd name="connsiteX4" fmla="*/ 681738 w 2331412"/>
                  <a:gd name="connsiteY4" fmla="*/ 0 h 1450870"/>
                  <a:gd name="connsiteX5" fmla="*/ 2331412 w 2331412"/>
                  <a:gd name="connsiteY5" fmla="*/ 1046583 h 1450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31412" h="1450870">
                    <a:moveTo>
                      <a:pt x="2331412" y="1046583"/>
                    </a:moveTo>
                    <a:lnTo>
                      <a:pt x="681738" y="1046583"/>
                    </a:lnTo>
                    <a:cubicBezTo>
                      <a:pt x="388224" y="1046583"/>
                      <a:pt x="132165" y="1210159"/>
                      <a:pt x="0" y="1450870"/>
                    </a:cubicBezTo>
                    <a:lnTo>
                      <a:pt x="0" y="132165"/>
                    </a:lnTo>
                    <a:cubicBezTo>
                      <a:pt x="210732" y="46918"/>
                      <a:pt x="440867" y="0"/>
                      <a:pt x="681738" y="0"/>
                    </a:cubicBezTo>
                    <a:cubicBezTo>
                      <a:pt x="1409519" y="0"/>
                      <a:pt x="2039171" y="428542"/>
                      <a:pt x="2331412" y="1046583"/>
                    </a:cubicBezTo>
                    <a:close/>
                  </a:path>
                </a:pathLst>
              </a:custGeom>
              <a:solidFill>
                <a:srgbClr val="242852"/>
              </a:solidFill>
              <a:ln w="7948" cap="flat">
                <a:noFill/>
                <a:prstDash val="solid"/>
                <a:miter/>
              </a:ln>
            </p:spPr>
            <p:txBody>
              <a:bodyPr rtlCol="0" anchor="ctr"/>
              <a:lstStyle/>
              <a:p>
                <a:endParaRPr lang="en-US">
                  <a:latin typeface="Arial"/>
                </a:endParaRPr>
              </a:p>
            </p:txBody>
          </p:sp>
        </p:grpSp>
        <p:sp>
          <p:nvSpPr>
            <p:cNvPr id="13" name="Textfeld 55">
              <a:extLst>
                <a:ext uri="{FF2B5EF4-FFF2-40B4-BE49-F238E27FC236}">
                  <a16:creationId xmlns:a16="http://schemas.microsoft.com/office/drawing/2014/main" id="{44D16396-322B-5561-FC4A-F3868E5CEE62}"/>
                </a:ext>
              </a:extLst>
            </p:cNvPr>
            <p:cNvSpPr txBox="1">
              <a:spLocks/>
            </p:cNvSpPr>
            <p:nvPr/>
          </p:nvSpPr>
          <p:spPr bwMode="gray">
            <a:xfrm>
              <a:off x="5724597" y="2322008"/>
              <a:ext cx="934139" cy="369332"/>
            </a:xfrm>
            <a:prstGeom prst="rect">
              <a:avLst/>
            </a:prstGeom>
            <a:noFill/>
          </p:spPr>
          <p:txBody>
            <a:bodyPr wrap="square" lIns="0" tIns="0" rIns="0" bIns="0" rtlCol="0" anchor="t">
              <a:spAutoFit/>
            </a:bodyPr>
            <a:lstStyle/>
            <a:p>
              <a:pPr marL="0" marR="0" lvl="0" indent="0" defTabSz="914400" eaLnBrk="1" fontAlgn="auto" latinLnBrk="0" hangingPunct="1">
                <a:lnSpc>
                  <a:spcPct val="100000"/>
                </a:lnSpc>
                <a:spcBef>
                  <a:spcPts val="0"/>
                </a:spcBef>
                <a:spcAft>
                  <a:spcPts val="0"/>
                </a:spcAft>
                <a:buClrTx/>
                <a:buSzTx/>
                <a:buFontTx/>
                <a:buNone/>
                <a:tabLst/>
                <a:defRPr>
                  <a:latin typeface="Arial"/>
                </a:defRPr>
              </a:pPr>
              <a:r>
                <a:rPr kumimoji="0" lang="en-US" sz="1200" b="0" i="0" u="none" strike="noStrike" kern="0" cap="none" spc="0" normalizeH="0" baseline="0" noProof="0">
                  <a:ln>
                    <a:noFill/>
                  </a:ln>
                  <a:solidFill>
                    <a:srgbClr val="FFFFFF"/>
                  </a:solidFill>
                  <a:effectLst/>
                  <a:uLnTx/>
                  <a:uFillTx/>
                  <a:latin typeface="Arial"/>
                </a:rPr>
                <a:t>Lorem ipsum dolor sit</a:t>
              </a:r>
            </a:p>
          </p:txBody>
        </p:sp>
        <p:sp>
          <p:nvSpPr>
            <p:cNvPr id="14" name="Textfeld 56">
              <a:extLst>
                <a:ext uri="{FF2B5EF4-FFF2-40B4-BE49-F238E27FC236}">
                  <a16:creationId xmlns:a16="http://schemas.microsoft.com/office/drawing/2014/main" id="{7D0F6004-B758-92A7-C090-E7432233EAB0}"/>
                </a:ext>
              </a:extLst>
            </p:cNvPr>
            <p:cNvSpPr txBox="1">
              <a:spLocks/>
            </p:cNvSpPr>
            <p:nvPr/>
          </p:nvSpPr>
          <p:spPr bwMode="gray">
            <a:xfrm>
              <a:off x="5724597" y="2028795"/>
              <a:ext cx="934139" cy="276999"/>
            </a:xfrm>
            <a:prstGeom prst="rect">
              <a:avLst/>
            </a:prstGeom>
            <a:noFill/>
          </p:spPr>
          <p:txBody>
            <a:bodyPr wrap="square" lIns="0" tIns="0" rIns="0" bIns="0" rtlCol="0" anchor="ctr">
              <a:spAutoFit/>
            </a:bodyPr>
            <a:lstStyle/>
            <a:p>
              <a:pPr marL="0" marR="0" lvl="0" indent="0" defTabSz="914400" eaLnBrk="1" fontAlgn="auto" latinLnBrk="0" hangingPunct="1">
                <a:lnSpc>
                  <a:spcPct val="100000"/>
                </a:lnSpc>
                <a:spcBef>
                  <a:spcPts val="0"/>
                </a:spcBef>
                <a:spcAft>
                  <a:spcPts val="0"/>
                </a:spcAft>
                <a:buClrTx/>
                <a:buSzTx/>
                <a:buFontTx/>
                <a:buNone/>
                <a:tabLst/>
                <a:defRPr>
                  <a:latin typeface="Arial"/>
                </a:defRPr>
              </a:pPr>
              <a:r>
                <a:rPr kumimoji="0" lang="en-US" b="1" i="0" u="none" strike="noStrike" kern="0" cap="none" spc="0" normalizeH="0" baseline="0" noProof="0">
                  <a:ln>
                    <a:noFill/>
                  </a:ln>
                  <a:solidFill>
                    <a:srgbClr val="FFFFFF"/>
                  </a:solidFill>
                  <a:effectLst/>
                  <a:uLnTx/>
                  <a:uFillTx/>
                  <a:latin typeface="Arial"/>
                </a:rPr>
                <a:t>01.</a:t>
              </a:r>
            </a:p>
          </p:txBody>
        </p:sp>
        <p:sp>
          <p:nvSpPr>
            <p:cNvPr id="15" name="Textfeld 53">
              <a:extLst>
                <a:ext uri="{FF2B5EF4-FFF2-40B4-BE49-F238E27FC236}">
                  <a16:creationId xmlns:a16="http://schemas.microsoft.com/office/drawing/2014/main" id="{C1913699-5525-4BE8-1DDD-2AE6F4511C16}"/>
                </a:ext>
              </a:extLst>
            </p:cNvPr>
            <p:cNvSpPr txBox="1">
              <a:spLocks/>
            </p:cNvSpPr>
            <p:nvPr/>
          </p:nvSpPr>
          <p:spPr bwMode="gray">
            <a:xfrm>
              <a:off x="5724597" y="5176069"/>
              <a:ext cx="934139" cy="369332"/>
            </a:xfrm>
            <a:prstGeom prst="rect">
              <a:avLst/>
            </a:prstGeom>
            <a:noFill/>
          </p:spPr>
          <p:txBody>
            <a:bodyPr wrap="square" lIns="0" tIns="0" rIns="0" bIns="0" rtlCol="0" anchor="t">
              <a:spAutoFit/>
            </a:bodyPr>
            <a:lstStyle/>
            <a:p>
              <a:pPr marL="0" marR="0" lvl="0" indent="0" defTabSz="914400" eaLnBrk="1" fontAlgn="auto" latinLnBrk="0" hangingPunct="1">
                <a:lnSpc>
                  <a:spcPct val="100000"/>
                </a:lnSpc>
                <a:spcBef>
                  <a:spcPts val="0"/>
                </a:spcBef>
                <a:spcAft>
                  <a:spcPts val="0"/>
                </a:spcAft>
                <a:buClrTx/>
                <a:buSzTx/>
                <a:buFontTx/>
                <a:buNone/>
                <a:tabLst/>
                <a:defRPr>
                  <a:latin typeface="Arial"/>
                </a:defRPr>
              </a:pPr>
              <a:r>
                <a:rPr kumimoji="0" lang="en-US" sz="1200" b="0" i="0" u="none" strike="noStrike" kern="0" cap="none" spc="0" normalizeH="0" baseline="0" noProof="0">
                  <a:ln>
                    <a:noFill/>
                  </a:ln>
                  <a:effectLst/>
                  <a:uLnTx/>
                  <a:uFillTx/>
                  <a:latin typeface="Arial"/>
                </a:rPr>
                <a:t>Lorem ipsum dolor sit</a:t>
              </a:r>
            </a:p>
          </p:txBody>
        </p:sp>
        <p:sp>
          <p:nvSpPr>
            <p:cNvPr id="16" name="Textfeld 54">
              <a:extLst>
                <a:ext uri="{FF2B5EF4-FFF2-40B4-BE49-F238E27FC236}">
                  <a16:creationId xmlns:a16="http://schemas.microsoft.com/office/drawing/2014/main" id="{E1996D71-0C98-0F2B-16C8-611A817FEAAB}"/>
                </a:ext>
              </a:extLst>
            </p:cNvPr>
            <p:cNvSpPr txBox="1">
              <a:spLocks/>
            </p:cNvSpPr>
            <p:nvPr/>
          </p:nvSpPr>
          <p:spPr bwMode="gray">
            <a:xfrm>
              <a:off x="5724597" y="4882856"/>
              <a:ext cx="934139" cy="276999"/>
            </a:xfrm>
            <a:prstGeom prst="rect">
              <a:avLst/>
            </a:prstGeom>
            <a:noFill/>
          </p:spPr>
          <p:txBody>
            <a:bodyPr wrap="square" lIns="0" tIns="0" rIns="0" bIns="0" rtlCol="0" anchor="ctr">
              <a:spAutoFit/>
            </a:bodyPr>
            <a:lstStyle/>
            <a:p>
              <a:pPr>
                <a:defRPr>
                  <a:latin typeface="Arial"/>
                </a:defRPr>
              </a:pPr>
              <a:r>
                <a:rPr lang="en-US" b="1" kern="0">
                  <a:solidFill>
                    <a:srgbClr val="242852"/>
                  </a:solidFill>
                  <a:latin typeface="Arial"/>
                </a:rPr>
                <a:t>03.</a:t>
              </a:r>
            </a:p>
          </p:txBody>
        </p:sp>
        <p:sp>
          <p:nvSpPr>
            <p:cNvPr id="17" name="Textfeld 51">
              <a:extLst>
                <a:ext uri="{FF2B5EF4-FFF2-40B4-BE49-F238E27FC236}">
                  <a16:creationId xmlns:a16="http://schemas.microsoft.com/office/drawing/2014/main" id="{02FAC230-2930-20F2-2811-CD9B7E473418}"/>
                </a:ext>
              </a:extLst>
            </p:cNvPr>
            <p:cNvSpPr txBox="1">
              <a:spLocks/>
            </p:cNvSpPr>
            <p:nvPr/>
          </p:nvSpPr>
          <p:spPr bwMode="gray">
            <a:xfrm>
              <a:off x="7178124" y="3875612"/>
              <a:ext cx="799724" cy="369332"/>
            </a:xfrm>
            <a:prstGeom prst="rect">
              <a:avLst/>
            </a:prstGeom>
            <a:noFill/>
          </p:spPr>
          <p:txBody>
            <a:bodyPr wrap="square" lIns="0" tIns="0" rIns="0" bIns="0" rtlCol="0" anchor="t">
              <a:spAutoFit/>
            </a:bodyPr>
            <a:lstStyle/>
            <a:p>
              <a:pPr marL="0" marR="0" lvl="0" indent="0" defTabSz="914400" eaLnBrk="1" fontAlgn="auto" latinLnBrk="0" hangingPunct="1">
                <a:lnSpc>
                  <a:spcPct val="100000"/>
                </a:lnSpc>
                <a:spcBef>
                  <a:spcPts val="0"/>
                </a:spcBef>
                <a:spcAft>
                  <a:spcPts val="0"/>
                </a:spcAft>
                <a:buClrTx/>
                <a:buSzTx/>
                <a:buFontTx/>
                <a:buNone/>
                <a:tabLst/>
                <a:defRPr>
                  <a:latin typeface="Arial"/>
                </a:defRPr>
              </a:pPr>
              <a:r>
                <a:rPr kumimoji="0" lang="en-US" sz="1200" b="0" i="0" u="none" strike="noStrike" kern="0" cap="none" spc="0" normalizeH="0" baseline="0" noProof="0">
                  <a:ln>
                    <a:noFill/>
                  </a:ln>
                  <a:effectLst/>
                  <a:uLnTx/>
                  <a:uFillTx/>
                  <a:latin typeface="Arial"/>
                </a:rPr>
                <a:t>Lorem ipsum sit</a:t>
              </a:r>
            </a:p>
          </p:txBody>
        </p:sp>
        <p:sp>
          <p:nvSpPr>
            <p:cNvPr id="18" name="Textfeld 52">
              <a:extLst>
                <a:ext uri="{FF2B5EF4-FFF2-40B4-BE49-F238E27FC236}">
                  <a16:creationId xmlns:a16="http://schemas.microsoft.com/office/drawing/2014/main" id="{68F17446-BBAD-5825-9D6B-255D2A1A5CA7}"/>
                </a:ext>
              </a:extLst>
            </p:cNvPr>
            <p:cNvSpPr txBox="1">
              <a:spLocks/>
            </p:cNvSpPr>
            <p:nvPr/>
          </p:nvSpPr>
          <p:spPr bwMode="gray">
            <a:xfrm>
              <a:off x="7178124" y="3582399"/>
              <a:ext cx="722832" cy="276999"/>
            </a:xfrm>
            <a:prstGeom prst="rect">
              <a:avLst/>
            </a:prstGeom>
            <a:noFill/>
          </p:spPr>
          <p:txBody>
            <a:bodyPr wrap="square" lIns="0" tIns="0" rIns="0" bIns="0" rtlCol="0" anchor="ctr">
              <a:spAutoFit/>
            </a:bodyPr>
            <a:lstStyle/>
            <a:p>
              <a:pPr>
                <a:defRPr>
                  <a:latin typeface="Arial"/>
                </a:defRPr>
              </a:pPr>
              <a:r>
                <a:rPr lang="en-US" b="1" kern="0">
                  <a:solidFill>
                    <a:srgbClr val="242852"/>
                  </a:solidFill>
                  <a:latin typeface="Arial"/>
                </a:rPr>
                <a:t>02.</a:t>
              </a:r>
            </a:p>
          </p:txBody>
        </p:sp>
        <p:sp>
          <p:nvSpPr>
            <p:cNvPr id="19" name="Textfeld 49">
              <a:extLst>
                <a:ext uri="{FF2B5EF4-FFF2-40B4-BE49-F238E27FC236}">
                  <a16:creationId xmlns:a16="http://schemas.microsoft.com/office/drawing/2014/main" id="{58A56E9D-7C98-FE50-5D82-F9B061A24F54}"/>
                </a:ext>
              </a:extLst>
            </p:cNvPr>
            <p:cNvSpPr txBox="1">
              <a:spLocks/>
            </p:cNvSpPr>
            <p:nvPr/>
          </p:nvSpPr>
          <p:spPr bwMode="gray">
            <a:xfrm>
              <a:off x="4341873" y="3421905"/>
              <a:ext cx="799724" cy="369332"/>
            </a:xfrm>
            <a:prstGeom prst="rect">
              <a:avLst/>
            </a:prstGeom>
            <a:noFill/>
          </p:spPr>
          <p:txBody>
            <a:bodyPr wrap="square" lIns="0" tIns="0" rIns="0" bIns="0" rtlCol="0" anchor="t">
              <a:spAutoFit/>
            </a:bodyPr>
            <a:lstStyle/>
            <a:p>
              <a:pPr marL="0" marR="0" lvl="0" indent="0" defTabSz="914400" eaLnBrk="1" fontAlgn="auto" latinLnBrk="0" hangingPunct="1">
                <a:lnSpc>
                  <a:spcPct val="100000"/>
                </a:lnSpc>
                <a:spcBef>
                  <a:spcPts val="0"/>
                </a:spcBef>
                <a:spcAft>
                  <a:spcPts val="0"/>
                </a:spcAft>
                <a:buClrTx/>
                <a:buSzTx/>
                <a:buFontTx/>
                <a:buNone/>
                <a:tabLst/>
                <a:defRPr>
                  <a:latin typeface="Arial"/>
                </a:defRPr>
              </a:pPr>
              <a:r>
                <a:rPr kumimoji="0" lang="en-US" sz="1200" b="0" i="0" u="none" strike="noStrike" kern="0" cap="none" spc="0" normalizeH="0" baseline="0" noProof="0" dirty="0">
                  <a:ln>
                    <a:noFill/>
                  </a:ln>
                  <a:effectLst/>
                  <a:uLnTx/>
                  <a:uFillTx/>
                  <a:latin typeface="Arial"/>
                </a:rPr>
                <a:t>Lorem ipsum sit</a:t>
              </a:r>
            </a:p>
          </p:txBody>
        </p:sp>
        <p:sp>
          <p:nvSpPr>
            <p:cNvPr id="20" name="Textfeld 50">
              <a:extLst>
                <a:ext uri="{FF2B5EF4-FFF2-40B4-BE49-F238E27FC236}">
                  <a16:creationId xmlns:a16="http://schemas.microsoft.com/office/drawing/2014/main" id="{804397FC-7604-EC39-F4FF-D683358391E2}"/>
                </a:ext>
              </a:extLst>
            </p:cNvPr>
            <p:cNvSpPr txBox="1">
              <a:spLocks/>
            </p:cNvSpPr>
            <p:nvPr/>
          </p:nvSpPr>
          <p:spPr bwMode="gray">
            <a:xfrm>
              <a:off x="4341873" y="3128692"/>
              <a:ext cx="722832" cy="276999"/>
            </a:xfrm>
            <a:prstGeom prst="rect">
              <a:avLst/>
            </a:prstGeom>
            <a:noFill/>
          </p:spPr>
          <p:txBody>
            <a:bodyPr wrap="square" lIns="0" tIns="0" rIns="0" bIns="0" rtlCol="0" anchor="ctr">
              <a:spAutoFit/>
            </a:bodyPr>
            <a:lstStyle/>
            <a:p>
              <a:pPr>
                <a:defRPr>
                  <a:latin typeface="Arial"/>
                </a:defRPr>
              </a:pPr>
              <a:r>
                <a:rPr lang="en-US" b="1" kern="0">
                  <a:solidFill>
                    <a:srgbClr val="242852"/>
                  </a:solidFill>
                  <a:latin typeface="Arial"/>
                </a:rPr>
                <a:t>04.</a:t>
              </a:r>
            </a:p>
          </p:txBody>
        </p:sp>
        <p:sp>
          <p:nvSpPr>
            <p:cNvPr id="21" name="TextBox 20">
              <a:extLst>
                <a:ext uri="{FF2B5EF4-FFF2-40B4-BE49-F238E27FC236}">
                  <a16:creationId xmlns:a16="http://schemas.microsoft.com/office/drawing/2014/main" id="{CB84696F-7814-B800-680F-76BFB242D61F}"/>
                </a:ext>
              </a:extLst>
            </p:cNvPr>
            <p:cNvSpPr txBox="1">
              <a:spLocks/>
            </p:cNvSpPr>
            <p:nvPr/>
          </p:nvSpPr>
          <p:spPr>
            <a:xfrm>
              <a:off x="5481952" y="3465218"/>
              <a:ext cx="1264608" cy="684803"/>
            </a:xfrm>
            <a:prstGeom prst="rect">
              <a:avLst/>
            </a:prstGeom>
            <a:noFill/>
          </p:spPr>
          <p:txBody>
            <a:bodyPr wrap="square" lIns="0" tIns="0" rIns="0" bIns="0" rtlCol="0" anchor="ctr">
              <a:spAutoFit/>
            </a:bodyPr>
            <a:lstStyle/>
            <a:p>
              <a:pPr marL="0" marR="0" lvl="0" indent="0" algn="ctr" defTabSz="914400" eaLnBrk="1" fontAlgn="auto" latinLnBrk="0" hangingPunct="1">
                <a:lnSpc>
                  <a:spcPct val="100000"/>
                </a:lnSpc>
                <a:spcBef>
                  <a:spcPts val="0"/>
                </a:spcBef>
                <a:spcAft>
                  <a:spcPts val="300"/>
                </a:spcAft>
                <a:buClr>
                  <a:srgbClr val="000000"/>
                </a:buClr>
                <a:buSzTx/>
                <a:buFontTx/>
                <a:buNone/>
                <a:tabLst/>
                <a:defRPr>
                  <a:latin typeface="Arial"/>
                </a:defRPr>
              </a:pPr>
              <a:r>
                <a:rPr lang="en-US" dirty="0">
                  <a:latin typeface="Arial"/>
                  <a:sym typeface="Futura"/>
                </a:rPr>
                <a:t>Sample text</a:t>
              </a:r>
            </a:p>
            <a:p>
              <a:pPr marR="0" lvl="0" algn="ctr" fontAlgn="auto">
                <a:lnSpc>
                  <a:spcPct val="100000"/>
                </a:lnSpc>
                <a:spcAft>
                  <a:spcPts val="300"/>
                </a:spcAft>
                <a:buClr>
                  <a:srgbClr val="000000"/>
                </a:buClr>
                <a:buSzTx/>
                <a:tabLst/>
                <a:defRPr>
                  <a:latin typeface="Arial"/>
                </a:defRPr>
              </a:pPr>
              <a:r>
                <a:rPr lang="en-US" sz="1200" b="1" dirty="0">
                  <a:solidFill>
                    <a:srgbClr val="242852"/>
                  </a:solidFill>
                  <a:latin typeface="Arial"/>
                  <a:sym typeface="Futura"/>
                </a:rPr>
                <a:t>Insert desired text</a:t>
              </a:r>
            </a:p>
          </p:txBody>
        </p:sp>
        <p:cxnSp>
          <p:nvCxnSpPr>
            <p:cNvPr id="22" name="Gerade Verbindung 22">
              <a:extLst>
                <a:ext uri="{FF2B5EF4-FFF2-40B4-BE49-F238E27FC236}">
                  <a16:creationId xmlns:a16="http://schemas.microsoft.com/office/drawing/2014/main" id="{121EF96E-936E-8756-0CF5-D5FDE5B41BF1}"/>
                </a:ext>
              </a:extLst>
            </p:cNvPr>
            <p:cNvCxnSpPr>
              <a:cxnSpLocks/>
            </p:cNvCxnSpPr>
            <p:nvPr/>
          </p:nvCxnSpPr>
          <p:spPr bwMode="gray">
            <a:xfrm>
              <a:off x="419100" y="4304578"/>
              <a:ext cx="3603458" cy="0"/>
            </a:xfrm>
            <a:prstGeom prst="line">
              <a:avLst/>
            </a:prstGeom>
            <a:ln w="9525">
              <a:solidFill>
                <a:srgbClr val="242852">
                  <a:lumMod val="20000"/>
                  <a:lumOff val="80000"/>
                </a:srgbClr>
              </a:solidFill>
            </a:ln>
          </p:spPr>
          <p:style>
            <a:lnRef idx="1">
              <a:srgbClr val="242852"/>
            </a:lnRef>
            <a:fillRef idx="0">
              <a:srgbClr val="242852"/>
            </a:fillRef>
            <a:effectRef idx="0">
              <a:srgbClr val="242852"/>
            </a:effectRef>
            <a:fontRef idx="minor">
              <a:srgbClr val="000000"/>
            </a:fontRef>
          </p:style>
        </p:cxnSp>
        <p:cxnSp>
          <p:nvCxnSpPr>
            <p:cNvPr id="23" name="Gerade Verbindung 22">
              <a:extLst>
                <a:ext uri="{FF2B5EF4-FFF2-40B4-BE49-F238E27FC236}">
                  <a16:creationId xmlns:a16="http://schemas.microsoft.com/office/drawing/2014/main" id="{26CEFD01-0944-51C6-0CF9-B7922A01B153}"/>
                </a:ext>
              </a:extLst>
            </p:cNvPr>
            <p:cNvCxnSpPr>
              <a:cxnSpLocks/>
            </p:cNvCxnSpPr>
            <p:nvPr/>
          </p:nvCxnSpPr>
          <p:spPr bwMode="gray">
            <a:xfrm>
              <a:off x="419099" y="2060039"/>
              <a:ext cx="4465722" cy="0"/>
            </a:xfrm>
            <a:prstGeom prst="line">
              <a:avLst/>
            </a:prstGeom>
            <a:ln w="9525">
              <a:solidFill>
                <a:srgbClr val="242852">
                  <a:lumMod val="20000"/>
                  <a:lumOff val="80000"/>
                </a:srgbClr>
              </a:solidFill>
            </a:ln>
          </p:spPr>
          <p:style>
            <a:lnRef idx="1">
              <a:srgbClr val="242852"/>
            </a:lnRef>
            <a:fillRef idx="0">
              <a:srgbClr val="242852"/>
            </a:fillRef>
            <a:effectRef idx="0">
              <a:srgbClr val="242852"/>
            </a:effectRef>
            <a:fontRef idx="minor">
              <a:srgbClr val="000000"/>
            </a:fontRef>
          </p:style>
        </p:cxnSp>
        <p:sp>
          <p:nvSpPr>
            <p:cNvPr id="24" name="Textplatzhalter 13">
              <a:extLst>
                <a:ext uri="{FF2B5EF4-FFF2-40B4-BE49-F238E27FC236}">
                  <a16:creationId xmlns:a16="http://schemas.microsoft.com/office/drawing/2014/main" id="{FF8EEAE4-4827-B1CC-E0B8-B357F9005DD3}"/>
                </a:ext>
              </a:extLst>
            </p:cNvPr>
            <p:cNvSpPr txBox="1">
              <a:spLocks/>
            </p:cNvSpPr>
            <p:nvPr/>
          </p:nvSpPr>
          <p:spPr bwMode="gray">
            <a:xfrm>
              <a:off x="419101" y="3885041"/>
              <a:ext cx="3457011" cy="307777"/>
            </a:xfrm>
            <a:prstGeom prst="rect">
              <a:avLst/>
            </a:prstGeom>
          </p:spPr>
          <p:txBody>
            <a:bodyPr vert="horz" wrap="square" lIns="0" tIns="0" rIns="0" bIns="0" rtlCol="0" anchor="b">
              <a:spAutoFit/>
            </a:bodyPr>
            <a:lstStyle>
              <a:defPPr>
                <a:defRPr lang="de-DE">
                  <a:latin typeface="Arial"/>
                </a:defRPr>
              </a:defPPr>
              <a:lvl1pPr marL="0" indent="0">
                <a:lnSpc>
                  <a:spcPct val="100000"/>
                </a:lnSpc>
                <a:spcBef>
                  <a:spcPts val="400"/>
                </a:spcBef>
                <a:buFont typeface="Arial" pitchFamily="34" charset="0"/>
                <a:buNone/>
                <a:defRPr sz="1300" cap="all">
                  <a:solidFill>
                    <a:srgbClr val="242852"/>
                  </a:solidFill>
                  <a:latin typeface="Arial"/>
                  <a:ea typeface="Verdana" pitchFamily="34" charset="0"/>
                  <a:cs typeface="Verdana" pitchFamily="34" charset="0"/>
                </a:defRPr>
              </a:lvl1pPr>
              <a:lvl2pPr marL="180975" indent="-180975">
                <a:lnSpc>
                  <a:spcPct val="95000"/>
                </a:lnSpc>
                <a:spcBef>
                  <a:spcPts val="400"/>
                </a:spcBef>
                <a:buFont typeface="Wingdings" pitchFamily="2" charset="2"/>
                <a:buChar char="§"/>
                <a:defRPr sz="1300">
                  <a:latin typeface="Arial"/>
                  <a:ea typeface="Verdana" pitchFamily="34" charset="0"/>
                  <a:cs typeface="Verdana" pitchFamily="34" charset="0"/>
                </a:defRPr>
              </a:lvl2pPr>
              <a:lvl3pPr marL="361950" indent="-180975">
                <a:lnSpc>
                  <a:spcPct val="95000"/>
                </a:lnSpc>
                <a:spcBef>
                  <a:spcPts val="400"/>
                </a:spcBef>
                <a:buFont typeface="Arial" pitchFamily="34" charset="0"/>
                <a:buChar char="̵"/>
                <a:defRPr sz="1300">
                  <a:latin typeface="Arial"/>
                  <a:ea typeface="Verdana" pitchFamily="34" charset="0"/>
                  <a:cs typeface="Verdana" pitchFamily="34" charset="0"/>
                </a:defRPr>
              </a:lvl3pPr>
              <a:lvl4pPr marL="534988" indent="-173038">
                <a:lnSpc>
                  <a:spcPct val="95000"/>
                </a:lnSpc>
                <a:spcBef>
                  <a:spcPts val="400"/>
                </a:spcBef>
                <a:buFont typeface="Arial" pitchFamily="34" charset="0"/>
                <a:buChar char="̵"/>
                <a:defRPr sz="1300">
                  <a:latin typeface="Arial"/>
                  <a:ea typeface="Verdana" pitchFamily="34" charset="0"/>
                  <a:cs typeface="Verdana" pitchFamily="34" charset="0"/>
                </a:defRPr>
              </a:lvl4pPr>
              <a:lvl5pPr marL="715963" indent="-180975">
                <a:lnSpc>
                  <a:spcPct val="95000"/>
                </a:lnSpc>
                <a:spcBef>
                  <a:spcPts val="400"/>
                </a:spcBef>
                <a:buFont typeface="Arial" pitchFamily="34" charset="0"/>
                <a:buChar char="̵"/>
                <a:defRPr sz="1300">
                  <a:latin typeface="Arial"/>
                  <a:ea typeface="Verdana" pitchFamily="34" charset="0"/>
                  <a:cs typeface="Verdana" pitchFamily="34" charset="0"/>
                </a:defRPr>
              </a:lvl5pPr>
              <a:lvl6pPr marL="2514600" indent="-228600">
                <a:spcBef>
                  <a:spcPct val="20000"/>
                </a:spcBef>
                <a:buFont typeface="Arial" pitchFamily="34" charset="0"/>
                <a:buChar char="•"/>
                <a:defRPr sz="2000">
                  <a:latin typeface="Arial"/>
                </a:defRPr>
              </a:lvl6pPr>
              <a:lvl7pPr marL="2971800" indent="-228600">
                <a:spcBef>
                  <a:spcPct val="20000"/>
                </a:spcBef>
                <a:buFont typeface="Arial" pitchFamily="34" charset="0"/>
                <a:buChar char="•"/>
                <a:defRPr sz="2000">
                  <a:latin typeface="Arial"/>
                </a:defRPr>
              </a:lvl7pPr>
              <a:lvl8pPr marL="3429000" indent="-228600">
                <a:spcBef>
                  <a:spcPct val="20000"/>
                </a:spcBef>
                <a:buFont typeface="Arial" pitchFamily="34" charset="0"/>
                <a:buChar char="•"/>
                <a:defRPr sz="2000">
                  <a:latin typeface="Arial"/>
                </a:defRPr>
              </a:lvl8pPr>
              <a:lvl9pPr marL="3886200" indent="-228600">
                <a:spcBef>
                  <a:spcPct val="20000"/>
                </a:spcBef>
                <a:buFont typeface="Arial" pitchFamily="34" charset="0"/>
                <a:buChar char="•"/>
                <a:defRPr sz="2000">
                  <a:latin typeface="Arial"/>
                </a:defRPr>
              </a:lvl9pPr>
            </a:lstStyle>
            <a:p>
              <a:r>
                <a:rPr lang="en-US" sz="2000" cap="none" dirty="0">
                  <a:solidFill>
                    <a:srgbClr val="000000"/>
                  </a:solidFill>
                  <a:latin typeface="Arial"/>
                </a:rPr>
                <a:t>Sample text</a:t>
              </a:r>
            </a:p>
          </p:txBody>
        </p:sp>
        <p:sp>
          <p:nvSpPr>
            <p:cNvPr id="25" name="Textplatzhalter 13">
              <a:extLst>
                <a:ext uri="{FF2B5EF4-FFF2-40B4-BE49-F238E27FC236}">
                  <a16:creationId xmlns:a16="http://schemas.microsoft.com/office/drawing/2014/main" id="{A8E6554A-B28E-E970-DE33-2C1F1BA30AA6}"/>
                </a:ext>
              </a:extLst>
            </p:cNvPr>
            <p:cNvSpPr txBox="1">
              <a:spLocks/>
            </p:cNvSpPr>
            <p:nvPr/>
          </p:nvSpPr>
          <p:spPr bwMode="gray">
            <a:xfrm>
              <a:off x="419101" y="1640502"/>
              <a:ext cx="3457011" cy="307777"/>
            </a:xfrm>
            <a:prstGeom prst="rect">
              <a:avLst/>
            </a:prstGeom>
          </p:spPr>
          <p:txBody>
            <a:bodyPr vert="horz" wrap="square" lIns="0" tIns="0" rIns="0" bIns="0" rtlCol="0" anchor="b">
              <a:spAutoFit/>
            </a:bodyPr>
            <a:lstStyle>
              <a:defPPr>
                <a:defRPr lang="de-DE">
                  <a:latin typeface="Arial"/>
                </a:defRPr>
              </a:defPPr>
              <a:lvl1pPr marL="0" indent="0">
                <a:lnSpc>
                  <a:spcPct val="100000"/>
                </a:lnSpc>
                <a:spcBef>
                  <a:spcPts val="400"/>
                </a:spcBef>
                <a:buFont typeface="Arial" pitchFamily="34" charset="0"/>
                <a:buNone/>
                <a:defRPr sz="1300" cap="all">
                  <a:solidFill>
                    <a:srgbClr val="242852"/>
                  </a:solidFill>
                  <a:latin typeface="Arial"/>
                  <a:ea typeface="Verdana" pitchFamily="34" charset="0"/>
                  <a:cs typeface="Verdana" pitchFamily="34" charset="0"/>
                </a:defRPr>
              </a:lvl1pPr>
              <a:lvl2pPr marL="180975" indent="-180975">
                <a:lnSpc>
                  <a:spcPct val="95000"/>
                </a:lnSpc>
                <a:spcBef>
                  <a:spcPts val="400"/>
                </a:spcBef>
                <a:buFont typeface="Wingdings" pitchFamily="2" charset="2"/>
                <a:buChar char="§"/>
                <a:defRPr sz="1300">
                  <a:latin typeface="Arial"/>
                  <a:ea typeface="Verdana" pitchFamily="34" charset="0"/>
                  <a:cs typeface="Verdana" pitchFamily="34" charset="0"/>
                </a:defRPr>
              </a:lvl2pPr>
              <a:lvl3pPr marL="361950" indent="-180975">
                <a:lnSpc>
                  <a:spcPct val="95000"/>
                </a:lnSpc>
                <a:spcBef>
                  <a:spcPts val="400"/>
                </a:spcBef>
                <a:buFont typeface="Arial" pitchFamily="34" charset="0"/>
                <a:buChar char="̵"/>
                <a:defRPr sz="1300">
                  <a:latin typeface="Arial"/>
                  <a:ea typeface="Verdana" pitchFamily="34" charset="0"/>
                  <a:cs typeface="Verdana" pitchFamily="34" charset="0"/>
                </a:defRPr>
              </a:lvl3pPr>
              <a:lvl4pPr marL="534988" indent="-173038">
                <a:lnSpc>
                  <a:spcPct val="95000"/>
                </a:lnSpc>
                <a:spcBef>
                  <a:spcPts val="400"/>
                </a:spcBef>
                <a:buFont typeface="Arial" pitchFamily="34" charset="0"/>
                <a:buChar char="̵"/>
                <a:defRPr sz="1300">
                  <a:latin typeface="Arial"/>
                  <a:ea typeface="Verdana" pitchFamily="34" charset="0"/>
                  <a:cs typeface="Verdana" pitchFamily="34" charset="0"/>
                </a:defRPr>
              </a:lvl4pPr>
              <a:lvl5pPr marL="715963" indent="-180975">
                <a:lnSpc>
                  <a:spcPct val="95000"/>
                </a:lnSpc>
                <a:spcBef>
                  <a:spcPts val="400"/>
                </a:spcBef>
                <a:buFont typeface="Arial" pitchFamily="34" charset="0"/>
                <a:buChar char="̵"/>
                <a:defRPr sz="1300">
                  <a:latin typeface="Arial"/>
                  <a:ea typeface="Verdana" pitchFamily="34" charset="0"/>
                  <a:cs typeface="Verdana" pitchFamily="34" charset="0"/>
                </a:defRPr>
              </a:lvl5pPr>
              <a:lvl6pPr marL="2514600" indent="-228600">
                <a:spcBef>
                  <a:spcPct val="20000"/>
                </a:spcBef>
                <a:buFont typeface="Arial" pitchFamily="34" charset="0"/>
                <a:buChar char="•"/>
                <a:defRPr sz="2000">
                  <a:latin typeface="Arial"/>
                </a:defRPr>
              </a:lvl6pPr>
              <a:lvl7pPr marL="2971800" indent="-228600">
                <a:spcBef>
                  <a:spcPct val="20000"/>
                </a:spcBef>
                <a:buFont typeface="Arial" pitchFamily="34" charset="0"/>
                <a:buChar char="•"/>
                <a:defRPr sz="2000">
                  <a:latin typeface="Arial"/>
                </a:defRPr>
              </a:lvl7pPr>
              <a:lvl8pPr marL="3429000" indent="-228600">
                <a:spcBef>
                  <a:spcPct val="20000"/>
                </a:spcBef>
                <a:buFont typeface="Arial" pitchFamily="34" charset="0"/>
                <a:buChar char="•"/>
                <a:defRPr sz="2000">
                  <a:latin typeface="Arial"/>
                </a:defRPr>
              </a:lvl8pPr>
              <a:lvl9pPr marL="3886200" indent="-228600">
                <a:spcBef>
                  <a:spcPct val="20000"/>
                </a:spcBef>
                <a:buFont typeface="Arial" pitchFamily="34" charset="0"/>
                <a:buChar char="•"/>
                <a:defRPr sz="2000">
                  <a:latin typeface="Arial"/>
                </a:defRPr>
              </a:lvl9pPr>
            </a:lstStyle>
            <a:p>
              <a:r>
                <a:rPr lang="en-US" sz="2000" cap="none" dirty="0">
                  <a:solidFill>
                    <a:srgbClr val="000000"/>
                  </a:solidFill>
                  <a:latin typeface="Arial"/>
                </a:rPr>
                <a:t>Sample text</a:t>
              </a:r>
            </a:p>
          </p:txBody>
        </p:sp>
        <p:sp>
          <p:nvSpPr>
            <p:cNvPr id="26" name="Textplatzhalter 13">
              <a:extLst>
                <a:ext uri="{FF2B5EF4-FFF2-40B4-BE49-F238E27FC236}">
                  <a16:creationId xmlns:a16="http://schemas.microsoft.com/office/drawing/2014/main" id="{CF937A0F-F945-4F1E-95B3-C121E217B9CE}"/>
                </a:ext>
              </a:extLst>
            </p:cNvPr>
            <p:cNvSpPr txBox="1">
              <a:spLocks/>
            </p:cNvSpPr>
            <p:nvPr/>
          </p:nvSpPr>
          <p:spPr bwMode="gray">
            <a:xfrm>
              <a:off x="8353989" y="1640502"/>
              <a:ext cx="3457011" cy="307777"/>
            </a:xfrm>
            <a:prstGeom prst="rect">
              <a:avLst/>
            </a:prstGeom>
          </p:spPr>
          <p:txBody>
            <a:bodyPr vert="horz" wrap="square" lIns="0" tIns="0" rIns="0" bIns="0" rtlCol="0" anchor="b">
              <a:spAutoFit/>
            </a:bodyPr>
            <a:lstStyle>
              <a:defPPr>
                <a:defRPr lang="de-DE">
                  <a:latin typeface="Arial"/>
                </a:defRPr>
              </a:defPPr>
              <a:lvl1pPr marL="0" indent="0">
                <a:lnSpc>
                  <a:spcPct val="100000"/>
                </a:lnSpc>
                <a:spcBef>
                  <a:spcPts val="400"/>
                </a:spcBef>
                <a:buFont typeface="Arial" pitchFamily="34" charset="0"/>
                <a:buNone/>
                <a:defRPr sz="1300" cap="all">
                  <a:solidFill>
                    <a:srgbClr val="242852"/>
                  </a:solidFill>
                  <a:latin typeface="Arial"/>
                  <a:ea typeface="Verdana" pitchFamily="34" charset="0"/>
                  <a:cs typeface="Verdana" pitchFamily="34" charset="0"/>
                </a:defRPr>
              </a:lvl1pPr>
              <a:lvl2pPr marL="180975" indent="-180975">
                <a:lnSpc>
                  <a:spcPct val="95000"/>
                </a:lnSpc>
                <a:spcBef>
                  <a:spcPts val="400"/>
                </a:spcBef>
                <a:buFont typeface="Wingdings" pitchFamily="2" charset="2"/>
                <a:buChar char="§"/>
                <a:defRPr sz="1300">
                  <a:latin typeface="Arial"/>
                  <a:ea typeface="Verdana" pitchFamily="34" charset="0"/>
                  <a:cs typeface="Verdana" pitchFamily="34" charset="0"/>
                </a:defRPr>
              </a:lvl2pPr>
              <a:lvl3pPr marL="361950" indent="-180975">
                <a:lnSpc>
                  <a:spcPct val="95000"/>
                </a:lnSpc>
                <a:spcBef>
                  <a:spcPts val="400"/>
                </a:spcBef>
                <a:buFont typeface="Arial" pitchFamily="34" charset="0"/>
                <a:buChar char="̵"/>
                <a:defRPr sz="1300">
                  <a:latin typeface="Arial"/>
                  <a:ea typeface="Verdana" pitchFamily="34" charset="0"/>
                  <a:cs typeface="Verdana" pitchFamily="34" charset="0"/>
                </a:defRPr>
              </a:lvl3pPr>
              <a:lvl4pPr marL="534988" indent="-173038">
                <a:lnSpc>
                  <a:spcPct val="95000"/>
                </a:lnSpc>
                <a:spcBef>
                  <a:spcPts val="400"/>
                </a:spcBef>
                <a:buFont typeface="Arial" pitchFamily="34" charset="0"/>
                <a:buChar char="̵"/>
                <a:defRPr sz="1300">
                  <a:latin typeface="Arial"/>
                  <a:ea typeface="Verdana" pitchFamily="34" charset="0"/>
                  <a:cs typeface="Verdana" pitchFamily="34" charset="0"/>
                </a:defRPr>
              </a:lvl4pPr>
              <a:lvl5pPr marL="715963" indent="-180975">
                <a:lnSpc>
                  <a:spcPct val="95000"/>
                </a:lnSpc>
                <a:spcBef>
                  <a:spcPts val="400"/>
                </a:spcBef>
                <a:buFont typeface="Arial" pitchFamily="34" charset="0"/>
                <a:buChar char="̵"/>
                <a:defRPr sz="1300">
                  <a:latin typeface="Arial"/>
                  <a:ea typeface="Verdana" pitchFamily="34" charset="0"/>
                  <a:cs typeface="Verdana" pitchFamily="34" charset="0"/>
                </a:defRPr>
              </a:lvl5pPr>
              <a:lvl6pPr marL="2514600" indent="-228600">
                <a:spcBef>
                  <a:spcPct val="20000"/>
                </a:spcBef>
                <a:buFont typeface="Arial" pitchFamily="34" charset="0"/>
                <a:buChar char="•"/>
                <a:defRPr sz="2000">
                  <a:latin typeface="Arial"/>
                </a:defRPr>
              </a:lvl6pPr>
              <a:lvl7pPr marL="2971800" indent="-228600">
                <a:spcBef>
                  <a:spcPct val="20000"/>
                </a:spcBef>
                <a:buFont typeface="Arial" pitchFamily="34" charset="0"/>
                <a:buChar char="•"/>
                <a:defRPr sz="2000">
                  <a:latin typeface="Arial"/>
                </a:defRPr>
              </a:lvl7pPr>
              <a:lvl8pPr marL="3429000" indent="-228600">
                <a:spcBef>
                  <a:spcPct val="20000"/>
                </a:spcBef>
                <a:buFont typeface="Arial" pitchFamily="34" charset="0"/>
                <a:buChar char="•"/>
                <a:defRPr sz="2000">
                  <a:latin typeface="Arial"/>
                </a:defRPr>
              </a:lvl8pPr>
              <a:lvl9pPr marL="3886200" indent="-228600">
                <a:spcBef>
                  <a:spcPct val="20000"/>
                </a:spcBef>
                <a:buFont typeface="Arial" pitchFamily="34" charset="0"/>
                <a:buChar char="•"/>
                <a:defRPr sz="2000">
                  <a:latin typeface="Arial"/>
                </a:defRPr>
              </a:lvl9pPr>
            </a:lstStyle>
            <a:p>
              <a:r>
                <a:rPr lang="en-US" sz="2000" cap="none" dirty="0">
                  <a:solidFill>
                    <a:srgbClr val="000000"/>
                  </a:solidFill>
                  <a:latin typeface="Arial"/>
                </a:rPr>
                <a:t>Sample text</a:t>
              </a:r>
            </a:p>
          </p:txBody>
        </p:sp>
        <p:sp>
          <p:nvSpPr>
            <p:cNvPr id="27" name="Textplatzhalter 13">
              <a:extLst>
                <a:ext uri="{FF2B5EF4-FFF2-40B4-BE49-F238E27FC236}">
                  <a16:creationId xmlns:a16="http://schemas.microsoft.com/office/drawing/2014/main" id="{FE100FB6-70F7-FB0D-059B-8FAF225A2132}"/>
                </a:ext>
              </a:extLst>
            </p:cNvPr>
            <p:cNvSpPr txBox="1">
              <a:spLocks/>
            </p:cNvSpPr>
            <p:nvPr/>
          </p:nvSpPr>
          <p:spPr bwMode="gray">
            <a:xfrm>
              <a:off x="8353989" y="3885041"/>
              <a:ext cx="3457011" cy="307777"/>
            </a:xfrm>
            <a:prstGeom prst="rect">
              <a:avLst/>
            </a:prstGeom>
          </p:spPr>
          <p:txBody>
            <a:bodyPr vert="horz" wrap="square" lIns="0" tIns="0" rIns="0" bIns="0" rtlCol="0" anchor="b">
              <a:spAutoFit/>
            </a:bodyPr>
            <a:lstStyle>
              <a:defPPr>
                <a:defRPr lang="de-DE">
                  <a:latin typeface="Arial"/>
                </a:defRPr>
              </a:defPPr>
              <a:lvl1pPr marL="0" indent="0">
                <a:lnSpc>
                  <a:spcPct val="100000"/>
                </a:lnSpc>
                <a:spcBef>
                  <a:spcPts val="400"/>
                </a:spcBef>
                <a:buFont typeface="Arial" pitchFamily="34" charset="0"/>
                <a:buNone/>
                <a:defRPr sz="1300" cap="all">
                  <a:solidFill>
                    <a:srgbClr val="242852"/>
                  </a:solidFill>
                  <a:latin typeface="Arial"/>
                  <a:ea typeface="Verdana" pitchFamily="34" charset="0"/>
                  <a:cs typeface="Verdana" pitchFamily="34" charset="0"/>
                </a:defRPr>
              </a:lvl1pPr>
              <a:lvl2pPr marL="180975" indent="-180975">
                <a:lnSpc>
                  <a:spcPct val="95000"/>
                </a:lnSpc>
                <a:spcBef>
                  <a:spcPts val="400"/>
                </a:spcBef>
                <a:buFont typeface="Wingdings" pitchFamily="2" charset="2"/>
                <a:buChar char="§"/>
                <a:defRPr sz="1300">
                  <a:latin typeface="Arial"/>
                  <a:ea typeface="Verdana" pitchFamily="34" charset="0"/>
                  <a:cs typeface="Verdana" pitchFamily="34" charset="0"/>
                </a:defRPr>
              </a:lvl2pPr>
              <a:lvl3pPr marL="361950" indent="-180975">
                <a:lnSpc>
                  <a:spcPct val="95000"/>
                </a:lnSpc>
                <a:spcBef>
                  <a:spcPts val="400"/>
                </a:spcBef>
                <a:buFont typeface="Arial" pitchFamily="34" charset="0"/>
                <a:buChar char="̵"/>
                <a:defRPr sz="1300">
                  <a:latin typeface="Arial"/>
                  <a:ea typeface="Verdana" pitchFamily="34" charset="0"/>
                  <a:cs typeface="Verdana" pitchFamily="34" charset="0"/>
                </a:defRPr>
              </a:lvl3pPr>
              <a:lvl4pPr marL="534988" indent="-173038">
                <a:lnSpc>
                  <a:spcPct val="95000"/>
                </a:lnSpc>
                <a:spcBef>
                  <a:spcPts val="400"/>
                </a:spcBef>
                <a:buFont typeface="Arial" pitchFamily="34" charset="0"/>
                <a:buChar char="̵"/>
                <a:defRPr sz="1300">
                  <a:latin typeface="Arial"/>
                  <a:ea typeface="Verdana" pitchFamily="34" charset="0"/>
                  <a:cs typeface="Verdana" pitchFamily="34" charset="0"/>
                </a:defRPr>
              </a:lvl4pPr>
              <a:lvl5pPr marL="715963" indent="-180975">
                <a:lnSpc>
                  <a:spcPct val="95000"/>
                </a:lnSpc>
                <a:spcBef>
                  <a:spcPts val="400"/>
                </a:spcBef>
                <a:buFont typeface="Arial" pitchFamily="34" charset="0"/>
                <a:buChar char="̵"/>
                <a:defRPr sz="1300">
                  <a:latin typeface="Arial"/>
                  <a:ea typeface="Verdana" pitchFamily="34" charset="0"/>
                  <a:cs typeface="Verdana" pitchFamily="34" charset="0"/>
                </a:defRPr>
              </a:lvl5pPr>
              <a:lvl6pPr marL="2514600" indent="-228600">
                <a:spcBef>
                  <a:spcPct val="20000"/>
                </a:spcBef>
                <a:buFont typeface="Arial" pitchFamily="34" charset="0"/>
                <a:buChar char="•"/>
                <a:defRPr sz="2000">
                  <a:latin typeface="Arial"/>
                </a:defRPr>
              </a:lvl6pPr>
              <a:lvl7pPr marL="2971800" indent="-228600">
                <a:spcBef>
                  <a:spcPct val="20000"/>
                </a:spcBef>
                <a:buFont typeface="Arial" pitchFamily="34" charset="0"/>
                <a:buChar char="•"/>
                <a:defRPr sz="2000">
                  <a:latin typeface="Arial"/>
                </a:defRPr>
              </a:lvl7pPr>
              <a:lvl8pPr marL="3429000" indent="-228600">
                <a:spcBef>
                  <a:spcPct val="20000"/>
                </a:spcBef>
                <a:buFont typeface="Arial" pitchFamily="34" charset="0"/>
                <a:buChar char="•"/>
                <a:defRPr sz="2000">
                  <a:latin typeface="Arial"/>
                </a:defRPr>
              </a:lvl8pPr>
              <a:lvl9pPr marL="3886200" indent="-228600">
                <a:spcBef>
                  <a:spcPct val="20000"/>
                </a:spcBef>
                <a:buFont typeface="Arial" pitchFamily="34" charset="0"/>
                <a:buChar char="•"/>
                <a:defRPr sz="2000">
                  <a:latin typeface="Arial"/>
                </a:defRPr>
              </a:lvl9pPr>
            </a:lstStyle>
            <a:p>
              <a:r>
                <a:rPr lang="en-US" sz="2000" cap="none" dirty="0">
                  <a:solidFill>
                    <a:srgbClr val="000000"/>
                  </a:solidFill>
                  <a:latin typeface="Arial"/>
                </a:rPr>
                <a:t>Sample text</a:t>
              </a:r>
            </a:p>
          </p:txBody>
        </p:sp>
        <p:sp>
          <p:nvSpPr>
            <p:cNvPr id="28" name="Inhaltsplatzhalter 2">
              <a:extLst>
                <a:ext uri="{FF2B5EF4-FFF2-40B4-BE49-F238E27FC236}">
                  <a16:creationId xmlns:a16="http://schemas.microsoft.com/office/drawing/2014/main" id="{12DFA0CF-54DB-E259-AF52-6B7018EC2E5B}"/>
                </a:ext>
              </a:extLst>
            </p:cNvPr>
            <p:cNvSpPr txBox="1">
              <a:spLocks/>
            </p:cNvSpPr>
            <p:nvPr/>
          </p:nvSpPr>
          <p:spPr>
            <a:xfrm>
              <a:off x="419101" y="2190391"/>
              <a:ext cx="3457011" cy="1118255"/>
            </a:xfrm>
            <a:prstGeom prst="rect">
              <a:avLst/>
            </a:prstGeom>
          </p:spPr>
          <p:txBody>
            <a:bodyPr lIns="0" tIns="0" rIns="0" bIns="0">
              <a:spAutoFit/>
            </a:bodyPr>
            <a:lstStyle>
              <a:lvl1pPr marL="228600" indent="-228600" algn="l" defTabSz="914400" rtl="0" eaLnBrk="1" latinLnBrk="0" hangingPunct="1">
                <a:lnSpc>
                  <a:spcPct val="100000"/>
                </a:lnSpc>
                <a:spcBef>
                  <a:spcPts val="1000"/>
                </a:spcBef>
                <a:buFont typeface="Arial" panose="020B0604020202020204" pitchFamily="34" charset="0"/>
                <a:buChar char="•"/>
                <a:defRPr sz="2400" kern="1200">
                  <a:solidFill>
                    <a:srgbClr val="000000"/>
                  </a:solidFill>
                  <a:latin typeface="Arial"/>
                  <a:ea typeface="+mn-ea"/>
                  <a:cs typeface="+mn-cs"/>
                </a:defRPr>
              </a:lvl1pPr>
              <a:lvl2pPr marL="466725" indent="-222250" algn="l" defTabSz="914400" rtl="0" eaLnBrk="1" latinLnBrk="0" hangingPunct="1">
                <a:lnSpc>
                  <a:spcPct val="100000"/>
                </a:lnSpc>
                <a:spcBef>
                  <a:spcPts val="500"/>
                </a:spcBef>
                <a:buFont typeface="Arial" panose="020B0604020202020204" pitchFamily="34" charset="0"/>
                <a:buChar char="•"/>
                <a:defRPr sz="2200" kern="1200">
                  <a:solidFill>
                    <a:srgbClr val="000000"/>
                  </a:solidFill>
                  <a:latin typeface="Arial"/>
                  <a:ea typeface="+mn-ea"/>
                  <a:cs typeface="+mn-cs"/>
                </a:defRPr>
              </a:lvl2pPr>
              <a:lvl3pPr marL="720725" indent="-217488" algn="l" defTabSz="914400" rtl="0" eaLnBrk="1" latinLnBrk="0" hangingPunct="1">
                <a:lnSpc>
                  <a:spcPct val="100000"/>
                </a:lnSpc>
                <a:spcBef>
                  <a:spcPts val="500"/>
                </a:spcBef>
                <a:buFont typeface="Arial" panose="020B0604020202020204" pitchFamily="34" charset="0"/>
                <a:buChar char="•"/>
                <a:defRPr sz="2000" kern="1200">
                  <a:solidFill>
                    <a:srgbClr val="242852"/>
                  </a:solidFill>
                  <a:latin typeface="Arial"/>
                  <a:ea typeface="+mn-ea"/>
                  <a:cs typeface="+mn-cs"/>
                </a:defRPr>
              </a:lvl3pPr>
              <a:lvl4pPr marL="900113" indent="-193675" algn="l" defTabSz="914400" rtl="0" eaLnBrk="1" latinLnBrk="0" hangingPunct="1">
                <a:lnSpc>
                  <a:spcPct val="100000"/>
                </a:lnSpc>
                <a:spcBef>
                  <a:spcPts val="500"/>
                </a:spcBef>
                <a:buFont typeface="Arial" panose="020B0604020202020204" pitchFamily="34" charset="0"/>
                <a:buChar char="•"/>
                <a:defRPr sz="1800" kern="1200">
                  <a:solidFill>
                    <a:srgbClr val="242852"/>
                  </a:solidFill>
                  <a:latin typeface="Arial"/>
                  <a:ea typeface="+mn-ea"/>
                  <a:cs typeface="+mn-cs"/>
                </a:defRPr>
              </a:lvl4pPr>
              <a:lvl5pPr marL="1136650" indent="-185738" algn="l" defTabSz="914400" rtl="0" eaLnBrk="1" latinLnBrk="0" hangingPunct="1">
                <a:lnSpc>
                  <a:spcPct val="100000"/>
                </a:lnSpc>
                <a:spcBef>
                  <a:spcPts val="500"/>
                </a:spcBef>
                <a:buFont typeface="Arial" panose="020B0604020202020204" pitchFamily="34" charset="0"/>
                <a:buChar char="•"/>
                <a:defRPr sz="1600" kern="1200">
                  <a:solidFill>
                    <a:srgbClr val="000000"/>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Arial"/>
                  <a:ea typeface="+mn-ea"/>
                  <a:cs typeface="+mn-cs"/>
                </a:defRPr>
              </a:lvl9pPr>
            </a:lstStyle>
            <a:p>
              <a:pPr marL="0" indent="0">
                <a:buNone/>
              </a:pPr>
              <a:r>
                <a:rPr lang="en-US" sz="1400" dirty="0">
                  <a:latin typeface="Arial"/>
                </a:rPr>
                <a:t>Lorem ipsum dolor sit </a:t>
              </a:r>
              <a:r>
                <a:rPr lang="en-US" sz="1400" dirty="0" err="1">
                  <a:latin typeface="Arial"/>
                </a:rPr>
                <a:t>amet</a:t>
              </a:r>
              <a:r>
                <a:rPr lang="en-US" sz="1400" dirty="0">
                  <a:latin typeface="Arial"/>
                </a:rPr>
                <a:t>, </a:t>
              </a:r>
              <a:br>
                <a:rPr lang="en-US" sz="1400" dirty="0">
                  <a:latin typeface="Arial"/>
                </a:rPr>
              </a:br>
              <a:r>
                <a:rPr lang="en-US" sz="1400" dirty="0" err="1">
                  <a:latin typeface="Arial"/>
                </a:rPr>
                <a:t>consectetur</a:t>
              </a:r>
              <a:r>
                <a:rPr lang="en-US" sz="1400" dirty="0">
                  <a:latin typeface="Arial"/>
                </a:rPr>
                <a:t> </a:t>
              </a:r>
              <a:r>
                <a:rPr lang="en-US" sz="1400" dirty="0" err="1">
                  <a:latin typeface="Arial"/>
                </a:rPr>
                <a:t>adipiscing</a:t>
              </a:r>
              <a:r>
                <a:rPr lang="en-US" sz="1400" dirty="0">
                  <a:latin typeface="Arial"/>
                </a:rPr>
                <a:t> </a:t>
              </a:r>
              <a:r>
                <a:rPr lang="en-US" sz="1400" dirty="0" err="1">
                  <a:latin typeface="Arial"/>
                </a:rPr>
                <a:t>elit</a:t>
              </a:r>
              <a:r>
                <a:rPr lang="en-US" sz="1400" dirty="0">
                  <a:latin typeface="Arial"/>
                </a:rPr>
                <a:t> </a:t>
              </a:r>
              <a:r>
                <a:rPr lang="en-US" sz="1400" dirty="0" err="1">
                  <a:latin typeface="Arial"/>
                </a:rPr>
                <a:t>tempor</a:t>
              </a:r>
              <a:r>
                <a:rPr lang="en-US" sz="1400" dirty="0">
                  <a:latin typeface="Arial"/>
                </a:rPr>
                <a:t> </a:t>
              </a:r>
            </a:p>
            <a:p>
              <a:pPr marL="140400" indent="-140400"/>
              <a:r>
                <a:rPr lang="en-US" sz="1400" dirty="0">
                  <a:latin typeface="Arial"/>
                </a:rPr>
                <a:t>Quis </a:t>
              </a:r>
              <a:r>
                <a:rPr lang="en-US" sz="1400" dirty="0" err="1">
                  <a:latin typeface="Arial"/>
                </a:rPr>
                <a:t>nostrud</a:t>
              </a:r>
              <a:r>
                <a:rPr lang="en-US" sz="1400" dirty="0">
                  <a:latin typeface="Arial"/>
                </a:rPr>
                <a:t> exercitation </a:t>
              </a:r>
              <a:r>
                <a:rPr lang="en-US" sz="1400" dirty="0" err="1">
                  <a:latin typeface="Arial"/>
                </a:rPr>
                <a:t>ullamco</a:t>
              </a:r>
              <a:endParaRPr lang="en-US" sz="1400" dirty="0">
                <a:latin typeface="Arial"/>
              </a:endParaRPr>
            </a:p>
            <a:p>
              <a:pPr marL="140400" indent="-140400"/>
              <a:r>
                <a:rPr lang="en-US" sz="1400" dirty="0">
                  <a:latin typeface="Arial"/>
                </a:rPr>
                <a:t>Duis </a:t>
              </a:r>
              <a:r>
                <a:rPr lang="en-US" sz="1400" dirty="0" err="1">
                  <a:latin typeface="Arial"/>
                </a:rPr>
                <a:t>aute</a:t>
              </a:r>
              <a:r>
                <a:rPr lang="en-US" sz="1400" dirty="0">
                  <a:latin typeface="Arial"/>
                </a:rPr>
                <a:t> </a:t>
              </a:r>
              <a:r>
                <a:rPr lang="en-US" sz="1400" dirty="0" err="1">
                  <a:latin typeface="Arial"/>
                </a:rPr>
                <a:t>irure</a:t>
              </a:r>
              <a:r>
                <a:rPr lang="en-US" sz="1400" dirty="0">
                  <a:latin typeface="Arial"/>
                </a:rPr>
                <a:t> dolor </a:t>
              </a:r>
            </a:p>
          </p:txBody>
        </p:sp>
        <p:sp>
          <p:nvSpPr>
            <p:cNvPr id="29" name="Inhaltsplatzhalter 2">
              <a:extLst>
                <a:ext uri="{FF2B5EF4-FFF2-40B4-BE49-F238E27FC236}">
                  <a16:creationId xmlns:a16="http://schemas.microsoft.com/office/drawing/2014/main" id="{6429A5E7-48B0-7630-9B41-959E3AD928A7}"/>
                </a:ext>
              </a:extLst>
            </p:cNvPr>
            <p:cNvSpPr txBox="1">
              <a:spLocks/>
            </p:cNvSpPr>
            <p:nvPr/>
          </p:nvSpPr>
          <p:spPr>
            <a:xfrm>
              <a:off x="419101" y="4460709"/>
              <a:ext cx="3457011" cy="1118255"/>
            </a:xfrm>
            <a:prstGeom prst="rect">
              <a:avLst/>
            </a:prstGeom>
          </p:spPr>
          <p:txBody>
            <a:bodyPr lIns="0" tIns="0" rIns="0" bIns="0">
              <a:spAutoFit/>
            </a:bodyPr>
            <a:lstStyle>
              <a:lvl1pPr marL="228600" indent="-228600" algn="l" defTabSz="914400" rtl="0" eaLnBrk="1" latinLnBrk="0" hangingPunct="1">
                <a:lnSpc>
                  <a:spcPct val="100000"/>
                </a:lnSpc>
                <a:spcBef>
                  <a:spcPts val="1000"/>
                </a:spcBef>
                <a:buFont typeface="Arial" panose="020B0604020202020204" pitchFamily="34" charset="0"/>
                <a:buChar char="•"/>
                <a:defRPr sz="2400" kern="1200">
                  <a:solidFill>
                    <a:srgbClr val="000000"/>
                  </a:solidFill>
                  <a:latin typeface="Arial"/>
                  <a:ea typeface="+mn-ea"/>
                  <a:cs typeface="+mn-cs"/>
                </a:defRPr>
              </a:lvl1pPr>
              <a:lvl2pPr marL="466725" indent="-222250" algn="l" defTabSz="914400" rtl="0" eaLnBrk="1" latinLnBrk="0" hangingPunct="1">
                <a:lnSpc>
                  <a:spcPct val="100000"/>
                </a:lnSpc>
                <a:spcBef>
                  <a:spcPts val="500"/>
                </a:spcBef>
                <a:buFont typeface="Arial" panose="020B0604020202020204" pitchFamily="34" charset="0"/>
                <a:buChar char="•"/>
                <a:defRPr sz="2200" kern="1200">
                  <a:solidFill>
                    <a:srgbClr val="000000"/>
                  </a:solidFill>
                  <a:latin typeface="Arial"/>
                  <a:ea typeface="+mn-ea"/>
                  <a:cs typeface="+mn-cs"/>
                </a:defRPr>
              </a:lvl2pPr>
              <a:lvl3pPr marL="720725" indent="-217488" algn="l" defTabSz="914400" rtl="0" eaLnBrk="1" latinLnBrk="0" hangingPunct="1">
                <a:lnSpc>
                  <a:spcPct val="100000"/>
                </a:lnSpc>
                <a:spcBef>
                  <a:spcPts val="500"/>
                </a:spcBef>
                <a:buFont typeface="Arial" panose="020B0604020202020204" pitchFamily="34" charset="0"/>
                <a:buChar char="•"/>
                <a:defRPr sz="2000" kern="1200">
                  <a:solidFill>
                    <a:srgbClr val="242852"/>
                  </a:solidFill>
                  <a:latin typeface="Arial"/>
                  <a:ea typeface="+mn-ea"/>
                  <a:cs typeface="+mn-cs"/>
                </a:defRPr>
              </a:lvl3pPr>
              <a:lvl4pPr marL="900113" indent="-193675" algn="l" defTabSz="914400" rtl="0" eaLnBrk="1" latinLnBrk="0" hangingPunct="1">
                <a:lnSpc>
                  <a:spcPct val="100000"/>
                </a:lnSpc>
                <a:spcBef>
                  <a:spcPts val="500"/>
                </a:spcBef>
                <a:buFont typeface="Arial" panose="020B0604020202020204" pitchFamily="34" charset="0"/>
                <a:buChar char="•"/>
                <a:defRPr sz="1800" kern="1200">
                  <a:solidFill>
                    <a:srgbClr val="242852"/>
                  </a:solidFill>
                  <a:latin typeface="Arial"/>
                  <a:ea typeface="+mn-ea"/>
                  <a:cs typeface="+mn-cs"/>
                </a:defRPr>
              </a:lvl4pPr>
              <a:lvl5pPr marL="1136650" indent="-185738" algn="l" defTabSz="914400" rtl="0" eaLnBrk="1" latinLnBrk="0" hangingPunct="1">
                <a:lnSpc>
                  <a:spcPct val="100000"/>
                </a:lnSpc>
                <a:spcBef>
                  <a:spcPts val="500"/>
                </a:spcBef>
                <a:buFont typeface="Arial" panose="020B0604020202020204" pitchFamily="34" charset="0"/>
                <a:buChar char="•"/>
                <a:defRPr sz="1600" kern="1200">
                  <a:solidFill>
                    <a:srgbClr val="000000"/>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Arial"/>
                  <a:ea typeface="+mn-ea"/>
                  <a:cs typeface="+mn-cs"/>
                </a:defRPr>
              </a:lvl9pPr>
            </a:lstStyle>
            <a:p>
              <a:pPr marL="0" indent="0">
                <a:buNone/>
              </a:pPr>
              <a:r>
                <a:rPr lang="en-US" sz="1400" dirty="0">
                  <a:latin typeface="Arial"/>
                </a:rPr>
                <a:t>Lorem ipsum dolor sit </a:t>
              </a:r>
              <a:r>
                <a:rPr lang="en-US" sz="1400" dirty="0" err="1">
                  <a:latin typeface="Arial"/>
                </a:rPr>
                <a:t>amet</a:t>
              </a:r>
              <a:r>
                <a:rPr lang="en-US" sz="1400" dirty="0">
                  <a:latin typeface="Arial"/>
                </a:rPr>
                <a:t>, </a:t>
              </a:r>
              <a:br>
                <a:rPr lang="en-US" sz="1400" dirty="0">
                  <a:latin typeface="Arial"/>
                </a:rPr>
              </a:br>
              <a:r>
                <a:rPr lang="en-US" sz="1400" dirty="0" err="1">
                  <a:latin typeface="Arial"/>
                </a:rPr>
                <a:t>consectetur</a:t>
              </a:r>
              <a:r>
                <a:rPr lang="en-US" sz="1400" dirty="0">
                  <a:latin typeface="Arial"/>
                </a:rPr>
                <a:t> </a:t>
              </a:r>
              <a:r>
                <a:rPr lang="en-US" sz="1400" dirty="0" err="1">
                  <a:latin typeface="Arial"/>
                </a:rPr>
                <a:t>adipiscing</a:t>
              </a:r>
              <a:r>
                <a:rPr lang="en-US" sz="1400" dirty="0">
                  <a:latin typeface="Arial"/>
                </a:rPr>
                <a:t> </a:t>
              </a:r>
              <a:r>
                <a:rPr lang="en-US" sz="1400" dirty="0" err="1">
                  <a:latin typeface="Arial"/>
                </a:rPr>
                <a:t>elit</a:t>
              </a:r>
              <a:r>
                <a:rPr lang="en-US" sz="1400" dirty="0">
                  <a:latin typeface="Arial"/>
                </a:rPr>
                <a:t> </a:t>
              </a:r>
              <a:r>
                <a:rPr lang="en-US" sz="1400" dirty="0" err="1">
                  <a:latin typeface="Arial"/>
                </a:rPr>
                <a:t>tempor</a:t>
              </a:r>
              <a:r>
                <a:rPr lang="en-US" sz="1400" dirty="0">
                  <a:latin typeface="Arial"/>
                </a:rPr>
                <a:t> </a:t>
              </a:r>
            </a:p>
            <a:p>
              <a:pPr marL="140400" indent="-140400"/>
              <a:r>
                <a:rPr lang="en-US" sz="1400" dirty="0">
                  <a:latin typeface="Arial"/>
                </a:rPr>
                <a:t>Quis </a:t>
              </a:r>
              <a:r>
                <a:rPr lang="en-US" sz="1400" dirty="0" err="1">
                  <a:latin typeface="Arial"/>
                </a:rPr>
                <a:t>nostrud</a:t>
              </a:r>
              <a:r>
                <a:rPr lang="en-US" sz="1400" dirty="0">
                  <a:latin typeface="Arial"/>
                </a:rPr>
                <a:t> exercitation </a:t>
              </a:r>
              <a:r>
                <a:rPr lang="en-US" sz="1400" dirty="0" err="1">
                  <a:latin typeface="Arial"/>
                </a:rPr>
                <a:t>ullamco</a:t>
              </a:r>
              <a:endParaRPr lang="en-US" sz="1400" dirty="0">
                <a:latin typeface="Arial"/>
              </a:endParaRPr>
            </a:p>
            <a:p>
              <a:pPr marL="140400" indent="-140400"/>
              <a:r>
                <a:rPr lang="en-US" sz="1400" dirty="0">
                  <a:latin typeface="Arial"/>
                </a:rPr>
                <a:t>Duis </a:t>
              </a:r>
              <a:r>
                <a:rPr lang="en-US" sz="1400" dirty="0" err="1">
                  <a:latin typeface="Arial"/>
                </a:rPr>
                <a:t>aute</a:t>
              </a:r>
              <a:r>
                <a:rPr lang="en-US" sz="1400" dirty="0">
                  <a:latin typeface="Arial"/>
                </a:rPr>
                <a:t> </a:t>
              </a:r>
              <a:r>
                <a:rPr lang="en-US" sz="1400" dirty="0" err="1">
                  <a:latin typeface="Arial"/>
                </a:rPr>
                <a:t>irure</a:t>
              </a:r>
              <a:r>
                <a:rPr lang="en-US" sz="1400" dirty="0">
                  <a:latin typeface="Arial"/>
                </a:rPr>
                <a:t> dolor </a:t>
              </a:r>
            </a:p>
          </p:txBody>
        </p:sp>
        <p:sp>
          <p:nvSpPr>
            <p:cNvPr id="30" name="Inhaltsplatzhalter 2">
              <a:extLst>
                <a:ext uri="{FF2B5EF4-FFF2-40B4-BE49-F238E27FC236}">
                  <a16:creationId xmlns:a16="http://schemas.microsoft.com/office/drawing/2014/main" id="{463A6E30-BC89-F701-3955-25A13970B821}"/>
                </a:ext>
              </a:extLst>
            </p:cNvPr>
            <p:cNvSpPr txBox="1">
              <a:spLocks/>
            </p:cNvSpPr>
            <p:nvPr/>
          </p:nvSpPr>
          <p:spPr>
            <a:xfrm>
              <a:off x="8353989" y="2190391"/>
              <a:ext cx="3457011" cy="1118255"/>
            </a:xfrm>
            <a:prstGeom prst="rect">
              <a:avLst/>
            </a:prstGeom>
          </p:spPr>
          <p:txBody>
            <a:bodyPr lIns="0" tIns="0" rIns="0" bIns="0">
              <a:spAutoFit/>
            </a:bodyPr>
            <a:lstStyle>
              <a:lvl1pPr marL="228600" indent="-228600" algn="l" defTabSz="914400" rtl="0" eaLnBrk="1" latinLnBrk="0" hangingPunct="1">
                <a:lnSpc>
                  <a:spcPct val="100000"/>
                </a:lnSpc>
                <a:spcBef>
                  <a:spcPts val="1000"/>
                </a:spcBef>
                <a:buFont typeface="Arial" panose="020B0604020202020204" pitchFamily="34" charset="0"/>
                <a:buChar char="•"/>
                <a:defRPr sz="2400" kern="1200">
                  <a:solidFill>
                    <a:srgbClr val="000000"/>
                  </a:solidFill>
                  <a:latin typeface="Arial"/>
                  <a:ea typeface="+mn-ea"/>
                  <a:cs typeface="+mn-cs"/>
                </a:defRPr>
              </a:lvl1pPr>
              <a:lvl2pPr marL="466725" indent="-222250" algn="l" defTabSz="914400" rtl="0" eaLnBrk="1" latinLnBrk="0" hangingPunct="1">
                <a:lnSpc>
                  <a:spcPct val="100000"/>
                </a:lnSpc>
                <a:spcBef>
                  <a:spcPts val="500"/>
                </a:spcBef>
                <a:buFont typeface="Arial" panose="020B0604020202020204" pitchFamily="34" charset="0"/>
                <a:buChar char="•"/>
                <a:defRPr sz="2200" kern="1200">
                  <a:solidFill>
                    <a:srgbClr val="000000"/>
                  </a:solidFill>
                  <a:latin typeface="Arial"/>
                  <a:ea typeface="+mn-ea"/>
                  <a:cs typeface="+mn-cs"/>
                </a:defRPr>
              </a:lvl2pPr>
              <a:lvl3pPr marL="720725" indent="-217488" algn="l" defTabSz="914400" rtl="0" eaLnBrk="1" latinLnBrk="0" hangingPunct="1">
                <a:lnSpc>
                  <a:spcPct val="100000"/>
                </a:lnSpc>
                <a:spcBef>
                  <a:spcPts val="500"/>
                </a:spcBef>
                <a:buFont typeface="Arial" panose="020B0604020202020204" pitchFamily="34" charset="0"/>
                <a:buChar char="•"/>
                <a:defRPr sz="2000" kern="1200">
                  <a:solidFill>
                    <a:srgbClr val="242852"/>
                  </a:solidFill>
                  <a:latin typeface="Arial"/>
                  <a:ea typeface="+mn-ea"/>
                  <a:cs typeface="+mn-cs"/>
                </a:defRPr>
              </a:lvl3pPr>
              <a:lvl4pPr marL="900113" indent="-193675" algn="l" defTabSz="914400" rtl="0" eaLnBrk="1" latinLnBrk="0" hangingPunct="1">
                <a:lnSpc>
                  <a:spcPct val="100000"/>
                </a:lnSpc>
                <a:spcBef>
                  <a:spcPts val="500"/>
                </a:spcBef>
                <a:buFont typeface="Arial" panose="020B0604020202020204" pitchFamily="34" charset="0"/>
                <a:buChar char="•"/>
                <a:defRPr sz="1800" kern="1200">
                  <a:solidFill>
                    <a:srgbClr val="242852"/>
                  </a:solidFill>
                  <a:latin typeface="Arial"/>
                  <a:ea typeface="+mn-ea"/>
                  <a:cs typeface="+mn-cs"/>
                </a:defRPr>
              </a:lvl4pPr>
              <a:lvl5pPr marL="1136650" indent="-185738" algn="l" defTabSz="914400" rtl="0" eaLnBrk="1" latinLnBrk="0" hangingPunct="1">
                <a:lnSpc>
                  <a:spcPct val="100000"/>
                </a:lnSpc>
                <a:spcBef>
                  <a:spcPts val="500"/>
                </a:spcBef>
                <a:buFont typeface="Arial" panose="020B0604020202020204" pitchFamily="34" charset="0"/>
                <a:buChar char="•"/>
                <a:defRPr sz="1600" kern="1200">
                  <a:solidFill>
                    <a:srgbClr val="000000"/>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Arial"/>
                  <a:ea typeface="+mn-ea"/>
                  <a:cs typeface="+mn-cs"/>
                </a:defRPr>
              </a:lvl9pPr>
            </a:lstStyle>
            <a:p>
              <a:pPr marL="0" indent="0">
                <a:buNone/>
              </a:pPr>
              <a:r>
                <a:rPr lang="en-US" sz="1400" dirty="0">
                  <a:latin typeface="Arial"/>
                </a:rPr>
                <a:t>Lorem ipsum dolor sit </a:t>
              </a:r>
              <a:r>
                <a:rPr lang="en-US" sz="1400" dirty="0" err="1">
                  <a:latin typeface="Arial"/>
                </a:rPr>
                <a:t>amet</a:t>
              </a:r>
              <a:r>
                <a:rPr lang="en-US" sz="1400" dirty="0">
                  <a:latin typeface="Arial"/>
                </a:rPr>
                <a:t>, </a:t>
              </a:r>
              <a:br>
                <a:rPr lang="en-US" sz="1400" dirty="0">
                  <a:latin typeface="Arial"/>
                </a:rPr>
              </a:br>
              <a:r>
                <a:rPr lang="en-US" sz="1400" dirty="0" err="1">
                  <a:latin typeface="Arial"/>
                </a:rPr>
                <a:t>consectetur</a:t>
              </a:r>
              <a:r>
                <a:rPr lang="en-US" sz="1400" dirty="0">
                  <a:latin typeface="Arial"/>
                </a:rPr>
                <a:t> </a:t>
              </a:r>
              <a:r>
                <a:rPr lang="en-US" sz="1400" dirty="0" err="1">
                  <a:latin typeface="Arial"/>
                </a:rPr>
                <a:t>adipiscing</a:t>
              </a:r>
              <a:r>
                <a:rPr lang="en-US" sz="1400" dirty="0">
                  <a:latin typeface="Arial"/>
                </a:rPr>
                <a:t> </a:t>
              </a:r>
              <a:r>
                <a:rPr lang="en-US" sz="1400" dirty="0" err="1">
                  <a:latin typeface="Arial"/>
                </a:rPr>
                <a:t>elit</a:t>
              </a:r>
              <a:r>
                <a:rPr lang="en-US" sz="1400" dirty="0">
                  <a:latin typeface="Arial"/>
                </a:rPr>
                <a:t> </a:t>
              </a:r>
              <a:r>
                <a:rPr lang="en-US" sz="1400" dirty="0" err="1">
                  <a:latin typeface="Arial"/>
                </a:rPr>
                <a:t>tempor</a:t>
              </a:r>
              <a:r>
                <a:rPr lang="en-US" sz="1400" dirty="0">
                  <a:latin typeface="Arial"/>
                </a:rPr>
                <a:t> </a:t>
              </a:r>
            </a:p>
            <a:p>
              <a:pPr marL="140400" indent="-140400"/>
              <a:r>
                <a:rPr lang="en-US" sz="1400" dirty="0">
                  <a:latin typeface="Arial"/>
                </a:rPr>
                <a:t>Quis </a:t>
              </a:r>
              <a:r>
                <a:rPr lang="en-US" sz="1400" dirty="0" err="1">
                  <a:latin typeface="Arial"/>
                </a:rPr>
                <a:t>nostrud</a:t>
              </a:r>
              <a:r>
                <a:rPr lang="en-US" sz="1400" dirty="0">
                  <a:latin typeface="Arial"/>
                </a:rPr>
                <a:t> exercitation </a:t>
              </a:r>
              <a:r>
                <a:rPr lang="en-US" sz="1400" dirty="0" err="1">
                  <a:latin typeface="Arial"/>
                </a:rPr>
                <a:t>ullamco</a:t>
              </a:r>
              <a:endParaRPr lang="en-US" sz="1400" dirty="0">
                <a:latin typeface="Arial"/>
              </a:endParaRPr>
            </a:p>
            <a:p>
              <a:pPr marL="140400" indent="-140400"/>
              <a:r>
                <a:rPr lang="en-US" sz="1400" dirty="0">
                  <a:latin typeface="Arial"/>
                </a:rPr>
                <a:t>Duis </a:t>
              </a:r>
              <a:r>
                <a:rPr lang="en-US" sz="1400" dirty="0" err="1">
                  <a:latin typeface="Arial"/>
                </a:rPr>
                <a:t>aute</a:t>
              </a:r>
              <a:r>
                <a:rPr lang="en-US" sz="1400" dirty="0">
                  <a:latin typeface="Arial"/>
                </a:rPr>
                <a:t> </a:t>
              </a:r>
              <a:r>
                <a:rPr lang="en-US" sz="1400" dirty="0" err="1">
                  <a:latin typeface="Arial"/>
                </a:rPr>
                <a:t>irure</a:t>
              </a:r>
              <a:r>
                <a:rPr lang="en-US" sz="1400" dirty="0">
                  <a:latin typeface="Arial"/>
                </a:rPr>
                <a:t> dolor </a:t>
              </a:r>
            </a:p>
          </p:txBody>
        </p:sp>
        <p:sp>
          <p:nvSpPr>
            <p:cNvPr id="31" name="Inhaltsplatzhalter 2">
              <a:extLst>
                <a:ext uri="{FF2B5EF4-FFF2-40B4-BE49-F238E27FC236}">
                  <a16:creationId xmlns:a16="http://schemas.microsoft.com/office/drawing/2014/main" id="{1999287D-716C-A92C-94D1-9E86C023908D}"/>
                </a:ext>
              </a:extLst>
            </p:cNvPr>
            <p:cNvSpPr txBox="1">
              <a:spLocks/>
            </p:cNvSpPr>
            <p:nvPr/>
          </p:nvSpPr>
          <p:spPr>
            <a:xfrm>
              <a:off x="8353989" y="4460709"/>
              <a:ext cx="3457011" cy="1118255"/>
            </a:xfrm>
            <a:prstGeom prst="rect">
              <a:avLst/>
            </a:prstGeom>
          </p:spPr>
          <p:txBody>
            <a:bodyPr lIns="0" tIns="0" rIns="0" bIns="0">
              <a:spAutoFit/>
            </a:bodyPr>
            <a:lstStyle>
              <a:lvl1pPr marL="228600" indent="-228600" algn="l" defTabSz="914400" rtl="0" eaLnBrk="1" latinLnBrk="0" hangingPunct="1">
                <a:lnSpc>
                  <a:spcPct val="100000"/>
                </a:lnSpc>
                <a:spcBef>
                  <a:spcPts val="1000"/>
                </a:spcBef>
                <a:buFont typeface="Arial" panose="020B0604020202020204" pitchFamily="34" charset="0"/>
                <a:buChar char="•"/>
                <a:defRPr sz="2400" kern="1200">
                  <a:solidFill>
                    <a:srgbClr val="000000"/>
                  </a:solidFill>
                  <a:latin typeface="Arial"/>
                  <a:ea typeface="+mn-ea"/>
                  <a:cs typeface="+mn-cs"/>
                </a:defRPr>
              </a:lvl1pPr>
              <a:lvl2pPr marL="466725" indent="-222250" algn="l" defTabSz="914400" rtl="0" eaLnBrk="1" latinLnBrk="0" hangingPunct="1">
                <a:lnSpc>
                  <a:spcPct val="100000"/>
                </a:lnSpc>
                <a:spcBef>
                  <a:spcPts val="500"/>
                </a:spcBef>
                <a:buFont typeface="Arial" panose="020B0604020202020204" pitchFamily="34" charset="0"/>
                <a:buChar char="•"/>
                <a:defRPr sz="2200" kern="1200">
                  <a:solidFill>
                    <a:srgbClr val="000000"/>
                  </a:solidFill>
                  <a:latin typeface="Arial"/>
                  <a:ea typeface="+mn-ea"/>
                  <a:cs typeface="+mn-cs"/>
                </a:defRPr>
              </a:lvl2pPr>
              <a:lvl3pPr marL="720725" indent="-217488" algn="l" defTabSz="914400" rtl="0" eaLnBrk="1" latinLnBrk="0" hangingPunct="1">
                <a:lnSpc>
                  <a:spcPct val="100000"/>
                </a:lnSpc>
                <a:spcBef>
                  <a:spcPts val="500"/>
                </a:spcBef>
                <a:buFont typeface="Arial" panose="020B0604020202020204" pitchFamily="34" charset="0"/>
                <a:buChar char="•"/>
                <a:defRPr sz="2000" kern="1200">
                  <a:solidFill>
                    <a:srgbClr val="242852"/>
                  </a:solidFill>
                  <a:latin typeface="Arial"/>
                  <a:ea typeface="+mn-ea"/>
                  <a:cs typeface="+mn-cs"/>
                </a:defRPr>
              </a:lvl3pPr>
              <a:lvl4pPr marL="900113" indent="-193675" algn="l" defTabSz="914400" rtl="0" eaLnBrk="1" latinLnBrk="0" hangingPunct="1">
                <a:lnSpc>
                  <a:spcPct val="100000"/>
                </a:lnSpc>
                <a:spcBef>
                  <a:spcPts val="500"/>
                </a:spcBef>
                <a:buFont typeface="Arial" panose="020B0604020202020204" pitchFamily="34" charset="0"/>
                <a:buChar char="•"/>
                <a:defRPr sz="1800" kern="1200">
                  <a:solidFill>
                    <a:srgbClr val="242852"/>
                  </a:solidFill>
                  <a:latin typeface="Arial"/>
                  <a:ea typeface="+mn-ea"/>
                  <a:cs typeface="+mn-cs"/>
                </a:defRPr>
              </a:lvl4pPr>
              <a:lvl5pPr marL="1136650" indent="-185738" algn="l" defTabSz="914400" rtl="0" eaLnBrk="1" latinLnBrk="0" hangingPunct="1">
                <a:lnSpc>
                  <a:spcPct val="100000"/>
                </a:lnSpc>
                <a:spcBef>
                  <a:spcPts val="500"/>
                </a:spcBef>
                <a:buFont typeface="Arial" panose="020B0604020202020204" pitchFamily="34" charset="0"/>
                <a:buChar char="•"/>
                <a:defRPr sz="1600" kern="1200">
                  <a:solidFill>
                    <a:srgbClr val="000000"/>
                  </a:solidFill>
                  <a:latin typeface="Arial"/>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Arial"/>
                  <a:ea typeface="+mn-ea"/>
                  <a:cs typeface="+mn-cs"/>
                </a:defRPr>
              </a:lvl9pPr>
            </a:lstStyle>
            <a:p>
              <a:pPr marL="0" indent="0">
                <a:buNone/>
              </a:pPr>
              <a:r>
                <a:rPr lang="en-US" sz="1400" dirty="0">
                  <a:latin typeface="Arial"/>
                </a:rPr>
                <a:t>Lorem ipsum dolor sit </a:t>
              </a:r>
              <a:r>
                <a:rPr lang="en-US" sz="1400" dirty="0" err="1">
                  <a:latin typeface="Arial"/>
                </a:rPr>
                <a:t>amet</a:t>
              </a:r>
              <a:r>
                <a:rPr lang="en-US" sz="1400" dirty="0">
                  <a:latin typeface="Arial"/>
                </a:rPr>
                <a:t>, </a:t>
              </a:r>
              <a:br>
                <a:rPr lang="en-US" sz="1400" dirty="0">
                  <a:latin typeface="Arial"/>
                </a:rPr>
              </a:br>
              <a:r>
                <a:rPr lang="en-US" sz="1400" dirty="0" err="1">
                  <a:latin typeface="Arial"/>
                </a:rPr>
                <a:t>consectetur</a:t>
              </a:r>
              <a:r>
                <a:rPr lang="en-US" sz="1400" dirty="0">
                  <a:latin typeface="Arial"/>
                </a:rPr>
                <a:t> </a:t>
              </a:r>
              <a:r>
                <a:rPr lang="en-US" sz="1400" dirty="0" err="1">
                  <a:latin typeface="Arial"/>
                </a:rPr>
                <a:t>adipiscing</a:t>
              </a:r>
              <a:r>
                <a:rPr lang="en-US" sz="1400" dirty="0">
                  <a:latin typeface="Arial"/>
                </a:rPr>
                <a:t> </a:t>
              </a:r>
              <a:r>
                <a:rPr lang="en-US" sz="1400" dirty="0" err="1">
                  <a:latin typeface="Arial"/>
                </a:rPr>
                <a:t>elit</a:t>
              </a:r>
              <a:r>
                <a:rPr lang="en-US" sz="1400" dirty="0">
                  <a:latin typeface="Arial"/>
                </a:rPr>
                <a:t> </a:t>
              </a:r>
              <a:r>
                <a:rPr lang="en-US" sz="1400" dirty="0" err="1">
                  <a:latin typeface="Arial"/>
                </a:rPr>
                <a:t>tempor</a:t>
              </a:r>
              <a:r>
                <a:rPr lang="en-US" sz="1400" dirty="0">
                  <a:latin typeface="Arial"/>
                </a:rPr>
                <a:t> </a:t>
              </a:r>
            </a:p>
            <a:p>
              <a:pPr marL="140400" indent="-140400"/>
              <a:r>
                <a:rPr lang="en-US" sz="1400" dirty="0">
                  <a:latin typeface="Arial"/>
                </a:rPr>
                <a:t>Quis </a:t>
              </a:r>
              <a:r>
                <a:rPr lang="en-US" sz="1400" dirty="0" err="1">
                  <a:latin typeface="Arial"/>
                </a:rPr>
                <a:t>nostrud</a:t>
              </a:r>
              <a:r>
                <a:rPr lang="en-US" sz="1400" dirty="0">
                  <a:latin typeface="Arial"/>
                </a:rPr>
                <a:t> exercitation </a:t>
              </a:r>
              <a:r>
                <a:rPr lang="en-US" sz="1400" dirty="0" err="1">
                  <a:latin typeface="Arial"/>
                </a:rPr>
                <a:t>ullamco</a:t>
              </a:r>
              <a:endParaRPr lang="en-US" sz="1400" dirty="0">
                <a:latin typeface="Arial"/>
              </a:endParaRPr>
            </a:p>
            <a:p>
              <a:pPr marL="140400" indent="-140400"/>
              <a:r>
                <a:rPr lang="en-US" sz="1400" dirty="0">
                  <a:latin typeface="Arial"/>
                </a:rPr>
                <a:t>Duis </a:t>
              </a:r>
              <a:r>
                <a:rPr lang="en-US" sz="1400" dirty="0" err="1">
                  <a:latin typeface="Arial"/>
                </a:rPr>
                <a:t>aute</a:t>
              </a:r>
              <a:r>
                <a:rPr lang="en-US" sz="1400" dirty="0">
                  <a:latin typeface="Arial"/>
                </a:rPr>
                <a:t> </a:t>
              </a:r>
              <a:r>
                <a:rPr lang="en-US" sz="1400" dirty="0" err="1">
                  <a:latin typeface="Arial"/>
                </a:rPr>
                <a:t>irure</a:t>
              </a:r>
              <a:r>
                <a:rPr lang="en-US" sz="1400" dirty="0">
                  <a:latin typeface="Arial"/>
                </a:rPr>
                <a:t> dolor </a:t>
              </a:r>
            </a:p>
          </p:txBody>
        </p:sp>
        <p:cxnSp>
          <p:nvCxnSpPr>
            <p:cNvPr id="32" name="Gerade Verbindung 22">
              <a:extLst>
                <a:ext uri="{FF2B5EF4-FFF2-40B4-BE49-F238E27FC236}">
                  <a16:creationId xmlns:a16="http://schemas.microsoft.com/office/drawing/2014/main" id="{CF6D6E12-07B6-B611-0A8A-76A8D0B154C5}"/>
                </a:ext>
              </a:extLst>
            </p:cNvPr>
            <p:cNvCxnSpPr>
              <a:cxnSpLocks/>
            </p:cNvCxnSpPr>
            <p:nvPr/>
          </p:nvCxnSpPr>
          <p:spPr bwMode="gray">
            <a:xfrm>
              <a:off x="8207542" y="4304578"/>
              <a:ext cx="3603458" cy="0"/>
            </a:xfrm>
            <a:prstGeom prst="line">
              <a:avLst/>
            </a:prstGeom>
            <a:ln w="9525">
              <a:solidFill>
                <a:srgbClr val="242852">
                  <a:lumMod val="20000"/>
                  <a:lumOff val="80000"/>
                </a:srgbClr>
              </a:solidFill>
            </a:ln>
          </p:spPr>
          <p:style>
            <a:lnRef idx="1">
              <a:srgbClr val="242852"/>
            </a:lnRef>
            <a:fillRef idx="0">
              <a:srgbClr val="242852"/>
            </a:fillRef>
            <a:effectRef idx="0">
              <a:srgbClr val="242852"/>
            </a:effectRef>
            <a:fontRef idx="minor">
              <a:srgbClr val="000000"/>
            </a:fontRef>
          </p:style>
        </p:cxnSp>
        <p:cxnSp>
          <p:nvCxnSpPr>
            <p:cNvPr id="33" name="Gerade Verbindung 22">
              <a:extLst>
                <a:ext uri="{FF2B5EF4-FFF2-40B4-BE49-F238E27FC236}">
                  <a16:creationId xmlns:a16="http://schemas.microsoft.com/office/drawing/2014/main" id="{C8E4FD1A-BDB6-52FD-8A2C-C57448055398}"/>
                </a:ext>
              </a:extLst>
            </p:cNvPr>
            <p:cNvCxnSpPr>
              <a:cxnSpLocks/>
            </p:cNvCxnSpPr>
            <p:nvPr/>
          </p:nvCxnSpPr>
          <p:spPr bwMode="gray">
            <a:xfrm>
              <a:off x="7345278" y="2060039"/>
              <a:ext cx="4465722" cy="0"/>
            </a:xfrm>
            <a:prstGeom prst="line">
              <a:avLst/>
            </a:prstGeom>
            <a:ln w="9525">
              <a:solidFill>
                <a:srgbClr val="242852">
                  <a:lumMod val="20000"/>
                  <a:lumOff val="80000"/>
                </a:srgbClr>
              </a:solidFill>
            </a:ln>
          </p:spPr>
          <p:style>
            <a:lnRef idx="1">
              <a:srgbClr val="242852"/>
            </a:lnRef>
            <a:fillRef idx="0">
              <a:srgbClr val="242852"/>
            </a:fillRef>
            <a:effectRef idx="0">
              <a:srgbClr val="242852"/>
            </a:effectRef>
            <a:fontRef idx="minor">
              <a:srgbClr val="000000"/>
            </a:fontRef>
          </p:style>
        </p:cxnSp>
      </p:gr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From Today to 2030</a:t>
            </a:r>
          </a:p>
        </p:txBody>
      </p:sp>
      <p:sp>
        <p:nvSpPr>
          <p:cNvPr id="4" name="Subtitle 3"/>
          <p:cNvSpPr>
            <a:spLocks noGrp="1"/>
          </p:cNvSpPr>
          <p:nvPr>
            <p:ph type="subTitle" idx="1"/>
          </p:nvPr>
        </p:nvSpPr>
        <p:spPr/>
        <p:txBody>
          <a:bodyPr/>
          <a:lstStyle/>
          <a:p>
            <a:r>
              <a:t>think-cell 'Road map' (tc:18)</a:t>
            </a:r>
          </a:p>
        </p:txBody>
      </p:sp>
      <p:sp>
        <p:nvSpPr>
          <p:cNvPr id="5" name="Text Placeholder 4"/>
          <p:cNvSpPr>
            <a:spLocks noGrp="1"/>
          </p:cNvSpPr>
          <p:nvPr>
            <p:ph type="body" idx="14" sz="quarter"/>
          </p:nvPr>
        </p:nvSpPr>
        <p:spPr/>
        <p:txBody>
          <a:bodyPr/>
          <a:lstStyle/>
          <a:p>
            <a:r>
              <a:t>Illustrative data - structural gallery</a:t>
            </a:r>
          </a:p>
        </p:txBody>
      </p:sp>
      <p:sp>
        <p:nvSpPr>
          <p:cNvPr id="6" name="TextBox 5"/>
          <p:cNvSpPr txBox="1"/>
          <p:nvPr/>
        </p:nvSpPr>
        <p:spPr>
          <a:xfrm>
            <a:off x="11353190" y="6355994"/>
            <a:ext cx="421538" cy="274320"/>
          </a:xfrm>
          <a:prstGeom prst="rect">
            <a:avLst/>
          </a:prstGeom>
          <a:noFill/>
        </p:spPr>
        <p:txBody>
          <a:bodyPr wrap="square" lIns="0" rIns="0" tIns="0" bIns="0" anchor="t"/>
          <a:lstStyle/>
          <a:p>
            <a:pPr algn="r"/>
            <a:r>
              <a:rPr sz="1100" b="0" i="0">
                <a:solidFill>
                  <a:srgbClr val="002060"/>
                </a:solidFill>
                <a:latin typeface="Arial"/>
              </a:rPr>
              <a:t>9</a:t>
            </a:r>
          </a:p>
        </p:txBody>
      </p:sp>
      <p:grpSp>
        <p:nvGrpSpPr>
          <p:cNvPr id="7" name="tclib Thinkcell.pptx #18"/>
          <p:cNvGrpSpPr/>
          <p:nvPr/>
        </p:nvGrpSpPr>
        <p:grpSpPr>
          <a:xfrm>
            <a:off x="525780" y="1416597"/>
            <a:ext cx="11248948" cy="4573446"/>
            <a:chOff x="407988" y="1563945"/>
            <a:chExt cx="11053430" cy="4493955"/>
          </a:xfrm>
        </p:grpSpPr>
        <p:grpSp>
          <p:nvGrpSpPr>
            <p:cNvPr id="8" name="Gruppieren 36">
              <a:extLst>
                <a:ext uri="{FF2B5EF4-FFF2-40B4-BE49-F238E27FC236}">
                  <a16:creationId xmlns:a16="http://schemas.microsoft.com/office/drawing/2014/main" id="{7A40A91B-85FA-C57C-2881-B3606A8A316E}"/>
                </a:ext>
              </a:extLst>
            </p:cNvPr>
            <p:cNvGrpSpPr>
              <a:grpSpLocks/>
            </p:cNvGrpSpPr>
            <p:nvPr/>
          </p:nvGrpSpPr>
          <p:grpSpPr>
            <a:xfrm>
              <a:off x="407988" y="1563945"/>
              <a:ext cx="11053430" cy="4493955"/>
              <a:chOff x="1586" y="1550196"/>
              <a:chExt cx="11818939" cy="4976234"/>
            </a:xfrm>
          </p:grpSpPr>
          <p:sp>
            <p:nvSpPr>
              <p:cNvPr id="9" name="Freihandform: Form 29">
                <a:extLst>
                  <a:ext uri="{FF2B5EF4-FFF2-40B4-BE49-F238E27FC236}">
                    <a16:creationId xmlns:a16="http://schemas.microsoft.com/office/drawing/2014/main" id="{CE2A39AE-0EA6-7011-6D8F-E63F377814AA}"/>
                  </a:ext>
                </a:extLst>
              </p:cNvPr>
              <p:cNvSpPr>
                <a:spLocks/>
              </p:cNvSpPr>
              <p:nvPr/>
            </p:nvSpPr>
            <p:spPr bwMode="auto">
              <a:xfrm>
                <a:off x="1587" y="1550196"/>
                <a:ext cx="11818938" cy="4976233"/>
              </a:xfrm>
              <a:custGeom>
                <a:avLst/>
                <a:gdLst>
                  <a:gd name="connsiteX0" fmla="*/ 0 w 11804048"/>
                  <a:gd name="connsiteY0" fmla="*/ 0 h 4989102"/>
                  <a:gd name="connsiteX1" fmla="*/ 2470484 w 11804048"/>
                  <a:gd name="connsiteY1" fmla="*/ 0 h 4989102"/>
                  <a:gd name="connsiteX2" fmla="*/ 2931171 w 11804048"/>
                  <a:gd name="connsiteY2" fmla="*/ 4048 h 4989102"/>
                  <a:gd name="connsiteX3" fmla="*/ 6192260 w 11804048"/>
                  <a:gd name="connsiteY3" fmla="*/ 249741 h 4989102"/>
                  <a:gd name="connsiteX4" fmla="*/ 7564593 w 11804048"/>
                  <a:gd name="connsiteY4" fmla="*/ 558199 h 4989102"/>
                  <a:gd name="connsiteX5" fmla="*/ 8111411 w 11804048"/>
                  <a:gd name="connsiteY5" fmla="*/ 994008 h 4989102"/>
                  <a:gd name="connsiteX6" fmla="*/ 7998011 w 11804048"/>
                  <a:gd name="connsiteY6" fmla="*/ 1181248 h 4989102"/>
                  <a:gd name="connsiteX7" fmla="*/ 7704421 w 11804048"/>
                  <a:gd name="connsiteY7" fmla="*/ 1321947 h 4989102"/>
                  <a:gd name="connsiteX8" fmla="*/ 6816921 w 11804048"/>
                  <a:gd name="connsiteY8" fmla="*/ 1530472 h 4989102"/>
                  <a:gd name="connsiteX9" fmla="*/ 5448433 w 11804048"/>
                  <a:gd name="connsiteY9" fmla="*/ 2106982 h 4989102"/>
                  <a:gd name="connsiteX10" fmla="*/ 5977954 w 11804048"/>
                  <a:gd name="connsiteY10" fmla="*/ 2336792 h 4989102"/>
                  <a:gd name="connsiteX11" fmla="*/ 7286859 w 11804048"/>
                  <a:gd name="connsiteY11" fmla="*/ 2591856 h 4989102"/>
                  <a:gd name="connsiteX12" fmla="*/ 9458757 w 11804048"/>
                  <a:gd name="connsiteY12" fmla="*/ 3031273 h 4989102"/>
                  <a:gd name="connsiteX13" fmla="*/ 11069902 w 11804048"/>
                  <a:gd name="connsiteY13" fmla="*/ 3671639 h 4989102"/>
                  <a:gd name="connsiteX14" fmla="*/ 11575878 w 11804048"/>
                  <a:gd name="connsiteY14" fmla="*/ 4217483 h 4989102"/>
                  <a:gd name="connsiteX15" fmla="*/ 11776250 w 11804048"/>
                  <a:gd name="connsiteY15" fmla="*/ 4677103 h 4989102"/>
                  <a:gd name="connsiteX16" fmla="*/ 11803954 w 11804048"/>
                  <a:gd name="connsiteY16" fmla="*/ 4928562 h 4989102"/>
                  <a:gd name="connsiteX17" fmla="*/ 11800968 w 11804048"/>
                  <a:gd name="connsiteY17" fmla="*/ 4989102 h 4989102"/>
                  <a:gd name="connsiteX18" fmla="*/ 9480312 w 11804048"/>
                  <a:gd name="connsiteY18" fmla="*/ 4989102 h 4989102"/>
                  <a:gd name="connsiteX19" fmla="*/ 9473653 w 11804048"/>
                  <a:gd name="connsiteY19" fmla="*/ 4566347 h 4989102"/>
                  <a:gd name="connsiteX20" fmla="*/ 9259827 w 11804048"/>
                  <a:gd name="connsiteY20" fmla="*/ 4105284 h 4989102"/>
                  <a:gd name="connsiteX21" fmla="*/ 8687061 w 11804048"/>
                  <a:gd name="connsiteY21" fmla="*/ 3706994 h 4989102"/>
                  <a:gd name="connsiteX22" fmla="*/ 6827493 w 11804048"/>
                  <a:gd name="connsiteY22" fmla="*/ 3277679 h 4989102"/>
                  <a:gd name="connsiteX23" fmla="*/ 4576790 w 11804048"/>
                  <a:gd name="connsiteY23" fmla="*/ 2777652 h 4989102"/>
                  <a:gd name="connsiteX24" fmla="*/ 3783470 w 11804048"/>
                  <a:gd name="connsiteY24" fmla="*/ 2456567 h 4989102"/>
                  <a:gd name="connsiteX25" fmla="*/ 3471621 w 11804048"/>
                  <a:gd name="connsiteY25" fmla="*/ 2060443 h 4989102"/>
                  <a:gd name="connsiteX26" fmla="*/ 4040063 w 11804048"/>
                  <a:gd name="connsiteY26" fmla="*/ 1501972 h 4989102"/>
                  <a:gd name="connsiteX27" fmla="*/ 5174543 w 11804048"/>
                  <a:gd name="connsiteY27" fmla="*/ 1228508 h 4989102"/>
                  <a:gd name="connsiteX28" fmla="*/ 6135560 w 11804048"/>
                  <a:gd name="connsiteY28" fmla="*/ 891189 h 4989102"/>
                  <a:gd name="connsiteX29" fmla="*/ 5983239 w 11804048"/>
                  <a:gd name="connsiteY29" fmla="*/ 758787 h 4989102"/>
                  <a:gd name="connsiteX30" fmla="*/ 5566157 w 11804048"/>
                  <a:gd name="connsiteY30" fmla="*/ 642619 h 4989102"/>
                  <a:gd name="connsiteX31" fmla="*/ 4293290 w 11804048"/>
                  <a:gd name="connsiteY31" fmla="*/ 475583 h 4989102"/>
                  <a:gd name="connsiteX32" fmla="*/ 2483701 w 11804048"/>
                  <a:gd name="connsiteY32" fmla="*/ 360056 h 4989102"/>
                  <a:gd name="connsiteX33" fmla="*/ 2470484 w 11804048"/>
                  <a:gd name="connsiteY33" fmla="*/ 359542 h 4989102"/>
                  <a:gd name="connsiteX34" fmla="*/ 2470484 w 11804048"/>
                  <a:gd name="connsiteY34" fmla="*/ 360362 h 4989102"/>
                  <a:gd name="connsiteX35" fmla="*/ 0 w 11804048"/>
                  <a:gd name="connsiteY35" fmla="*/ 360362 h 4989102"/>
                  <a:gd name="connsiteX0" fmla="*/ 0 w 11804048"/>
                  <a:gd name="connsiteY0" fmla="*/ 0 h 4989102"/>
                  <a:gd name="connsiteX1" fmla="*/ 2470484 w 11804048"/>
                  <a:gd name="connsiteY1" fmla="*/ 0 h 4989102"/>
                  <a:gd name="connsiteX2" fmla="*/ 2931171 w 11804048"/>
                  <a:gd name="connsiteY2" fmla="*/ 4048 h 4989102"/>
                  <a:gd name="connsiteX3" fmla="*/ 6192260 w 11804048"/>
                  <a:gd name="connsiteY3" fmla="*/ 249741 h 4989102"/>
                  <a:gd name="connsiteX4" fmla="*/ 7564593 w 11804048"/>
                  <a:gd name="connsiteY4" fmla="*/ 558199 h 4989102"/>
                  <a:gd name="connsiteX5" fmla="*/ 8111411 w 11804048"/>
                  <a:gd name="connsiteY5" fmla="*/ 994008 h 4989102"/>
                  <a:gd name="connsiteX6" fmla="*/ 7998011 w 11804048"/>
                  <a:gd name="connsiteY6" fmla="*/ 1181248 h 4989102"/>
                  <a:gd name="connsiteX7" fmla="*/ 7704421 w 11804048"/>
                  <a:gd name="connsiteY7" fmla="*/ 1321947 h 4989102"/>
                  <a:gd name="connsiteX8" fmla="*/ 6816921 w 11804048"/>
                  <a:gd name="connsiteY8" fmla="*/ 1530472 h 4989102"/>
                  <a:gd name="connsiteX9" fmla="*/ 5448433 w 11804048"/>
                  <a:gd name="connsiteY9" fmla="*/ 2106982 h 4989102"/>
                  <a:gd name="connsiteX10" fmla="*/ 5977954 w 11804048"/>
                  <a:gd name="connsiteY10" fmla="*/ 2336792 h 4989102"/>
                  <a:gd name="connsiteX11" fmla="*/ 7286859 w 11804048"/>
                  <a:gd name="connsiteY11" fmla="*/ 2591856 h 4989102"/>
                  <a:gd name="connsiteX12" fmla="*/ 9458757 w 11804048"/>
                  <a:gd name="connsiteY12" fmla="*/ 3031273 h 4989102"/>
                  <a:gd name="connsiteX13" fmla="*/ 11069902 w 11804048"/>
                  <a:gd name="connsiteY13" fmla="*/ 3671639 h 4989102"/>
                  <a:gd name="connsiteX14" fmla="*/ 11575878 w 11804048"/>
                  <a:gd name="connsiteY14" fmla="*/ 4217483 h 4989102"/>
                  <a:gd name="connsiteX15" fmla="*/ 11776250 w 11804048"/>
                  <a:gd name="connsiteY15" fmla="*/ 4677103 h 4989102"/>
                  <a:gd name="connsiteX16" fmla="*/ 11803954 w 11804048"/>
                  <a:gd name="connsiteY16" fmla="*/ 4928562 h 4989102"/>
                  <a:gd name="connsiteX17" fmla="*/ 11800968 w 11804048"/>
                  <a:gd name="connsiteY17" fmla="*/ 4989102 h 4989102"/>
                  <a:gd name="connsiteX18" fmla="*/ 9480312 w 11804048"/>
                  <a:gd name="connsiteY18" fmla="*/ 4989102 h 4989102"/>
                  <a:gd name="connsiteX19" fmla="*/ 9473653 w 11804048"/>
                  <a:gd name="connsiteY19" fmla="*/ 4566347 h 4989102"/>
                  <a:gd name="connsiteX20" fmla="*/ 9259827 w 11804048"/>
                  <a:gd name="connsiteY20" fmla="*/ 4105284 h 4989102"/>
                  <a:gd name="connsiteX21" fmla="*/ 8687061 w 11804048"/>
                  <a:gd name="connsiteY21" fmla="*/ 3706994 h 4989102"/>
                  <a:gd name="connsiteX22" fmla="*/ 6827493 w 11804048"/>
                  <a:gd name="connsiteY22" fmla="*/ 3277679 h 4989102"/>
                  <a:gd name="connsiteX23" fmla="*/ 4576790 w 11804048"/>
                  <a:gd name="connsiteY23" fmla="*/ 2777652 h 4989102"/>
                  <a:gd name="connsiteX24" fmla="*/ 3783470 w 11804048"/>
                  <a:gd name="connsiteY24" fmla="*/ 2456567 h 4989102"/>
                  <a:gd name="connsiteX25" fmla="*/ 3471621 w 11804048"/>
                  <a:gd name="connsiteY25" fmla="*/ 2060443 h 4989102"/>
                  <a:gd name="connsiteX26" fmla="*/ 4040063 w 11804048"/>
                  <a:gd name="connsiteY26" fmla="*/ 1501972 h 4989102"/>
                  <a:gd name="connsiteX27" fmla="*/ 5174543 w 11804048"/>
                  <a:gd name="connsiteY27" fmla="*/ 1228508 h 4989102"/>
                  <a:gd name="connsiteX28" fmla="*/ 6135560 w 11804048"/>
                  <a:gd name="connsiteY28" fmla="*/ 891189 h 4989102"/>
                  <a:gd name="connsiteX29" fmla="*/ 5983239 w 11804048"/>
                  <a:gd name="connsiteY29" fmla="*/ 758787 h 4989102"/>
                  <a:gd name="connsiteX30" fmla="*/ 5566157 w 11804048"/>
                  <a:gd name="connsiteY30" fmla="*/ 642619 h 4989102"/>
                  <a:gd name="connsiteX31" fmla="*/ 4293290 w 11804048"/>
                  <a:gd name="connsiteY31" fmla="*/ 475583 h 4989102"/>
                  <a:gd name="connsiteX32" fmla="*/ 2483701 w 11804048"/>
                  <a:gd name="connsiteY32" fmla="*/ 360056 h 4989102"/>
                  <a:gd name="connsiteX33" fmla="*/ 2470484 w 11804048"/>
                  <a:gd name="connsiteY33" fmla="*/ 359542 h 4989102"/>
                  <a:gd name="connsiteX34" fmla="*/ 0 w 11804048"/>
                  <a:gd name="connsiteY34" fmla="*/ 360362 h 4989102"/>
                  <a:gd name="connsiteX35" fmla="*/ 0 w 11804048"/>
                  <a:gd name="connsiteY35" fmla="*/ 0 h 4989102"/>
                  <a:gd name="connsiteX0" fmla="*/ 0 w 11804048"/>
                  <a:gd name="connsiteY0" fmla="*/ 0 h 4989102"/>
                  <a:gd name="connsiteX1" fmla="*/ 2470484 w 11804048"/>
                  <a:gd name="connsiteY1" fmla="*/ 0 h 4989102"/>
                  <a:gd name="connsiteX2" fmla="*/ 2931171 w 11804048"/>
                  <a:gd name="connsiteY2" fmla="*/ 4048 h 4989102"/>
                  <a:gd name="connsiteX3" fmla="*/ 6192260 w 11804048"/>
                  <a:gd name="connsiteY3" fmla="*/ 249741 h 4989102"/>
                  <a:gd name="connsiteX4" fmla="*/ 7564593 w 11804048"/>
                  <a:gd name="connsiteY4" fmla="*/ 558199 h 4989102"/>
                  <a:gd name="connsiteX5" fmla="*/ 8111411 w 11804048"/>
                  <a:gd name="connsiteY5" fmla="*/ 994008 h 4989102"/>
                  <a:gd name="connsiteX6" fmla="*/ 7998011 w 11804048"/>
                  <a:gd name="connsiteY6" fmla="*/ 1181248 h 4989102"/>
                  <a:gd name="connsiteX7" fmla="*/ 7704421 w 11804048"/>
                  <a:gd name="connsiteY7" fmla="*/ 1321947 h 4989102"/>
                  <a:gd name="connsiteX8" fmla="*/ 6816921 w 11804048"/>
                  <a:gd name="connsiteY8" fmla="*/ 1530472 h 4989102"/>
                  <a:gd name="connsiteX9" fmla="*/ 5448433 w 11804048"/>
                  <a:gd name="connsiteY9" fmla="*/ 2106982 h 4989102"/>
                  <a:gd name="connsiteX10" fmla="*/ 5977954 w 11804048"/>
                  <a:gd name="connsiteY10" fmla="*/ 2336792 h 4989102"/>
                  <a:gd name="connsiteX11" fmla="*/ 7286859 w 11804048"/>
                  <a:gd name="connsiteY11" fmla="*/ 2591856 h 4989102"/>
                  <a:gd name="connsiteX12" fmla="*/ 9458757 w 11804048"/>
                  <a:gd name="connsiteY12" fmla="*/ 3031273 h 4989102"/>
                  <a:gd name="connsiteX13" fmla="*/ 11069902 w 11804048"/>
                  <a:gd name="connsiteY13" fmla="*/ 3671639 h 4989102"/>
                  <a:gd name="connsiteX14" fmla="*/ 11575878 w 11804048"/>
                  <a:gd name="connsiteY14" fmla="*/ 4217483 h 4989102"/>
                  <a:gd name="connsiteX15" fmla="*/ 11776250 w 11804048"/>
                  <a:gd name="connsiteY15" fmla="*/ 4677103 h 4989102"/>
                  <a:gd name="connsiteX16" fmla="*/ 11803954 w 11804048"/>
                  <a:gd name="connsiteY16" fmla="*/ 4928562 h 4989102"/>
                  <a:gd name="connsiteX17" fmla="*/ 11800968 w 11804048"/>
                  <a:gd name="connsiteY17" fmla="*/ 4989102 h 4989102"/>
                  <a:gd name="connsiteX18" fmla="*/ 9480312 w 11804048"/>
                  <a:gd name="connsiteY18" fmla="*/ 4989102 h 4989102"/>
                  <a:gd name="connsiteX19" fmla="*/ 9473653 w 11804048"/>
                  <a:gd name="connsiteY19" fmla="*/ 4566347 h 4989102"/>
                  <a:gd name="connsiteX20" fmla="*/ 9259827 w 11804048"/>
                  <a:gd name="connsiteY20" fmla="*/ 4105284 h 4989102"/>
                  <a:gd name="connsiteX21" fmla="*/ 8687061 w 11804048"/>
                  <a:gd name="connsiteY21" fmla="*/ 3706994 h 4989102"/>
                  <a:gd name="connsiteX22" fmla="*/ 6827493 w 11804048"/>
                  <a:gd name="connsiteY22" fmla="*/ 3277679 h 4989102"/>
                  <a:gd name="connsiteX23" fmla="*/ 4576790 w 11804048"/>
                  <a:gd name="connsiteY23" fmla="*/ 2777652 h 4989102"/>
                  <a:gd name="connsiteX24" fmla="*/ 3783470 w 11804048"/>
                  <a:gd name="connsiteY24" fmla="*/ 2456567 h 4989102"/>
                  <a:gd name="connsiteX25" fmla="*/ 3471621 w 11804048"/>
                  <a:gd name="connsiteY25" fmla="*/ 2060443 h 4989102"/>
                  <a:gd name="connsiteX26" fmla="*/ 4040063 w 11804048"/>
                  <a:gd name="connsiteY26" fmla="*/ 1501972 h 4989102"/>
                  <a:gd name="connsiteX27" fmla="*/ 5174543 w 11804048"/>
                  <a:gd name="connsiteY27" fmla="*/ 1228508 h 4989102"/>
                  <a:gd name="connsiteX28" fmla="*/ 6135560 w 11804048"/>
                  <a:gd name="connsiteY28" fmla="*/ 891189 h 4989102"/>
                  <a:gd name="connsiteX29" fmla="*/ 5983239 w 11804048"/>
                  <a:gd name="connsiteY29" fmla="*/ 758787 h 4989102"/>
                  <a:gd name="connsiteX30" fmla="*/ 5566157 w 11804048"/>
                  <a:gd name="connsiteY30" fmla="*/ 642619 h 4989102"/>
                  <a:gd name="connsiteX31" fmla="*/ 4293290 w 11804048"/>
                  <a:gd name="connsiteY31" fmla="*/ 475583 h 4989102"/>
                  <a:gd name="connsiteX32" fmla="*/ 2483701 w 11804048"/>
                  <a:gd name="connsiteY32" fmla="*/ 360056 h 4989102"/>
                  <a:gd name="connsiteX33" fmla="*/ 0 w 11804048"/>
                  <a:gd name="connsiteY33" fmla="*/ 360362 h 4989102"/>
                  <a:gd name="connsiteX34" fmla="*/ 0 w 11804048"/>
                  <a:gd name="connsiteY34" fmla="*/ 0 h 4989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1804048" h="4989102">
                    <a:moveTo>
                      <a:pt x="0" y="0"/>
                    </a:moveTo>
                    <a:lnTo>
                      <a:pt x="2470484" y="0"/>
                    </a:lnTo>
                    <a:lnTo>
                      <a:pt x="2931171" y="4048"/>
                    </a:lnTo>
                    <a:cubicBezTo>
                      <a:pt x="4085463" y="24074"/>
                      <a:pt x="5274428" y="112739"/>
                      <a:pt x="6192260" y="249741"/>
                    </a:cubicBezTo>
                    <a:cubicBezTo>
                      <a:pt x="6778962" y="337047"/>
                      <a:pt x="7240249" y="440949"/>
                      <a:pt x="7564593" y="558199"/>
                    </a:cubicBezTo>
                    <a:cubicBezTo>
                      <a:pt x="7927857" y="689519"/>
                      <a:pt x="8111411" y="835991"/>
                      <a:pt x="8111411" y="994008"/>
                    </a:cubicBezTo>
                    <a:cubicBezTo>
                      <a:pt x="8111411" y="1061833"/>
                      <a:pt x="8073451" y="1124968"/>
                      <a:pt x="7998011" y="1181248"/>
                    </a:cubicBezTo>
                    <a:cubicBezTo>
                      <a:pt x="7931221" y="1231395"/>
                      <a:pt x="7835119" y="1277573"/>
                      <a:pt x="7704421" y="1321947"/>
                    </a:cubicBezTo>
                    <a:cubicBezTo>
                      <a:pt x="7463686" y="1403482"/>
                      <a:pt x="7135499" y="1468059"/>
                      <a:pt x="6816921" y="1530472"/>
                    </a:cubicBezTo>
                    <a:cubicBezTo>
                      <a:pt x="6144209" y="1662875"/>
                      <a:pt x="5448433" y="1798885"/>
                      <a:pt x="5448433" y="2106982"/>
                    </a:cubicBezTo>
                    <a:cubicBezTo>
                      <a:pt x="5448433" y="2175889"/>
                      <a:pt x="5621416" y="2250929"/>
                      <a:pt x="5977954" y="2336792"/>
                    </a:cubicBezTo>
                    <a:cubicBezTo>
                      <a:pt x="6310946" y="2416522"/>
                      <a:pt x="6763105" y="2498056"/>
                      <a:pt x="7286859" y="2591856"/>
                    </a:cubicBezTo>
                    <a:cubicBezTo>
                      <a:pt x="7980232" y="2715960"/>
                      <a:pt x="8765863" y="2857382"/>
                      <a:pt x="9458757" y="3031273"/>
                    </a:cubicBezTo>
                    <a:cubicBezTo>
                      <a:pt x="10260726" y="3233304"/>
                      <a:pt x="10787844" y="3442550"/>
                      <a:pt x="11069902" y="3671639"/>
                    </a:cubicBezTo>
                    <a:cubicBezTo>
                      <a:pt x="11283729" y="3845169"/>
                      <a:pt x="11453829" y="4028800"/>
                      <a:pt x="11575878" y="4217483"/>
                    </a:cubicBezTo>
                    <a:cubicBezTo>
                      <a:pt x="11673902" y="4368284"/>
                      <a:pt x="11741173" y="4523055"/>
                      <a:pt x="11776250" y="4677103"/>
                    </a:cubicBezTo>
                    <a:cubicBezTo>
                      <a:pt x="11798594" y="4775458"/>
                      <a:pt x="11804923" y="4860419"/>
                      <a:pt x="11803954" y="4928562"/>
                    </a:cubicBezTo>
                    <a:lnTo>
                      <a:pt x="11800968" y="4989102"/>
                    </a:lnTo>
                    <a:lnTo>
                      <a:pt x="9480312" y="4989102"/>
                    </a:lnTo>
                    <a:lnTo>
                      <a:pt x="9473653" y="4566347"/>
                    </a:lnTo>
                    <a:cubicBezTo>
                      <a:pt x="9439537" y="4394260"/>
                      <a:pt x="9367941" y="4238769"/>
                      <a:pt x="9259827" y="4105284"/>
                    </a:cubicBezTo>
                    <a:cubicBezTo>
                      <a:pt x="9124323" y="3938248"/>
                      <a:pt x="8931639" y="3804402"/>
                      <a:pt x="8687061" y="3706994"/>
                    </a:cubicBezTo>
                    <a:cubicBezTo>
                      <a:pt x="8322835" y="3562326"/>
                      <a:pt x="7595826" y="3424151"/>
                      <a:pt x="6827493" y="3277679"/>
                    </a:cubicBezTo>
                    <a:cubicBezTo>
                      <a:pt x="6075016" y="3134092"/>
                      <a:pt x="5222113" y="2971746"/>
                      <a:pt x="4576790" y="2777652"/>
                    </a:cubicBezTo>
                    <a:cubicBezTo>
                      <a:pt x="4225538" y="2671946"/>
                      <a:pt x="3966064" y="2566963"/>
                      <a:pt x="3783470" y="2456567"/>
                    </a:cubicBezTo>
                    <a:cubicBezTo>
                      <a:pt x="3576371" y="2331381"/>
                      <a:pt x="3471621" y="2197896"/>
                      <a:pt x="3471621" y="2060443"/>
                    </a:cubicBezTo>
                    <a:cubicBezTo>
                      <a:pt x="3471621" y="1829550"/>
                      <a:pt x="3657577" y="1647001"/>
                      <a:pt x="4040063" y="1501972"/>
                    </a:cubicBezTo>
                    <a:cubicBezTo>
                      <a:pt x="4369210" y="1377145"/>
                      <a:pt x="4796863" y="1298137"/>
                      <a:pt x="5174543" y="1228508"/>
                    </a:cubicBezTo>
                    <a:cubicBezTo>
                      <a:pt x="5690129" y="1133265"/>
                      <a:pt x="6135560" y="1051010"/>
                      <a:pt x="6135560" y="891189"/>
                    </a:cubicBezTo>
                    <a:cubicBezTo>
                      <a:pt x="6135560" y="846093"/>
                      <a:pt x="6084146" y="801718"/>
                      <a:pt x="5983239" y="758787"/>
                    </a:cubicBezTo>
                    <a:cubicBezTo>
                      <a:pt x="5888099" y="718741"/>
                      <a:pt x="5747790" y="679417"/>
                      <a:pt x="5566157" y="642619"/>
                    </a:cubicBezTo>
                    <a:cubicBezTo>
                      <a:pt x="5259112" y="580927"/>
                      <a:pt x="4830979" y="524287"/>
                      <a:pt x="4293290" y="475583"/>
                    </a:cubicBezTo>
                    <a:cubicBezTo>
                      <a:pt x="3491081" y="402662"/>
                      <a:pt x="2680043" y="367859"/>
                      <a:pt x="2483701" y="360056"/>
                    </a:cubicBezTo>
                    <a:lnTo>
                      <a:pt x="0" y="360362"/>
                    </a:lnTo>
                    <a:lnTo>
                      <a:pt x="0" y="0"/>
                    </a:lnTo>
                    <a:close/>
                  </a:path>
                </a:pathLst>
              </a:custGeom>
              <a:solidFill>
                <a:srgbClr val="F2F2F2"/>
              </a:solidFill>
              <a:ln w="6350">
                <a:solidFill>
                  <a:srgbClr val="242852"/>
                </a:solidFill>
              </a:ln>
              <a:effectLst/>
            </p:spPr>
            <p:txBody>
              <a:bodyPr wrap="square" anchor="ctr">
                <a:noAutofit/>
              </a:bodyPr>
              <a:lstStyle/>
              <a:p>
                <a:endParaRPr lang="en-US" sz="3266" dirty="0">
                  <a:latin typeface="Arial"/>
                </a:endParaRPr>
              </a:p>
            </p:txBody>
          </p:sp>
          <p:sp>
            <p:nvSpPr>
              <p:cNvPr id="10" name="Freihandform: Form 34">
                <a:extLst>
                  <a:ext uri="{FF2B5EF4-FFF2-40B4-BE49-F238E27FC236}">
                    <a16:creationId xmlns:a16="http://schemas.microsoft.com/office/drawing/2014/main" id="{199E3CCC-FE20-A88E-B69F-BCC9BD727A4C}"/>
                  </a:ext>
                </a:extLst>
              </p:cNvPr>
              <p:cNvSpPr>
                <a:spLocks/>
              </p:cNvSpPr>
              <p:nvPr/>
            </p:nvSpPr>
            <p:spPr bwMode="auto">
              <a:xfrm>
                <a:off x="1586" y="1909324"/>
                <a:ext cx="9492271" cy="4617106"/>
              </a:xfrm>
              <a:custGeom>
                <a:avLst/>
                <a:gdLst>
                  <a:gd name="connsiteX0" fmla="*/ 0 w 11804048"/>
                  <a:gd name="connsiteY0" fmla="*/ 0 h 4989102"/>
                  <a:gd name="connsiteX1" fmla="*/ 2470484 w 11804048"/>
                  <a:gd name="connsiteY1" fmla="*/ 0 h 4989102"/>
                  <a:gd name="connsiteX2" fmla="*/ 2931171 w 11804048"/>
                  <a:gd name="connsiteY2" fmla="*/ 4048 h 4989102"/>
                  <a:gd name="connsiteX3" fmla="*/ 6192260 w 11804048"/>
                  <a:gd name="connsiteY3" fmla="*/ 249741 h 4989102"/>
                  <a:gd name="connsiteX4" fmla="*/ 7564593 w 11804048"/>
                  <a:gd name="connsiteY4" fmla="*/ 558199 h 4989102"/>
                  <a:gd name="connsiteX5" fmla="*/ 8111411 w 11804048"/>
                  <a:gd name="connsiteY5" fmla="*/ 994008 h 4989102"/>
                  <a:gd name="connsiteX6" fmla="*/ 7998011 w 11804048"/>
                  <a:gd name="connsiteY6" fmla="*/ 1181248 h 4989102"/>
                  <a:gd name="connsiteX7" fmla="*/ 7704421 w 11804048"/>
                  <a:gd name="connsiteY7" fmla="*/ 1321947 h 4989102"/>
                  <a:gd name="connsiteX8" fmla="*/ 6816921 w 11804048"/>
                  <a:gd name="connsiteY8" fmla="*/ 1530472 h 4989102"/>
                  <a:gd name="connsiteX9" fmla="*/ 5448433 w 11804048"/>
                  <a:gd name="connsiteY9" fmla="*/ 2106982 h 4989102"/>
                  <a:gd name="connsiteX10" fmla="*/ 5977954 w 11804048"/>
                  <a:gd name="connsiteY10" fmla="*/ 2336792 h 4989102"/>
                  <a:gd name="connsiteX11" fmla="*/ 7286859 w 11804048"/>
                  <a:gd name="connsiteY11" fmla="*/ 2591856 h 4989102"/>
                  <a:gd name="connsiteX12" fmla="*/ 9458757 w 11804048"/>
                  <a:gd name="connsiteY12" fmla="*/ 3031273 h 4989102"/>
                  <a:gd name="connsiteX13" fmla="*/ 11069902 w 11804048"/>
                  <a:gd name="connsiteY13" fmla="*/ 3671639 h 4989102"/>
                  <a:gd name="connsiteX14" fmla="*/ 11575878 w 11804048"/>
                  <a:gd name="connsiteY14" fmla="*/ 4217483 h 4989102"/>
                  <a:gd name="connsiteX15" fmla="*/ 11776250 w 11804048"/>
                  <a:gd name="connsiteY15" fmla="*/ 4677103 h 4989102"/>
                  <a:gd name="connsiteX16" fmla="*/ 11803954 w 11804048"/>
                  <a:gd name="connsiteY16" fmla="*/ 4928562 h 4989102"/>
                  <a:gd name="connsiteX17" fmla="*/ 11800968 w 11804048"/>
                  <a:gd name="connsiteY17" fmla="*/ 4989102 h 4989102"/>
                  <a:gd name="connsiteX18" fmla="*/ 9480312 w 11804048"/>
                  <a:gd name="connsiteY18" fmla="*/ 4989102 h 4989102"/>
                  <a:gd name="connsiteX19" fmla="*/ 9473653 w 11804048"/>
                  <a:gd name="connsiteY19" fmla="*/ 4566347 h 4989102"/>
                  <a:gd name="connsiteX20" fmla="*/ 9259827 w 11804048"/>
                  <a:gd name="connsiteY20" fmla="*/ 4105284 h 4989102"/>
                  <a:gd name="connsiteX21" fmla="*/ 8687061 w 11804048"/>
                  <a:gd name="connsiteY21" fmla="*/ 3706994 h 4989102"/>
                  <a:gd name="connsiteX22" fmla="*/ 6827493 w 11804048"/>
                  <a:gd name="connsiteY22" fmla="*/ 3277679 h 4989102"/>
                  <a:gd name="connsiteX23" fmla="*/ 4576790 w 11804048"/>
                  <a:gd name="connsiteY23" fmla="*/ 2777652 h 4989102"/>
                  <a:gd name="connsiteX24" fmla="*/ 3783470 w 11804048"/>
                  <a:gd name="connsiteY24" fmla="*/ 2456567 h 4989102"/>
                  <a:gd name="connsiteX25" fmla="*/ 3471621 w 11804048"/>
                  <a:gd name="connsiteY25" fmla="*/ 2060443 h 4989102"/>
                  <a:gd name="connsiteX26" fmla="*/ 4040063 w 11804048"/>
                  <a:gd name="connsiteY26" fmla="*/ 1501972 h 4989102"/>
                  <a:gd name="connsiteX27" fmla="*/ 5174543 w 11804048"/>
                  <a:gd name="connsiteY27" fmla="*/ 1228508 h 4989102"/>
                  <a:gd name="connsiteX28" fmla="*/ 6135560 w 11804048"/>
                  <a:gd name="connsiteY28" fmla="*/ 891189 h 4989102"/>
                  <a:gd name="connsiteX29" fmla="*/ 5983239 w 11804048"/>
                  <a:gd name="connsiteY29" fmla="*/ 758787 h 4989102"/>
                  <a:gd name="connsiteX30" fmla="*/ 5566157 w 11804048"/>
                  <a:gd name="connsiteY30" fmla="*/ 642619 h 4989102"/>
                  <a:gd name="connsiteX31" fmla="*/ 4293290 w 11804048"/>
                  <a:gd name="connsiteY31" fmla="*/ 475583 h 4989102"/>
                  <a:gd name="connsiteX32" fmla="*/ 2483701 w 11804048"/>
                  <a:gd name="connsiteY32" fmla="*/ 360056 h 4989102"/>
                  <a:gd name="connsiteX33" fmla="*/ 2470484 w 11804048"/>
                  <a:gd name="connsiteY33" fmla="*/ 359542 h 4989102"/>
                  <a:gd name="connsiteX34" fmla="*/ 2470484 w 11804048"/>
                  <a:gd name="connsiteY34" fmla="*/ 360362 h 4989102"/>
                  <a:gd name="connsiteX35" fmla="*/ 0 w 11804048"/>
                  <a:gd name="connsiteY35" fmla="*/ 360362 h 4989102"/>
                  <a:gd name="connsiteX0" fmla="*/ 0 w 11804048"/>
                  <a:gd name="connsiteY0" fmla="*/ 0 h 4989102"/>
                  <a:gd name="connsiteX1" fmla="*/ 2470484 w 11804048"/>
                  <a:gd name="connsiteY1" fmla="*/ 0 h 4989102"/>
                  <a:gd name="connsiteX2" fmla="*/ 2931171 w 11804048"/>
                  <a:gd name="connsiteY2" fmla="*/ 4048 h 4989102"/>
                  <a:gd name="connsiteX3" fmla="*/ 6192260 w 11804048"/>
                  <a:gd name="connsiteY3" fmla="*/ 249741 h 4989102"/>
                  <a:gd name="connsiteX4" fmla="*/ 7564593 w 11804048"/>
                  <a:gd name="connsiteY4" fmla="*/ 558199 h 4989102"/>
                  <a:gd name="connsiteX5" fmla="*/ 8111411 w 11804048"/>
                  <a:gd name="connsiteY5" fmla="*/ 994008 h 4989102"/>
                  <a:gd name="connsiteX6" fmla="*/ 7998011 w 11804048"/>
                  <a:gd name="connsiteY6" fmla="*/ 1181248 h 4989102"/>
                  <a:gd name="connsiteX7" fmla="*/ 7704421 w 11804048"/>
                  <a:gd name="connsiteY7" fmla="*/ 1321947 h 4989102"/>
                  <a:gd name="connsiteX8" fmla="*/ 6816921 w 11804048"/>
                  <a:gd name="connsiteY8" fmla="*/ 1530472 h 4989102"/>
                  <a:gd name="connsiteX9" fmla="*/ 5448433 w 11804048"/>
                  <a:gd name="connsiteY9" fmla="*/ 2106982 h 4989102"/>
                  <a:gd name="connsiteX10" fmla="*/ 5977954 w 11804048"/>
                  <a:gd name="connsiteY10" fmla="*/ 2336792 h 4989102"/>
                  <a:gd name="connsiteX11" fmla="*/ 7286859 w 11804048"/>
                  <a:gd name="connsiteY11" fmla="*/ 2591856 h 4989102"/>
                  <a:gd name="connsiteX12" fmla="*/ 9458757 w 11804048"/>
                  <a:gd name="connsiteY12" fmla="*/ 3031273 h 4989102"/>
                  <a:gd name="connsiteX13" fmla="*/ 11069902 w 11804048"/>
                  <a:gd name="connsiteY13" fmla="*/ 3671639 h 4989102"/>
                  <a:gd name="connsiteX14" fmla="*/ 11575878 w 11804048"/>
                  <a:gd name="connsiteY14" fmla="*/ 4217483 h 4989102"/>
                  <a:gd name="connsiteX15" fmla="*/ 11776250 w 11804048"/>
                  <a:gd name="connsiteY15" fmla="*/ 4677103 h 4989102"/>
                  <a:gd name="connsiteX16" fmla="*/ 11803954 w 11804048"/>
                  <a:gd name="connsiteY16" fmla="*/ 4928562 h 4989102"/>
                  <a:gd name="connsiteX17" fmla="*/ 11800968 w 11804048"/>
                  <a:gd name="connsiteY17" fmla="*/ 4989102 h 4989102"/>
                  <a:gd name="connsiteX18" fmla="*/ 9480312 w 11804048"/>
                  <a:gd name="connsiteY18" fmla="*/ 4989102 h 4989102"/>
                  <a:gd name="connsiteX19" fmla="*/ 9473653 w 11804048"/>
                  <a:gd name="connsiteY19" fmla="*/ 4566347 h 4989102"/>
                  <a:gd name="connsiteX20" fmla="*/ 9259827 w 11804048"/>
                  <a:gd name="connsiteY20" fmla="*/ 4105284 h 4989102"/>
                  <a:gd name="connsiteX21" fmla="*/ 8687061 w 11804048"/>
                  <a:gd name="connsiteY21" fmla="*/ 3706994 h 4989102"/>
                  <a:gd name="connsiteX22" fmla="*/ 6827493 w 11804048"/>
                  <a:gd name="connsiteY22" fmla="*/ 3277679 h 4989102"/>
                  <a:gd name="connsiteX23" fmla="*/ 4576790 w 11804048"/>
                  <a:gd name="connsiteY23" fmla="*/ 2777652 h 4989102"/>
                  <a:gd name="connsiteX24" fmla="*/ 3783470 w 11804048"/>
                  <a:gd name="connsiteY24" fmla="*/ 2456567 h 4989102"/>
                  <a:gd name="connsiteX25" fmla="*/ 3471621 w 11804048"/>
                  <a:gd name="connsiteY25" fmla="*/ 2060443 h 4989102"/>
                  <a:gd name="connsiteX26" fmla="*/ 4040063 w 11804048"/>
                  <a:gd name="connsiteY26" fmla="*/ 1501972 h 4989102"/>
                  <a:gd name="connsiteX27" fmla="*/ 5174543 w 11804048"/>
                  <a:gd name="connsiteY27" fmla="*/ 1228508 h 4989102"/>
                  <a:gd name="connsiteX28" fmla="*/ 6135560 w 11804048"/>
                  <a:gd name="connsiteY28" fmla="*/ 891189 h 4989102"/>
                  <a:gd name="connsiteX29" fmla="*/ 5983239 w 11804048"/>
                  <a:gd name="connsiteY29" fmla="*/ 758787 h 4989102"/>
                  <a:gd name="connsiteX30" fmla="*/ 5566157 w 11804048"/>
                  <a:gd name="connsiteY30" fmla="*/ 642619 h 4989102"/>
                  <a:gd name="connsiteX31" fmla="*/ 4293290 w 11804048"/>
                  <a:gd name="connsiteY31" fmla="*/ 475583 h 4989102"/>
                  <a:gd name="connsiteX32" fmla="*/ 2483701 w 11804048"/>
                  <a:gd name="connsiteY32" fmla="*/ 360056 h 4989102"/>
                  <a:gd name="connsiteX33" fmla="*/ 2470484 w 11804048"/>
                  <a:gd name="connsiteY33" fmla="*/ 359542 h 4989102"/>
                  <a:gd name="connsiteX34" fmla="*/ 0 w 11804048"/>
                  <a:gd name="connsiteY34" fmla="*/ 360362 h 4989102"/>
                  <a:gd name="connsiteX35" fmla="*/ 0 w 11804048"/>
                  <a:gd name="connsiteY35" fmla="*/ 0 h 4989102"/>
                  <a:gd name="connsiteX0" fmla="*/ 0 w 11804048"/>
                  <a:gd name="connsiteY0" fmla="*/ 0 h 4989102"/>
                  <a:gd name="connsiteX1" fmla="*/ 2470484 w 11804048"/>
                  <a:gd name="connsiteY1" fmla="*/ 0 h 4989102"/>
                  <a:gd name="connsiteX2" fmla="*/ 2931171 w 11804048"/>
                  <a:gd name="connsiteY2" fmla="*/ 4048 h 4989102"/>
                  <a:gd name="connsiteX3" fmla="*/ 6192260 w 11804048"/>
                  <a:gd name="connsiteY3" fmla="*/ 249741 h 4989102"/>
                  <a:gd name="connsiteX4" fmla="*/ 7564593 w 11804048"/>
                  <a:gd name="connsiteY4" fmla="*/ 558199 h 4989102"/>
                  <a:gd name="connsiteX5" fmla="*/ 8111411 w 11804048"/>
                  <a:gd name="connsiteY5" fmla="*/ 994008 h 4989102"/>
                  <a:gd name="connsiteX6" fmla="*/ 7998011 w 11804048"/>
                  <a:gd name="connsiteY6" fmla="*/ 1181248 h 4989102"/>
                  <a:gd name="connsiteX7" fmla="*/ 7704421 w 11804048"/>
                  <a:gd name="connsiteY7" fmla="*/ 1321947 h 4989102"/>
                  <a:gd name="connsiteX8" fmla="*/ 6816921 w 11804048"/>
                  <a:gd name="connsiteY8" fmla="*/ 1530472 h 4989102"/>
                  <a:gd name="connsiteX9" fmla="*/ 5448433 w 11804048"/>
                  <a:gd name="connsiteY9" fmla="*/ 2106982 h 4989102"/>
                  <a:gd name="connsiteX10" fmla="*/ 5977954 w 11804048"/>
                  <a:gd name="connsiteY10" fmla="*/ 2336792 h 4989102"/>
                  <a:gd name="connsiteX11" fmla="*/ 7286859 w 11804048"/>
                  <a:gd name="connsiteY11" fmla="*/ 2591856 h 4989102"/>
                  <a:gd name="connsiteX12" fmla="*/ 9458757 w 11804048"/>
                  <a:gd name="connsiteY12" fmla="*/ 3031273 h 4989102"/>
                  <a:gd name="connsiteX13" fmla="*/ 11069902 w 11804048"/>
                  <a:gd name="connsiteY13" fmla="*/ 3671639 h 4989102"/>
                  <a:gd name="connsiteX14" fmla="*/ 11575878 w 11804048"/>
                  <a:gd name="connsiteY14" fmla="*/ 4217483 h 4989102"/>
                  <a:gd name="connsiteX15" fmla="*/ 11776250 w 11804048"/>
                  <a:gd name="connsiteY15" fmla="*/ 4677103 h 4989102"/>
                  <a:gd name="connsiteX16" fmla="*/ 11803954 w 11804048"/>
                  <a:gd name="connsiteY16" fmla="*/ 4928562 h 4989102"/>
                  <a:gd name="connsiteX17" fmla="*/ 11800968 w 11804048"/>
                  <a:gd name="connsiteY17" fmla="*/ 4989102 h 4989102"/>
                  <a:gd name="connsiteX18" fmla="*/ 9480312 w 11804048"/>
                  <a:gd name="connsiteY18" fmla="*/ 4989102 h 4989102"/>
                  <a:gd name="connsiteX19" fmla="*/ 9473653 w 11804048"/>
                  <a:gd name="connsiteY19" fmla="*/ 4566347 h 4989102"/>
                  <a:gd name="connsiteX20" fmla="*/ 9259827 w 11804048"/>
                  <a:gd name="connsiteY20" fmla="*/ 4105284 h 4989102"/>
                  <a:gd name="connsiteX21" fmla="*/ 8687061 w 11804048"/>
                  <a:gd name="connsiteY21" fmla="*/ 3706994 h 4989102"/>
                  <a:gd name="connsiteX22" fmla="*/ 6827493 w 11804048"/>
                  <a:gd name="connsiteY22" fmla="*/ 3277679 h 4989102"/>
                  <a:gd name="connsiteX23" fmla="*/ 4576790 w 11804048"/>
                  <a:gd name="connsiteY23" fmla="*/ 2777652 h 4989102"/>
                  <a:gd name="connsiteX24" fmla="*/ 3783470 w 11804048"/>
                  <a:gd name="connsiteY24" fmla="*/ 2456567 h 4989102"/>
                  <a:gd name="connsiteX25" fmla="*/ 3471621 w 11804048"/>
                  <a:gd name="connsiteY25" fmla="*/ 2060443 h 4989102"/>
                  <a:gd name="connsiteX26" fmla="*/ 4040063 w 11804048"/>
                  <a:gd name="connsiteY26" fmla="*/ 1501972 h 4989102"/>
                  <a:gd name="connsiteX27" fmla="*/ 5174543 w 11804048"/>
                  <a:gd name="connsiteY27" fmla="*/ 1228508 h 4989102"/>
                  <a:gd name="connsiteX28" fmla="*/ 6135560 w 11804048"/>
                  <a:gd name="connsiteY28" fmla="*/ 891189 h 4989102"/>
                  <a:gd name="connsiteX29" fmla="*/ 5983239 w 11804048"/>
                  <a:gd name="connsiteY29" fmla="*/ 758787 h 4989102"/>
                  <a:gd name="connsiteX30" fmla="*/ 5566157 w 11804048"/>
                  <a:gd name="connsiteY30" fmla="*/ 642619 h 4989102"/>
                  <a:gd name="connsiteX31" fmla="*/ 4293290 w 11804048"/>
                  <a:gd name="connsiteY31" fmla="*/ 475583 h 4989102"/>
                  <a:gd name="connsiteX32" fmla="*/ 2483701 w 11804048"/>
                  <a:gd name="connsiteY32" fmla="*/ 360056 h 4989102"/>
                  <a:gd name="connsiteX33" fmla="*/ 0 w 11804048"/>
                  <a:gd name="connsiteY33" fmla="*/ 360362 h 4989102"/>
                  <a:gd name="connsiteX34" fmla="*/ 0 w 11804048"/>
                  <a:gd name="connsiteY34" fmla="*/ 0 h 4989102"/>
                  <a:gd name="connsiteX0" fmla="*/ 0 w 11804048"/>
                  <a:gd name="connsiteY0" fmla="*/ 0 h 4989102"/>
                  <a:gd name="connsiteX1" fmla="*/ 2470484 w 11804048"/>
                  <a:gd name="connsiteY1" fmla="*/ 0 h 4989102"/>
                  <a:gd name="connsiteX2" fmla="*/ 2931171 w 11804048"/>
                  <a:gd name="connsiteY2" fmla="*/ 4048 h 4989102"/>
                  <a:gd name="connsiteX3" fmla="*/ 6192260 w 11804048"/>
                  <a:gd name="connsiteY3" fmla="*/ 249741 h 4989102"/>
                  <a:gd name="connsiteX4" fmla="*/ 7564593 w 11804048"/>
                  <a:gd name="connsiteY4" fmla="*/ 558199 h 4989102"/>
                  <a:gd name="connsiteX5" fmla="*/ 8111411 w 11804048"/>
                  <a:gd name="connsiteY5" fmla="*/ 994008 h 4989102"/>
                  <a:gd name="connsiteX6" fmla="*/ 7998011 w 11804048"/>
                  <a:gd name="connsiteY6" fmla="*/ 1181248 h 4989102"/>
                  <a:gd name="connsiteX7" fmla="*/ 7704421 w 11804048"/>
                  <a:gd name="connsiteY7" fmla="*/ 1321947 h 4989102"/>
                  <a:gd name="connsiteX8" fmla="*/ 6816921 w 11804048"/>
                  <a:gd name="connsiteY8" fmla="*/ 1530472 h 4989102"/>
                  <a:gd name="connsiteX9" fmla="*/ 5448433 w 11804048"/>
                  <a:gd name="connsiteY9" fmla="*/ 2106982 h 4989102"/>
                  <a:gd name="connsiteX10" fmla="*/ 5977954 w 11804048"/>
                  <a:gd name="connsiteY10" fmla="*/ 2336792 h 4989102"/>
                  <a:gd name="connsiteX11" fmla="*/ 7286859 w 11804048"/>
                  <a:gd name="connsiteY11" fmla="*/ 2591856 h 4989102"/>
                  <a:gd name="connsiteX12" fmla="*/ 9458757 w 11804048"/>
                  <a:gd name="connsiteY12" fmla="*/ 3031273 h 4989102"/>
                  <a:gd name="connsiteX13" fmla="*/ 11069902 w 11804048"/>
                  <a:gd name="connsiteY13" fmla="*/ 3671639 h 4989102"/>
                  <a:gd name="connsiteX14" fmla="*/ 11575878 w 11804048"/>
                  <a:gd name="connsiteY14" fmla="*/ 4217483 h 4989102"/>
                  <a:gd name="connsiteX15" fmla="*/ 11776250 w 11804048"/>
                  <a:gd name="connsiteY15" fmla="*/ 4677103 h 4989102"/>
                  <a:gd name="connsiteX16" fmla="*/ 11803954 w 11804048"/>
                  <a:gd name="connsiteY16" fmla="*/ 4928562 h 4989102"/>
                  <a:gd name="connsiteX17" fmla="*/ 11800968 w 11804048"/>
                  <a:gd name="connsiteY17" fmla="*/ 4989102 h 4989102"/>
                  <a:gd name="connsiteX18" fmla="*/ 9480312 w 11804048"/>
                  <a:gd name="connsiteY18" fmla="*/ 4989102 h 4989102"/>
                  <a:gd name="connsiteX19" fmla="*/ 9473653 w 11804048"/>
                  <a:gd name="connsiteY19" fmla="*/ 4566347 h 4989102"/>
                  <a:gd name="connsiteX20" fmla="*/ 9259827 w 11804048"/>
                  <a:gd name="connsiteY20" fmla="*/ 4105284 h 4989102"/>
                  <a:gd name="connsiteX21" fmla="*/ 8687061 w 11804048"/>
                  <a:gd name="connsiteY21" fmla="*/ 3706994 h 4989102"/>
                  <a:gd name="connsiteX22" fmla="*/ 6827493 w 11804048"/>
                  <a:gd name="connsiteY22" fmla="*/ 3277679 h 4989102"/>
                  <a:gd name="connsiteX23" fmla="*/ 4576790 w 11804048"/>
                  <a:gd name="connsiteY23" fmla="*/ 2777652 h 4989102"/>
                  <a:gd name="connsiteX24" fmla="*/ 3783470 w 11804048"/>
                  <a:gd name="connsiteY24" fmla="*/ 2456567 h 4989102"/>
                  <a:gd name="connsiteX25" fmla="*/ 3471621 w 11804048"/>
                  <a:gd name="connsiteY25" fmla="*/ 2060443 h 4989102"/>
                  <a:gd name="connsiteX26" fmla="*/ 4040063 w 11804048"/>
                  <a:gd name="connsiteY26" fmla="*/ 1501972 h 4989102"/>
                  <a:gd name="connsiteX27" fmla="*/ 5174543 w 11804048"/>
                  <a:gd name="connsiteY27" fmla="*/ 1228508 h 4989102"/>
                  <a:gd name="connsiteX28" fmla="*/ 6135560 w 11804048"/>
                  <a:gd name="connsiteY28" fmla="*/ 891189 h 4989102"/>
                  <a:gd name="connsiteX29" fmla="*/ 5983239 w 11804048"/>
                  <a:gd name="connsiteY29" fmla="*/ 758787 h 4989102"/>
                  <a:gd name="connsiteX30" fmla="*/ 5566157 w 11804048"/>
                  <a:gd name="connsiteY30" fmla="*/ 642619 h 4989102"/>
                  <a:gd name="connsiteX31" fmla="*/ 4293290 w 11804048"/>
                  <a:gd name="connsiteY31" fmla="*/ 475583 h 4989102"/>
                  <a:gd name="connsiteX32" fmla="*/ 2483701 w 11804048"/>
                  <a:gd name="connsiteY32" fmla="*/ 360056 h 4989102"/>
                  <a:gd name="connsiteX33" fmla="*/ 0 w 11804048"/>
                  <a:gd name="connsiteY33" fmla="*/ 360362 h 4989102"/>
                  <a:gd name="connsiteX34" fmla="*/ 91325 w 11804048"/>
                  <a:gd name="connsiteY34" fmla="*/ 91676 h 4989102"/>
                  <a:gd name="connsiteX0" fmla="*/ 0 w 11804048"/>
                  <a:gd name="connsiteY0" fmla="*/ 0 h 4989102"/>
                  <a:gd name="connsiteX1" fmla="*/ 2470484 w 11804048"/>
                  <a:gd name="connsiteY1" fmla="*/ 0 h 4989102"/>
                  <a:gd name="connsiteX2" fmla="*/ 2931171 w 11804048"/>
                  <a:gd name="connsiteY2" fmla="*/ 4048 h 4989102"/>
                  <a:gd name="connsiteX3" fmla="*/ 6192260 w 11804048"/>
                  <a:gd name="connsiteY3" fmla="*/ 249741 h 4989102"/>
                  <a:gd name="connsiteX4" fmla="*/ 7564593 w 11804048"/>
                  <a:gd name="connsiteY4" fmla="*/ 558199 h 4989102"/>
                  <a:gd name="connsiteX5" fmla="*/ 8111411 w 11804048"/>
                  <a:gd name="connsiteY5" fmla="*/ 994008 h 4989102"/>
                  <a:gd name="connsiteX6" fmla="*/ 7998011 w 11804048"/>
                  <a:gd name="connsiteY6" fmla="*/ 1181248 h 4989102"/>
                  <a:gd name="connsiteX7" fmla="*/ 7704421 w 11804048"/>
                  <a:gd name="connsiteY7" fmla="*/ 1321947 h 4989102"/>
                  <a:gd name="connsiteX8" fmla="*/ 6816921 w 11804048"/>
                  <a:gd name="connsiteY8" fmla="*/ 1530472 h 4989102"/>
                  <a:gd name="connsiteX9" fmla="*/ 5448433 w 11804048"/>
                  <a:gd name="connsiteY9" fmla="*/ 2106982 h 4989102"/>
                  <a:gd name="connsiteX10" fmla="*/ 5977954 w 11804048"/>
                  <a:gd name="connsiteY10" fmla="*/ 2336792 h 4989102"/>
                  <a:gd name="connsiteX11" fmla="*/ 7286859 w 11804048"/>
                  <a:gd name="connsiteY11" fmla="*/ 2591856 h 4989102"/>
                  <a:gd name="connsiteX12" fmla="*/ 9458757 w 11804048"/>
                  <a:gd name="connsiteY12" fmla="*/ 3031273 h 4989102"/>
                  <a:gd name="connsiteX13" fmla="*/ 11069902 w 11804048"/>
                  <a:gd name="connsiteY13" fmla="*/ 3671639 h 4989102"/>
                  <a:gd name="connsiteX14" fmla="*/ 11575878 w 11804048"/>
                  <a:gd name="connsiteY14" fmla="*/ 4217483 h 4989102"/>
                  <a:gd name="connsiteX15" fmla="*/ 11776250 w 11804048"/>
                  <a:gd name="connsiteY15" fmla="*/ 4677103 h 4989102"/>
                  <a:gd name="connsiteX16" fmla="*/ 11803954 w 11804048"/>
                  <a:gd name="connsiteY16" fmla="*/ 4928562 h 4989102"/>
                  <a:gd name="connsiteX17" fmla="*/ 11800968 w 11804048"/>
                  <a:gd name="connsiteY17" fmla="*/ 4989102 h 4989102"/>
                  <a:gd name="connsiteX18" fmla="*/ 9480312 w 11804048"/>
                  <a:gd name="connsiteY18" fmla="*/ 4989102 h 4989102"/>
                  <a:gd name="connsiteX19" fmla="*/ 9473653 w 11804048"/>
                  <a:gd name="connsiteY19" fmla="*/ 4566347 h 4989102"/>
                  <a:gd name="connsiteX20" fmla="*/ 9259827 w 11804048"/>
                  <a:gd name="connsiteY20" fmla="*/ 4105284 h 4989102"/>
                  <a:gd name="connsiteX21" fmla="*/ 8687061 w 11804048"/>
                  <a:gd name="connsiteY21" fmla="*/ 3706994 h 4989102"/>
                  <a:gd name="connsiteX22" fmla="*/ 6827493 w 11804048"/>
                  <a:gd name="connsiteY22" fmla="*/ 3277679 h 4989102"/>
                  <a:gd name="connsiteX23" fmla="*/ 4576790 w 11804048"/>
                  <a:gd name="connsiteY23" fmla="*/ 2777652 h 4989102"/>
                  <a:gd name="connsiteX24" fmla="*/ 3783470 w 11804048"/>
                  <a:gd name="connsiteY24" fmla="*/ 2456567 h 4989102"/>
                  <a:gd name="connsiteX25" fmla="*/ 3471621 w 11804048"/>
                  <a:gd name="connsiteY25" fmla="*/ 2060443 h 4989102"/>
                  <a:gd name="connsiteX26" fmla="*/ 4040063 w 11804048"/>
                  <a:gd name="connsiteY26" fmla="*/ 1501972 h 4989102"/>
                  <a:gd name="connsiteX27" fmla="*/ 5174543 w 11804048"/>
                  <a:gd name="connsiteY27" fmla="*/ 1228508 h 4989102"/>
                  <a:gd name="connsiteX28" fmla="*/ 6135560 w 11804048"/>
                  <a:gd name="connsiteY28" fmla="*/ 891189 h 4989102"/>
                  <a:gd name="connsiteX29" fmla="*/ 5983239 w 11804048"/>
                  <a:gd name="connsiteY29" fmla="*/ 758787 h 4989102"/>
                  <a:gd name="connsiteX30" fmla="*/ 5566157 w 11804048"/>
                  <a:gd name="connsiteY30" fmla="*/ 642619 h 4989102"/>
                  <a:gd name="connsiteX31" fmla="*/ 4293290 w 11804048"/>
                  <a:gd name="connsiteY31" fmla="*/ 475583 h 4989102"/>
                  <a:gd name="connsiteX32" fmla="*/ 2483701 w 11804048"/>
                  <a:gd name="connsiteY32" fmla="*/ 360056 h 4989102"/>
                  <a:gd name="connsiteX33" fmla="*/ 0 w 11804048"/>
                  <a:gd name="connsiteY33" fmla="*/ 360362 h 4989102"/>
                  <a:gd name="connsiteX0" fmla="*/ 2470484 w 11804048"/>
                  <a:gd name="connsiteY0" fmla="*/ 0 h 4989102"/>
                  <a:gd name="connsiteX1" fmla="*/ 2931171 w 11804048"/>
                  <a:gd name="connsiteY1" fmla="*/ 4048 h 4989102"/>
                  <a:gd name="connsiteX2" fmla="*/ 6192260 w 11804048"/>
                  <a:gd name="connsiteY2" fmla="*/ 249741 h 4989102"/>
                  <a:gd name="connsiteX3" fmla="*/ 7564593 w 11804048"/>
                  <a:gd name="connsiteY3" fmla="*/ 558199 h 4989102"/>
                  <a:gd name="connsiteX4" fmla="*/ 8111411 w 11804048"/>
                  <a:gd name="connsiteY4" fmla="*/ 994008 h 4989102"/>
                  <a:gd name="connsiteX5" fmla="*/ 7998011 w 11804048"/>
                  <a:gd name="connsiteY5" fmla="*/ 1181248 h 4989102"/>
                  <a:gd name="connsiteX6" fmla="*/ 7704421 w 11804048"/>
                  <a:gd name="connsiteY6" fmla="*/ 1321947 h 4989102"/>
                  <a:gd name="connsiteX7" fmla="*/ 6816921 w 11804048"/>
                  <a:gd name="connsiteY7" fmla="*/ 1530472 h 4989102"/>
                  <a:gd name="connsiteX8" fmla="*/ 5448433 w 11804048"/>
                  <a:gd name="connsiteY8" fmla="*/ 2106982 h 4989102"/>
                  <a:gd name="connsiteX9" fmla="*/ 5977954 w 11804048"/>
                  <a:gd name="connsiteY9" fmla="*/ 2336792 h 4989102"/>
                  <a:gd name="connsiteX10" fmla="*/ 7286859 w 11804048"/>
                  <a:gd name="connsiteY10" fmla="*/ 2591856 h 4989102"/>
                  <a:gd name="connsiteX11" fmla="*/ 9458757 w 11804048"/>
                  <a:gd name="connsiteY11" fmla="*/ 3031273 h 4989102"/>
                  <a:gd name="connsiteX12" fmla="*/ 11069902 w 11804048"/>
                  <a:gd name="connsiteY12" fmla="*/ 3671639 h 4989102"/>
                  <a:gd name="connsiteX13" fmla="*/ 11575878 w 11804048"/>
                  <a:gd name="connsiteY13" fmla="*/ 4217483 h 4989102"/>
                  <a:gd name="connsiteX14" fmla="*/ 11776250 w 11804048"/>
                  <a:gd name="connsiteY14" fmla="*/ 4677103 h 4989102"/>
                  <a:gd name="connsiteX15" fmla="*/ 11803954 w 11804048"/>
                  <a:gd name="connsiteY15" fmla="*/ 4928562 h 4989102"/>
                  <a:gd name="connsiteX16" fmla="*/ 11800968 w 11804048"/>
                  <a:gd name="connsiteY16" fmla="*/ 4989102 h 4989102"/>
                  <a:gd name="connsiteX17" fmla="*/ 9480312 w 11804048"/>
                  <a:gd name="connsiteY17" fmla="*/ 4989102 h 4989102"/>
                  <a:gd name="connsiteX18" fmla="*/ 9473653 w 11804048"/>
                  <a:gd name="connsiteY18" fmla="*/ 4566347 h 4989102"/>
                  <a:gd name="connsiteX19" fmla="*/ 9259827 w 11804048"/>
                  <a:gd name="connsiteY19" fmla="*/ 4105284 h 4989102"/>
                  <a:gd name="connsiteX20" fmla="*/ 8687061 w 11804048"/>
                  <a:gd name="connsiteY20" fmla="*/ 3706994 h 4989102"/>
                  <a:gd name="connsiteX21" fmla="*/ 6827493 w 11804048"/>
                  <a:gd name="connsiteY21" fmla="*/ 3277679 h 4989102"/>
                  <a:gd name="connsiteX22" fmla="*/ 4576790 w 11804048"/>
                  <a:gd name="connsiteY22" fmla="*/ 2777652 h 4989102"/>
                  <a:gd name="connsiteX23" fmla="*/ 3783470 w 11804048"/>
                  <a:gd name="connsiteY23" fmla="*/ 2456567 h 4989102"/>
                  <a:gd name="connsiteX24" fmla="*/ 3471621 w 11804048"/>
                  <a:gd name="connsiteY24" fmla="*/ 2060443 h 4989102"/>
                  <a:gd name="connsiteX25" fmla="*/ 4040063 w 11804048"/>
                  <a:gd name="connsiteY25" fmla="*/ 1501972 h 4989102"/>
                  <a:gd name="connsiteX26" fmla="*/ 5174543 w 11804048"/>
                  <a:gd name="connsiteY26" fmla="*/ 1228508 h 4989102"/>
                  <a:gd name="connsiteX27" fmla="*/ 6135560 w 11804048"/>
                  <a:gd name="connsiteY27" fmla="*/ 891189 h 4989102"/>
                  <a:gd name="connsiteX28" fmla="*/ 5983239 w 11804048"/>
                  <a:gd name="connsiteY28" fmla="*/ 758787 h 4989102"/>
                  <a:gd name="connsiteX29" fmla="*/ 5566157 w 11804048"/>
                  <a:gd name="connsiteY29" fmla="*/ 642619 h 4989102"/>
                  <a:gd name="connsiteX30" fmla="*/ 4293290 w 11804048"/>
                  <a:gd name="connsiteY30" fmla="*/ 475583 h 4989102"/>
                  <a:gd name="connsiteX31" fmla="*/ 2483701 w 11804048"/>
                  <a:gd name="connsiteY31" fmla="*/ 360056 h 4989102"/>
                  <a:gd name="connsiteX32" fmla="*/ 0 w 11804048"/>
                  <a:gd name="connsiteY32" fmla="*/ 360362 h 4989102"/>
                  <a:gd name="connsiteX0" fmla="*/ 2931171 w 11804048"/>
                  <a:gd name="connsiteY0" fmla="*/ 0 h 4985054"/>
                  <a:gd name="connsiteX1" fmla="*/ 6192260 w 11804048"/>
                  <a:gd name="connsiteY1" fmla="*/ 245693 h 4985054"/>
                  <a:gd name="connsiteX2" fmla="*/ 7564593 w 11804048"/>
                  <a:gd name="connsiteY2" fmla="*/ 554151 h 4985054"/>
                  <a:gd name="connsiteX3" fmla="*/ 8111411 w 11804048"/>
                  <a:gd name="connsiteY3" fmla="*/ 989960 h 4985054"/>
                  <a:gd name="connsiteX4" fmla="*/ 7998011 w 11804048"/>
                  <a:gd name="connsiteY4" fmla="*/ 1177200 h 4985054"/>
                  <a:gd name="connsiteX5" fmla="*/ 7704421 w 11804048"/>
                  <a:gd name="connsiteY5" fmla="*/ 1317899 h 4985054"/>
                  <a:gd name="connsiteX6" fmla="*/ 6816921 w 11804048"/>
                  <a:gd name="connsiteY6" fmla="*/ 1526424 h 4985054"/>
                  <a:gd name="connsiteX7" fmla="*/ 5448433 w 11804048"/>
                  <a:gd name="connsiteY7" fmla="*/ 2102934 h 4985054"/>
                  <a:gd name="connsiteX8" fmla="*/ 5977954 w 11804048"/>
                  <a:gd name="connsiteY8" fmla="*/ 2332744 h 4985054"/>
                  <a:gd name="connsiteX9" fmla="*/ 7286859 w 11804048"/>
                  <a:gd name="connsiteY9" fmla="*/ 2587808 h 4985054"/>
                  <a:gd name="connsiteX10" fmla="*/ 9458757 w 11804048"/>
                  <a:gd name="connsiteY10" fmla="*/ 3027225 h 4985054"/>
                  <a:gd name="connsiteX11" fmla="*/ 11069902 w 11804048"/>
                  <a:gd name="connsiteY11" fmla="*/ 3667591 h 4985054"/>
                  <a:gd name="connsiteX12" fmla="*/ 11575878 w 11804048"/>
                  <a:gd name="connsiteY12" fmla="*/ 4213435 h 4985054"/>
                  <a:gd name="connsiteX13" fmla="*/ 11776250 w 11804048"/>
                  <a:gd name="connsiteY13" fmla="*/ 4673055 h 4985054"/>
                  <a:gd name="connsiteX14" fmla="*/ 11803954 w 11804048"/>
                  <a:gd name="connsiteY14" fmla="*/ 4924514 h 4985054"/>
                  <a:gd name="connsiteX15" fmla="*/ 11800968 w 11804048"/>
                  <a:gd name="connsiteY15" fmla="*/ 4985054 h 4985054"/>
                  <a:gd name="connsiteX16" fmla="*/ 9480312 w 11804048"/>
                  <a:gd name="connsiteY16" fmla="*/ 4985054 h 4985054"/>
                  <a:gd name="connsiteX17" fmla="*/ 9473653 w 11804048"/>
                  <a:gd name="connsiteY17" fmla="*/ 4562299 h 4985054"/>
                  <a:gd name="connsiteX18" fmla="*/ 9259827 w 11804048"/>
                  <a:gd name="connsiteY18" fmla="*/ 4101236 h 4985054"/>
                  <a:gd name="connsiteX19" fmla="*/ 8687061 w 11804048"/>
                  <a:gd name="connsiteY19" fmla="*/ 3702946 h 4985054"/>
                  <a:gd name="connsiteX20" fmla="*/ 6827493 w 11804048"/>
                  <a:gd name="connsiteY20" fmla="*/ 3273631 h 4985054"/>
                  <a:gd name="connsiteX21" fmla="*/ 4576790 w 11804048"/>
                  <a:gd name="connsiteY21" fmla="*/ 2773604 h 4985054"/>
                  <a:gd name="connsiteX22" fmla="*/ 3783470 w 11804048"/>
                  <a:gd name="connsiteY22" fmla="*/ 2452519 h 4985054"/>
                  <a:gd name="connsiteX23" fmla="*/ 3471621 w 11804048"/>
                  <a:gd name="connsiteY23" fmla="*/ 2056395 h 4985054"/>
                  <a:gd name="connsiteX24" fmla="*/ 4040063 w 11804048"/>
                  <a:gd name="connsiteY24" fmla="*/ 1497924 h 4985054"/>
                  <a:gd name="connsiteX25" fmla="*/ 5174543 w 11804048"/>
                  <a:gd name="connsiteY25" fmla="*/ 1224460 h 4985054"/>
                  <a:gd name="connsiteX26" fmla="*/ 6135560 w 11804048"/>
                  <a:gd name="connsiteY26" fmla="*/ 887141 h 4985054"/>
                  <a:gd name="connsiteX27" fmla="*/ 5983239 w 11804048"/>
                  <a:gd name="connsiteY27" fmla="*/ 754739 h 4985054"/>
                  <a:gd name="connsiteX28" fmla="*/ 5566157 w 11804048"/>
                  <a:gd name="connsiteY28" fmla="*/ 638571 h 4985054"/>
                  <a:gd name="connsiteX29" fmla="*/ 4293290 w 11804048"/>
                  <a:gd name="connsiteY29" fmla="*/ 471535 h 4985054"/>
                  <a:gd name="connsiteX30" fmla="*/ 2483701 w 11804048"/>
                  <a:gd name="connsiteY30" fmla="*/ 356008 h 4985054"/>
                  <a:gd name="connsiteX31" fmla="*/ 0 w 11804048"/>
                  <a:gd name="connsiteY31" fmla="*/ 356314 h 4985054"/>
                  <a:gd name="connsiteX0" fmla="*/ 6192260 w 11804048"/>
                  <a:gd name="connsiteY0" fmla="*/ 0 h 4739361"/>
                  <a:gd name="connsiteX1" fmla="*/ 7564593 w 11804048"/>
                  <a:gd name="connsiteY1" fmla="*/ 308458 h 4739361"/>
                  <a:gd name="connsiteX2" fmla="*/ 8111411 w 11804048"/>
                  <a:gd name="connsiteY2" fmla="*/ 744267 h 4739361"/>
                  <a:gd name="connsiteX3" fmla="*/ 7998011 w 11804048"/>
                  <a:gd name="connsiteY3" fmla="*/ 931507 h 4739361"/>
                  <a:gd name="connsiteX4" fmla="*/ 7704421 w 11804048"/>
                  <a:gd name="connsiteY4" fmla="*/ 1072206 h 4739361"/>
                  <a:gd name="connsiteX5" fmla="*/ 6816921 w 11804048"/>
                  <a:gd name="connsiteY5" fmla="*/ 1280731 h 4739361"/>
                  <a:gd name="connsiteX6" fmla="*/ 5448433 w 11804048"/>
                  <a:gd name="connsiteY6" fmla="*/ 1857241 h 4739361"/>
                  <a:gd name="connsiteX7" fmla="*/ 5977954 w 11804048"/>
                  <a:gd name="connsiteY7" fmla="*/ 2087051 h 4739361"/>
                  <a:gd name="connsiteX8" fmla="*/ 7286859 w 11804048"/>
                  <a:gd name="connsiteY8" fmla="*/ 2342115 h 4739361"/>
                  <a:gd name="connsiteX9" fmla="*/ 9458757 w 11804048"/>
                  <a:gd name="connsiteY9" fmla="*/ 2781532 h 4739361"/>
                  <a:gd name="connsiteX10" fmla="*/ 11069902 w 11804048"/>
                  <a:gd name="connsiteY10" fmla="*/ 3421898 h 4739361"/>
                  <a:gd name="connsiteX11" fmla="*/ 11575878 w 11804048"/>
                  <a:gd name="connsiteY11" fmla="*/ 3967742 h 4739361"/>
                  <a:gd name="connsiteX12" fmla="*/ 11776250 w 11804048"/>
                  <a:gd name="connsiteY12" fmla="*/ 4427362 h 4739361"/>
                  <a:gd name="connsiteX13" fmla="*/ 11803954 w 11804048"/>
                  <a:gd name="connsiteY13" fmla="*/ 4678821 h 4739361"/>
                  <a:gd name="connsiteX14" fmla="*/ 11800968 w 11804048"/>
                  <a:gd name="connsiteY14" fmla="*/ 4739361 h 4739361"/>
                  <a:gd name="connsiteX15" fmla="*/ 9480312 w 11804048"/>
                  <a:gd name="connsiteY15" fmla="*/ 4739361 h 4739361"/>
                  <a:gd name="connsiteX16" fmla="*/ 9473653 w 11804048"/>
                  <a:gd name="connsiteY16" fmla="*/ 4316606 h 4739361"/>
                  <a:gd name="connsiteX17" fmla="*/ 9259827 w 11804048"/>
                  <a:gd name="connsiteY17" fmla="*/ 3855543 h 4739361"/>
                  <a:gd name="connsiteX18" fmla="*/ 8687061 w 11804048"/>
                  <a:gd name="connsiteY18" fmla="*/ 3457253 h 4739361"/>
                  <a:gd name="connsiteX19" fmla="*/ 6827493 w 11804048"/>
                  <a:gd name="connsiteY19" fmla="*/ 3027938 h 4739361"/>
                  <a:gd name="connsiteX20" fmla="*/ 4576790 w 11804048"/>
                  <a:gd name="connsiteY20" fmla="*/ 2527911 h 4739361"/>
                  <a:gd name="connsiteX21" fmla="*/ 3783470 w 11804048"/>
                  <a:gd name="connsiteY21" fmla="*/ 2206826 h 4739361"/>
                  <a:gd name="connsiteX22" fmla="*/ 3471621 w 11804048"/>
                  <a:gd name="connsiteY22" fmla="*/ 1810702 h 4739361"/>
                  <a:gd name="connsiteX23" fmla="*/ 4040063 w 11804048"/>
                  <a:gd name="connsiteY23" fmla="*/ 1252231 h 4739361"/>
                  <a:gd name="connsiteX24" fmla="*/ 5174543 w 11804048"/>
                  <a:gd name="connsiteY24" fmla="*/ 978767 h 4739361"/>
                  <a:gd name="connsiteX25" fmla="*/ 6135560 w 11804048"/>
                  <a:gd name="connsiteY25" fmla="*/ 641448 h 4739361"/>
                  <a:gd name="connsiteX26" fmla="*/ 5983239 w 11804048"/>
                  <a:gd name="connsiteY26" fmla="*/ 509046 h 4739361"/>
                  <a:gd name="connsiteX27" fmla="*/ 5566157 w 11804048"/>
                  <a:gd name="connsiteY27" fmla="*/ 392878 h 4739361"/>
                  <a:gd name="connsiteX28" fmla="*/ 4293290 w 11804048"/>
                  <a:gd name="connsiteY28" fmla="*/ 225842 h 4739361"/>
                  <a:gd name="connsiteX29" fmla="*/ 2483701 w 11804048"/>
                  <a:gd name="connsiteY29" fmla="*/ 110315 h 4739361"/>
                  <a:gd name="connsiteX30" fmla="*/ 0 w 11804048"/>
                  <a:gd name="connsiteY30" fmla="*/ 110621 h 4739361"/>
                  <a:gd name="connsiteX0" fmla="*/ 7564593 w 11804048"/>
                  <a:gd name="connsiteY0" fmla="*/ 198143 h 4629046"/>
                  <a:gd name="connsiteX1" fmla="*/ 8111411 w 11804048"/>
                  <a:gd name="connsiteY1" fmla="*/ 633952 h 4629046"/>
                  <a:gd name="connsiteX2" fmla="*/ 7998011 w 11804048"/>
                  <a:gd name="connsiteY2" fmla="*/ 821192 h 4629046"/>
                  <a:gd name="connsiteX3" fmla="*/ 7704421 w 11804048"/>
                  <a:gd name="connsiteY3" fmla="*/ 961891 h 4629046"/>
                  <a:gd name="connsiteX4" fmla="*/ 6816921 w 11804048"/>
                  <a:gd name="connsiteY4" fmla="*/ 1170416 h 4629046"/>
                  <a:gd name="connsiteX5" fmla="*/ 5448433 w 11804048"/>
                  <a:gd name="connsiteY5" fmla="*/ 1746926 h 4629046"/>
                  <a:gd name="connsiteX6" fmla="*/ 5977954 w 11804048"/>
                  <a:gd name="connsiteY6" fmla="*/ 1976736 h 4629046"/>
                  <a:gd name="connsiteX7" fmla="*/ 7286859 w 11804048"/>
                  <a:gd name="connsiteY7" fmla="*/ 2231800 h 4629046"/>
                  <a:gd name="connsiteX8" fmla="*/ 9458757 w 11804048"/>
                  <a:gd name="connsiteY8" fmla="*/ 2671217 h 4629046"/>
                  <a:gd name="connsiteX9" fmla="*/ 11069902 w 11804048"/>
                  <a:gd name="connsiteY9" fmla="*/ 3311583 h 4629046"/>
                  <a:gd name="connsiteX10" fmla="*/ 11575878 w 11804048"/>
                  <a:gd name="connsiteY10" fmla="*/ 3857427 h 4629046"/>
                  <a:gd name="connsiteX11" fmla="*/ 11776250 w 11804048"/>
                  <a:gd name="connsiteY11" fmla="*/ 4317047 h 4629046"/>
                  <a:gd name="connsiteX12" fmla="*/ 11803954 w 11804048"/>
                  <a:gd name="connsiteY12" fmla="*/ 4568506 h 4629046"/>
                  <a:gd name="connsiteX13" fmla="*/ 11800968 w 11804048"/>
                  <a:gd name="connsiteY13" fmla="*/ 4629046 h 4629046"/>
                  <a:gd name="connsiteX14" fmla="*/ 9480312 w 11804048"/>
                  <a:gd name="connsiteY14" fmla="*/ 4629046 h 4629046"/>
                  <a:gd name="connsiteX15" fmla="*/ 9473653 w 11804048"/>
                  <a:gd name="connsiteY15" fmla="*/ 4206291 h 4629046"/>
                  <a:gd name="connsiteX16" fmla="*/ 9259827 w 11804048"/>
                  <a:gd name="connsiteY16" fmla="*/ 3745228 h 4629046"/>
                  <a:gd name="connsiteX17" fmla="*/ 8687061 w 11804048"/>
                  <a:gd name="connsiteY17" fmla="*/ 3346938 h 4629046"/>
                  <a:gd name="connsiteX18" fmla="*/ 6827493 w 11804048"/>
                  <a:gd name="connsiteY18" fmla="*/ 2917623 h 4629046"/>
                  <a:gd name="connsiteX19" fmla="*/ 4576790 w 11804048"/>
                  <a:gd name="connsiteY19" fmla="*/ 2417596 h 4629046"/>
                  <a:gd name="connsiteX20" fmla="*/ 3783470 w 11804048"/>
                  <a:gd name="connsiteY20" fmla="*/ 2096511 h 4629046"/>
                  <a:gd name="connsiteX21" fmla="*/ 3471621 w 11804048"/>
                  <a:gd name="connsiteY21" fmla="*/ 1700387 h 4629046"/>
                  <a:gd name="connsiteX22" fmla="*/ 4040063 w 11804048"/>
                  <a:gd name="connsiteY22" fmla="*/ 1141916 h 4629046"/>
                  <a:gd name="connsiteX23" fmla="*/ 5174543 w 11804048"/>
                  <a:gd name="connsiteY23" fmla="*/ 868452 h 4629046"/>
                  <a:gd name="connsiteX24" fmla="*/ 6135560 w 11804048"/>
                  <a:gd name="connsiteY24" fmla="*/ 531133 h 4629046"/>
                  <a:gd name="connsiteX25" fmla="*/ 5983239 w 11804048"/>
                  <a:gd name="connsiteY25" fmla="*/ 398731 h 4629046"/>
                  <a:gd name="connsiteX26" fmla="*/ 5566157 w 11804048"/>
                  <a:gd name="connsiteY26" fmla="*/ 282563 h 4629046"/>
                  <a:gd name="connsiteX27" fmla="*/ 4293290 w 11804048"/>
                  <a:gd name="connsiteY27" fmla="*/ 115527 h 4629046"/>
                  <a:gd name="connsiteX28" fmla="*/ 2483701 w 11804048"/>
                  <a:gd name="connsiteY28" fmla="*/ 0 h 4629046"/>
                  <a:gd name="connsiteX29" fmla="*/ 0 w 11804048"/>
                  <a:gd name="connsiteY29" fmla="*/ 306 h 4629046"/>
                  <a:gd name="connsiteX0" fmla="*/ 8111411 w 11804048"/>
                  <a:gd name="connsiteY0" fmla="*/ 633952 h 4629046"/>
                  <a:gd name="connsiteX1" fmla="*/ 7998011 w 11804048"/>
                  <a:gd name="connsiteY1" fmla="*/ 821192 h 4629046"/>
                  <a:gd name="connsiteX2" fmla="*/ 7704421 w 11804048"/>
                  <a:gd name="connsiteY2" fmla="*/ 961891 h 4629046"/>
                  <a:gd name="connsiteX3" fmla="*/ 6816921 w 11804048"/>
                  <a:gd name="connsiteY3" fmla="*/ 1170416 h 4629046"/>
                  <a:gd name="connsiteX4" fmla="*/ 5448433 w 11804048"/>
                  <a:gd name="connsiteY4" fmla="*/ 1746926 h 4629046"/>
                  <a:gd name="connsiteX5" fmla="*/ 5977954 w 11804048"/>
                  <a:gd name="connsiteY5" fmla="*/ 1976736 h 4629046"/>
                  <a:gd name="connsiteX6" fmla="*/ 7286859 w 11804048"/>
                  <a:gd name="connsiteY6" fmla="*/ 2231800 h 4629046"/>
                  <a:gd name="connsiteX7" fmla="*/ 9458757 w 11804048"/>
                  <a:gd name="connsiteY7" fmla="*/ 2671217 h 4629046"/>
                  <a:gd name="connsiteX8" fmla="*/ 11069902 w 11804048"/>
                  <a:gd name="connsiteY8" fmla="*/ 3311583 h 4629046"/>
                  <a:gd name="connsiteX9" fmla="*/ 11575878 w 11804048"/>
                  <a:gd name="connsiteY9" fmla="*/ 3857427 h 4629046"/>
                  <a:gd name="connsiteX10" fmla="*/ 11776250 w 11804048"/>
                  <a:gd name="connsiteY10" fmla="*/ 4317047 h 4629046"/>
                  <a:gd name="connsiteX11" fmla="*/ 11803954 w 11804048"/>
                  <a:gd name="connsiteY11" fmla="*/ 4568506 h 4629046"/>
                  <a:gd name="connsiteX12" fmla="*/ 11800968 w 11804048"/>
                  <a:gd name="connsiteY12" fmla="*/ 4629046 h 4629046"/>
                  <a:gd name="connsiteX13" fmla="*/ 9480312 w 11804048"/>
                  <a:gd name="connsiteY13" fmla="*/ 4629046 h 4629046"/>
                  <a:gd name="connsiteX14" fmla="*/ 9473653 w 11804048"/>
                  <a:gd name="connsiteY14" fmla="*/ 4206291 h 4629046"/>
                  <a:gd name="connsiteX15" fmla="*/ 9259827 w 11804048"/>
                  <a:gd name="connsiteY15" fmla="*/ 3745228 h 4629046"/>
                  <a:gd name="connsiteX16" fmla="*/ 8687061 w 11804048"/>
                  <a:gd name="connsiteY16" fmla="*/ 3346938 h 4629046"/>
                  <a:gd name="connsiteX17" fmla="*/ 6827493 w 11804048"/>
                  <a:gd name="connsiteY17" fmla="*/ 2917623 h 4629046"/>
                  <a:gd name="connsiteX18" fmla="*/ 4576790 w 11804048"/>
                  <a:gd name="connsiteY18" fmla="*/ 2417596 h 4629046"/>
                  <a:gd name="connsiteX19" fmla="*/ 3783470 w 11804048"/>
                  <a:gd name="connsiteY19" fmla="*/ 2096511 h 4629046"/>
                  <a:gd name="connsiteX20" fmla="*/ 3471621 w 11804048"/>
                  <a:gd name="connsiteY20" fmla="*/ 1700387 h 4629046"/>
                  <a:gd name="connsiteX21" fmla="*/ 4040063 w 11804048"/>
                  <a:gd name="connsiteY21" fmla="*/ 1141916 h 4629046"/>
                  <a:gd name="connsiteX22" fmla="*/ 5174543 w 11804048"/>
                  <a:gd name="connsiteY22" fmla="*/ 868452 h 4629046"/>
                  <a:gd name="connsiteX23" fmla="*/ 6135560 w 11804048"/>
                  <a:gd name="connsiteY23" fmla="*/ 531133 h 4629046"/>
                  <a:gd name="connsiteX24" fmla="*/ 5983239 w 11804048"/>
                  <a:gd name="connsiteY24" fmla="*/ 398731 h 4629046"/>
                  <a:gd name="connsiteX25" fmla="*/ 5566157 w 11804048"/>
                  <a:gd name="connsiteY25" fmla="*/ 282563 h 4629046"/>
                  <a:gd name="connsiteX26" fmla="*/ 4293290 w 11804048"/>
                  <a:gd name="connsiteY26" fmla="*/ 115527 h 4629046"/>
                  <a:gd name="connsiteX27" fmla="*/ 2483701 w 11804048"/>
                  <a:gd name="connsiteY27" fmla="*/ 0 h 4629046"/>
                  <a:gd name="connsiteX28" fmla="*/ 0 w 11804048"/>
                  <a:gd name="connsiteY28" fmla="*/ 306 h 4629046"/>
                  <a:gd name="connsiteX0" fmla="*/ 7998011 w 11804048"/>
                  <a:gd name="connsiteY0" fmla="*/ 821192 h 4629046"/>
                  <a:gd name="connsiteX1" fmla="*/ 7704421 w 11804048"/>
                  <a:gd name="connsiteY1" fmla="*/ 961891 h 4629046"/>
                  <a:gd name="connsiteX2" fmla="*/ 6816921 w 11804048"/>
                  <a:gd name="connsiteY2" fmla="*/ 1170416 h 4629046"/>
                  <a:gd name="connsiteX3" fmla="*/ 5448433 w 11804048"/>
                  <a:gd name="connsiteY3" fmla="*/ 1746926 h 4629046"/>
                  <a:gd name="connsiteX4" fmla="*/ 5977954 w 11804048"/>
                  <a:gd name="connsiteY4" fmla="*/ 1976736 h 4629046"/>
                  <a:gd name="connsiteX5" fmla="*/ 7286859 w 11804048"/>
                  <a:gd name="connsiteY5" fmla="*/ 2231800 h 4629046"/>
                  <a:gd name="connsiteX6" fmla="*/ 9458757 w 11804048"/>
                  <a:gd name="connsiteY6" fmla="*/ 2671217 h 4629046"/>
                  <a:gd name="connsiteX7" fmla="*/ 11069902 w 11804048"/>
                  <a:gd name="connsiteY7" fmla="*/ 3311583 h 4629046"/>
                  <a:gd name="connsiteX8" fmla="*/ 11575878 w 11804048"/>
                  <a:gd name="connsiteY8" fmla="*/ 3857427 h 4629046"/>
                  <a:gd name="connsiteX9" fmla="*/ 11776250 w 11804048"/>
                  <a:gd name="connsiteY9" fmla="*/ 4317047 h 4629046"/>
                  <a:gd name="connsiteX10" fmla="*/ 11803954 w 11804048"/>
                  <a:gd name="connsiteY10" fmla="*/ 4568506 h 4629046"/>
                  <a:gd name="connsiteX11" fmla="*/ 11800968 w 11804048"/>
                  <a:gd name="connsiteY11" fmla="*/ 4629046 h 4629046"/>
                  <a:gd name="connsiteX12" fmla="*/ 9480312 w 11804048"/>
                  <a:gd name="connsiteY12" fmla="*/ 4629046 h 4629046"/>
                  <a:gd name="connsiteX13" fmla="*/ 9473653 w 11804048"/>
                  <a:gd name="connsiteY13" fmla="*/ 4206291 h 4629046"/>
                  <a:gd name="connsiteX14" fmla="*/ 9259827 w 11804048"/>
                  <a:gd name="connsiteY14" fmla="*/ 3745228 h 4629046"/>
                  <a:gd name="connsiteX15" fmla="*/ 8687061 w 11804048"/>
                  <a:gd name="connsiteY15" fmla="*/ 3346938 h 4629046"/>
                  <a:gd name="connsiteX16" fmla="*/ 6827493 w 11804048"/>
                  <a:gd name="connsiteY16" fmla="*/ 2917623 h 4629046"/>
                  <a:gd name="connsiteX17" fmla="*/ 4576790 w 11804048"/>
                  <a:gd name="connsiteY17" fmla="*/ 2417596 h 4629046"/>
                  <a:gd name="connsiteX18" fmla="*/ 3783470 w 11804048"/>
                  <a:gd name="connsiteY18" fmla="*/ 2096511 h 4629046"/>
                  <a:gd name="connsiteX19" fmla="*/ 3471621 w 11804048"/>
                  <a:gd name="connsiteY19" fmla="*/ 1700387 h 4629046"/>
                  <a:gd name="connsiteX20" fmla="*/ 4040063 w 11804048"/>
                  <a:gd name="connsiteY20" fmla="*/ 1141916 h 4629046"/>
                  <a:gd name="connsiteX21" fmla="*/ 5174543 w 11804048"/>
                  <a:gd name="connsiteY21" fmla="*/ 868452 h 4629046"/>
                  <a:gd name="connsiteX22" fmla="*/ 6135560 w 11804048"/>
                  <a:gd name="connsiteY22" fmla="*/ 531133 h 4629046"/>
                  <a:gd name="connsiteX23" fmla="*/ 5983239 w 11804048"/>
                  <a:gd name="connsiteY23" fmla="*/ 398731 h 4629046"/>
                  <a:gd name="connsiteX24" fmla="*/ 5566157 w 11804048"/>
                  <a:gd name="connsiteY24" fmla="*/ 282563 h 4629046"/>
                  <a:gd name="connsiteX25" fmla="*/ 4293290 w 11804048"/>
                  <a:gd name="connsiteY25" fmla="*/ 115527 h 4629046"/>
                  <a:gd name="connsiteX26" fmla="*/ 2483701 w 11804048"/>
                  <a:gd name="connsiteY26" fmla="*/ 0 h 4629046"/>
                  <a:gd name="connsiteX27" fmla="*/ 0 w 11804048"/>
                  <a:gd name="connsiteY27" fmla="*/ 306 h 4629046"/>
                  <a:gd name="connsiteX0" fmla="*/ 7704421 w 11804048"/>
                  <a:gd name="connsiteY0" fmla="*/ 961891 h 4629046"/>
                  <a:gd name="connsiteX1" fmla="*/ 6816921 w 11804048"/>
                  <a:gd name="connsiteY1" fmla="*/ 1170416 h 4629046"/>
                  <a:gd name="connsiteX2" fmla="*/ 5448433 w 11804048"/>
                  <a:gd name="connsiteY2" fmla="*/ 1746926 h 4629046"/>
                  <a:gd name="connsiteX3" fmla="*/ 5977954 w 11804048"/>
                  <a:gd name="connsiteY3" fmla="*/ 1976736 h 4629046"/>
                  <a:gd name="connsiteX4" fmla="*/ 7286859 w 11804048"/>
                  <a:gd name="connsiteY4" fmla="*/ 2231800 h 4629046"/>
                  <a:gd name="connsiteX5" fmla="*/ 9458757 w 11804048"/>
                  <a:gd name="connsiteY5" fmla="*/ 2671217 h 4629046"/>
                  <a:gd name="connsiteX6" fmla="*/ 11069902 w 11804048"/>
                  <a:gd name="connsiteY6" fmla="*/ 3311583 h 4629046"/>
                  <a:gd name="connsiteX7" fmla="*/ 11575878 w 11804048"/>
                  <a:gd name="connsiteY7" fmla="*/ 3857427 h 4629046"/>
                  <a:gd name="connsiteX8" fmla="*/ 11776250 w 11804048"/>
                  <a:gd name="connsiteY8" fmla="*/ 4317047 h 4629046"/>
                  <a:gd name="connsiteX9" fmla="*/ 11803954 w 11804048"/>
                  <a:gd name="connsiteY9" fmla="*/ 4568506 h 4629046"/>
                  <a:gd name="connsiteX10" fmla="*/ 11800968 w 11804048"/>
                  <a:gd name="connsiteY10" fmla="*/ 4629046 h 4629046"/>
                  <a:gd name="connsiteX11" fmla="*/ 9480312 w 11804048"/>
                  <a:gd name="connsiteY11" fmla="*/ 4629046 h 4629046"/>
                  <a:gd name="connsiteX12" fmla="*/ 9473653 w 11804048"/>
                  <a:gd name="connsiteY12" fmla="*/ 4206291 h 4629046"/>
                  <a:gd name="connsiteX13" fmla="*/ 9259827 w 11804048"/>
                  <a:gd name="connsiteY13" fmla="*/ 3745228 h 4629046"/>
                  <a:gd name="connsiteX14" fmla="*/ 8687061 w 11804048"/>
                  <a:gd name="connsiteY14" fmla="*/ 3346938 h 4629046"/>
                  <a:gd name="connsiteX15" fmla="*/ 6827493 w 11804048"/>
                  <a:gd name="connsiteY15" fmla="*/ 2917623 h 4629046"/>
                  <a:gd name="connsiteX16" fmla="*/ 4576790 w 11804048"/>
                  <a:gd name="connsiteY16" fmla="*/ 2417596 h 4629046"/>
                  <a:gd name="connsiteX17" fmla="*/ 3783470 w 11804048"/>
                  <a:gd name="connsiteY17" fmla="*/ 2096511 h 4629046"/>
                  <a:gd name="connsiteX18" fmla="*/ 3471621 w 11804048"/>
                  <a:gd name="connsiteY18" fmla="*/ 1700387 h 4629046"/>
                  <a:gd name="connsiteX19" fmla="*/ 4040063 w 11804048"/>
                  <a:gd name="connsiteY19" fmla="*/ 1141916 h 4629046"/>
                  <a:gd name="connsiteX20" fmla="*/ 5174543 w 11804048"/>
                  <a:gd name="connsiteY20" fmla="*/ 868452 h 4629046"/>
                  <a:gd name="connsiteX21" fmla="*/ 6135560 w 11804048"/>
                  <a:gd name="connsiteY21" fmla="*/ 531133 h 4629046"/>
                  <a:gd name="connsiteX22" fmla="*/ 5983239 w 11804048"/>
                  <a:gd name="connsiteY22" fmla="*/ 398731 h 4629046"/>
                  <a:gd name="connsiteX23" fmla="*/ 5566157 w 11804048"/>
                  <a:gd name="connsiteY23" fmla="*/ 282563 h 4629046"/>
                  <a:gd name="connsiteX24" fmla="*/ 4293290 w 11804048"/>
                  <a:gd name="connsiteY24" fmla="*/ 115527 h 4629046"/>
                  <a:gd name="connsiteX25" fmla="*/ 2483701 w 11804048"/>
                  <a:gd name="connsiteY25" fmla="*/ 0 h 4629046"/>
                  <a:gd name="connsiteX26" fmla="*/ 0 w 11804048"/>
                  <a:gd name="connsiteY26" fmla="*/ 306 h 4629046"/>
                  <a:gd name="connsiteX0" fmla="*/ 6816921 w 11804048"/>
                  <a:gd name="connsiteY0" fmla="*/ 1170416 h 4629046"/>
                  <a:gd name="connsiteX1" fmla="*/ 5448433 w 11804048"/>
                  <a:gd name="connsiteY1" fmla="*/ 1746926 h 4629046"/>
                  <a:gd name="connsiteX2" fmla="*/ 5977954 w 11804048"/>
                  <a:gd name="connsiteY2" fmla="*/ 1976736 h 4629046"/>
                  <a:gd name="connsiteX3" fmla="*/ 7286859 w 11804048"/>
                  <a:gd name="connsiteY3" fmla="*/ 2231800 h 4629046"/>
                  <a:gd name="connsiteX4" fmla="*/ 9458757 w 11804048"/>
                  <a:gd name="connsiteY4" fmla="*/ 2671217 h 4629046"/>
                  <a:gd name="connsiteX5" fmla="*/ 11069902 w 11804048"/>
                  <a:gd name="connsiteY5" fmla="*/ 3311583 h 4629046"/>
                  <a:gd name="connsiteX6" fmla="*/ 11575878 w 11804048"/>
                  <a:gd name="connsiteY6" fmla="*/ 3857427 h 4629046"/>
                  <a:gd name="connsiteX7" fmla="*/ 11776250 w 11804048"/>
                  <a:gd name="connsiteY7" fmla="*/ 4317047 h 4629046"/>
                  <a:gd name="connsiteX8" fmla="*/ 11803954 w 11804048"/>
                  <a:gd name="connsiteY8" fmla="*/ 4568506 h 4629046"/>
                  <a:gd name="connsiteX9" fmla="*/ 11800968 w 11804048"/>
                  <a:gd name="connsiteY9" fmla="*/ 4629046 h 4629046"/>
                  <a:gd name="connsiteX10" fmla="*/ 9480312 w 11804048"/>
                  <a:gd name="connsiteY10" fmla="*/ 4629046 h 4629046"/>
                  <a:gd name="connsiteX11" fmla="*/ 9473653 w 11804048"/>
                  <a:gd name="connsiteY11" fmla="*/ 4206291 h 4629046"/>
                  <a:gd name="connsiteX12" fmla="*/ 9259827 w 11804048"/>
                  <a:gd name="connsiteY12" fmla="*/ 3745228 h 4629046"/>
                  <a:gd name="connsiteX13" fmla="*/ 8687061 w 11804048"/>
                  <a:gd name="connsiteY13" fmla="*/ 3346938 h 4629046"/>
                  <a:gd name="connsiteX14" fmla="*/ 6827493 w 11804048"/>
                  <a:gd name="connsiteY14" fmla="*/ 2917623 h 4629046"/>
                  <a:gd name="connsiteX15" fmla="*/ 4576790 w 11804048"/>
                  <a:gd name="connsiteY15" fmla="*/ 2417596 h 4629046"/>
                  <a:gd name="connsiteX16" fmla="*/ 3783470 w 11804048"/>
                  <a:gd name="connsiteY16" fmla="*/ 2096511 h 4629046"/>
                  <a:gd name="connsiteX17" fmla="*/ 3471621 w 11804048"/>
                  <a:gd name="connsiteY17" fmla="*/ 1700387 h 4629046"/>
                  <a:gd name="connsiteX18" fmla="*/ 4040063 w 11804048"/>
                  <a:gd name="connsiteY18" fmla="*/ 1141916 h 4629046"/>
                  <a:gd name="connsiteX19" fmla="*/ 5174543 w 11804048"/>
                  <a:gd name="connsiteY19" fmla="*/ 868452 h 4629046"/>
                  <a:gd name="connsiteX20" fmla="*/ 6135560 w 11804048"/>
                  <a:gd name="connsiteY20" fmla="*/ 531133 h 4629046"/>
                  <a:gd name="connsiteX21" fmla="*/ 5983239 w 11804048"/>
                  <a:gd name="connsiteY21" fmla="*/ 398731 h 4629046"/>
                  <a:gd name="connsiteX22" fmla="*/ 5566157 w 11804048"/>
                  <a:gd name="connsiteY22" fmla="*/ 282563 h 4629046"/>
                  <a:gd name="connsiteX23" fmla="*/ 4293290 w 11804048"/>
                  <a:gd name="connsiteY23" fmla="*/ 115527 h 4629046"/>
                  <a:gd name="connsiteX24" fmla="*/ 2483701 w 11804048"/>
                  <a:gd name="connsiteY24" fmla="*/ 0 h 4629046"/>
                  <a:gd name="connsiteX25" fmla="*/ 0 w 11804048"/>
                  <a:gd name="connsiteY25" fmla="*/ 306 h 4629046"/>
                  <a:gd name="connsiteX0" fmla="*/ 5448433 w 11804048"/>
                  <a:gd name="connsiteY0" fmla="*/ 1746926 h 4629046"/>
                  <a:gd name="connsiteX1" fmla="*/ 5977954 w 11804048"/>
                  <a:gd name="connsiteY1" fmla="*/ 1976736 h 4629046"/>
                  <a:gd name="connsiteX2" fmla="*/ 7286859 w 11804048"/>
                  <a:gd name="connsiteY2" fmla="*/ 2231800 h 4629046"/>
                  <a:gd name="connsiteX3" fmla="*/ 9458757 w 11804048"/>
                  <a:gd name="connsiteY3" fmla="*/ 2671217 h 4629046"/>
                  <a:gd name="connsiteX4" fmla="*/ 11069902 w 11804048"/>
                  <a:gd name="connsiteY4" fmla="*/ 3311583 h 4629046"/>
                  <a:gd name="connsiteX5" fmla="*/ 11575878 w 11804048"/>
                  <a:gd name="connsiteY5" fmla="*/ 3857427 h 4629046"/>
                  <a:gd name="connsiteX6" fmla="*/ 11776250 w 11804048"/>
                  <a:gd name="connsiteY6" fmla="*/ 4317047 h 4629046"/>
                  <a:gd name="connsiteX7" fmla="*/ 11803954 w 11804048"/>
                  <a:gd name="connsiteY7" fmla="*/ 4568506 h 4629046"/>
                  <a:gd name="connsiteX8" fmla="*/ 11800968 w 11804048"/>
                  <a:gd name="connsiteY8" fmla="*/ 4629046 h 4629046"/>
                  <a:gd name="connsiteX9" fmla="*/ 9480312 w 11804048"/>
                  <a:gd name="connsiteY9" fmla="*/ 4629046 h 4629046"/>
                  <a:gd name="connsiteX10" fmla="*/ 9473653 w 11804048"/>
                  <a:gd name="connsiteY10" fmla="*/ 4206291 h 4629046"/>
                  <a:gd name="connsiteX11" fmla="*/ 9259827 w 11804048"/>
                  <a:gd name="connsiteY11" fmla="*/ 3745228 h 4629046"/>
                  <a:gd name="connsiteX12" fmla="*/ 8687061 w 11804048"/>
                  <a:gd name="connsiteY12" fmla="*/ 3346938 h 4629046"/>
                  <a:gd name="connsiteX13" fmla="*/ 6827493 w 11804048"/>
                  <a:gd name="connsiteY13" fmla="*/ 2917623 h 4629046"/>
                  <a:gd name="connsiteX14" fmla="*/ 4576790 w 11804048"/>
                  <a:gd name="connsiteY14" fmla="*/ 2417596 h 4629046"/>
                  <a:gd name="connsiteX15" fmla="*/ 3783470 w 11804048"/>
                  <a:gd name="connsiteY15" fmla="*/ 2096511 h 4629046"/>
                  <a:gd name="connsiteX16" fmla="*/ 3471621 w 11804048"/>
                  <a:gd name="connsiteY16" fmla="*/ 1700387 h 4629046"/>
                  <a:gd name="connsiteX17" fmla="*/ 4040063 w 11804048"/>
                  <a:gd name="connsiteY17" fmla="*/ 1141916 h 4629046"/>
                  <a:gd name="connsiteX18" fmla="*/ 5174543 w 11804048"/>
                  <a:gd name="connsiteY18" fmla="*/ 868452 h 4629046"/>
                  <a:gd name="connsiteX19" fmla="*/ 6135560 w 11804048"/>
                  <a:gd name="connsiteY19" fmla="*/ 531133 h 4629046"/>
                  <a:gd name="connsiteX20" fmla="*/ 5983239 w 11804048"/>
                  <a:gd name="connsiteY20" fmla="*/ 398731 h 4629046"/>
                  <a:gd name="connsiteX21" fmla="*/ 5566157 w 11804048"/>
                  <a:gd name="connsiteY21" fmla="*/ 282563 h 4629046"/>
                  <a:gd name="connsiteX22" fmla="*/ 4293290 w 11804048"/>
                  <a:gd name="connsiteY22" fmla="*/ 115527 h 4629046"/>
                  <a:gd name="connsiteX23" fmla="*/ 2483701 w 11804048"/>
                  <a:gd name="connsiteY23" fmla="*/ 0 h 4629046"/>
                  <a:gd name="connsiteX24" fmla="*/ 0 w 11804048"/>
                  <a:gd name="connsiteY24" fmla="*/ 306 h 4629046"/>
                  <a:gd name="connsiteX0" fmla="*/ 5977954 w 11804048"/>
                  <a:gd name="connsiteY0" fmla="*/ 1976736 h 4629046"/>
                  <a:gd name="connsiteX1" fmla="*/ 7286859 w 11804048"/>
                  <a:gd name="connsiteY1" fmla="*/ 2231800 h 4629046"/>
                  <a:gd name="connsiteX2" fmla="*/ 9458757 w 11804048"/>
                  <a:gd name="connsiteY2" fmla="*/ 2671217 h 4629046"/>
                  <a:gd name="connsiteX3" fmla="*/ 11069902 w 11804048"/>
                  <a:gd name="connsiteY3" fmla="*/ 3311583 h 4629046"/>
                  <a:gd name="connsiteX4" fmla="*/ 11575878 w 11804048"/>
                  <a:gd name="connsiteY4" fmla="*/ 3857427 h 4629046"/>
                  <a:gd name="connsiteX5" fmla="*/ 11776250 w 11804048"/>
                  <a:gd name="connsiteY5" fmla="*/ 4317047 h 4629046"/>
                  <a:gd name="connsiteX6" fmla="*/ 11803954 w 11804048"/>
                  <a:gd name="connsiteY6" fmla="*/ 4568506 h 4629046"/>
                  <a:gd name="connsiteX7" fmla="*/ 11800968 w 11804048"/>
                  <a:gd name="connsiteY7" fmla="*/ 4629046 h 4629046"/>
                  <a:gd name="connsiteX8" fmla="*/ 9480312 w 11804048"/>
                  <a:gd name="connsiteY8" fmla="*/ 4629046 h 4629046"/>
                  <a:gd name="connsiteX9" fmla="*/ 9473653 w 11804048"/>
                  <a:gd name="connsiteY9" fmla="*/ 4206291 h 4629046"/>
                  <a:gd name="connsiteX10" fmla="*/ 9259827 w 11804048"/>
                  <a:gd name="connsiteY10" fmla="*/ 3745228 h 4629046"/>
                  <a:gd name="connsiteX11" fmla="*/ 8687061 w 11804048"/>
                  <a:gd name="connsiteY11" fmla="*/ 3346938 h 4629046"/>
                  <a:gd name="connsiteX12" fmla="*/ 6827493 w 11804048"/>
                  <a:gd name="connsiteY12" fmla="*/ 2917623 h 4629046"/>
                  <a:gd name="connsiteX13" fmla="*/ 4576790 w 11804048"/>
                  <a:gd name="connsiteY13" fmla="*/ 2417596 h 4629046"/>
                  <a:gd name="connsiteX14" fmla="*/ 3783470 w 11804048"/>
                  <a:gd name="connsiteY14" fmla="*/ 2096511 h 4629046"/>
                  <a:gd name="connsiteX15" fmla="*/ 3471621 w 11804048"/>
                  <a:gd name="connsiteY15" fmla="*/ 1700387 h 4629046"/>
                  <a:gd name="connsiteX16" fmla="*/ 4040063 w 11804048"/>
                  <a:gd name="connsiteY16" fmla="*/ 1141916 h 4629046"/>
                  <a:gd name="connsiteX17" fmla="*/ 5174543 w 11804048"/>
                  <a:gd name="connsiteY17" fmla="*/ 868452 h 4629046"/>
                  <a:gd name="connsiteX18" fmla="*/ 6135560 w 11804048"/>
                  <a:gd name="connsiteY18" fmla="*/ 531133 h 4629046"/>
                  <a:gd name="connsiteX19" fmla="*/ 5983239 w 11804048"/>
                  <a:gd name="connsiteY19" fmla="*/ 398731 h 4629046"/>
                  <a:gd name="connsiteX20" fmla="*/ 5566157 w 11804048"/>
                  <a:gd name="connsiteY20" fmla="*/ 282563 h 4629046"/>
                  <a:gd name="connsiteX21" fmla="*/ 4293290 w 11804048"/>
                  <a:gd name="connsiteY21" fmla="*/ 115527 h 4629046"/>
                  <a:gd name="connsiteX22" fmla="*/ 2483701 w 11804048"/>
                  <a:gd name="connsiteY22" fmla="*/ 0 h 4629046"/>
                  <a:gd name="connsiteX23" fmla="*/ 0 w 11804048"/>
                  <a:gd name="connsiteY23" fmla="*/ 306 h 4629046"/>
                  <a:gd name="connsiteX0" fmla="*/ 7286859 w 11804048"/>
                  <a:gd name="connsiteY0" fmla="*/ 2231800 h 4629046"/>
                  <a:gd name="connsiteX1" fmla="*/ 9458757 w 11804048"/>
                  <a:gd name="connsiteY1" fmla="*/ 2671217 h 4629046"/>
                  <a:gd name="connsiteX2" fmla="*/ 11069902 w 11804048"/>
                  <a:gd name="connsiteY2" fmla="*/ 3311583 h 4629046"/>
                  <a:gd name="connsiteX3" fmla="*/ 11575878 w 11804048"/>
                  <a:gd name="connsiteY3" fmla="*/ 3857427 h 4629046"/>
                  <a:gd name="connsiteX4" fmla="*/ 11776250 w 11804048"/>
                  <a:gd name="connsiteY4" fmla="*/ 4317047 h 4629046"/>
                  <a:gd name="connsiteX5" fmla="*/ 11803954 w 11804048"/>
                  <a:gd name="connsiteY5" fmla="*/ 4568506 h 4629046"/>
                  <a:gd name="connsiteX6" fmla="*/ 11800968 w 11804048"/>
                  <a:gd name="connsiteY6" fmla="*/ 4629046 h 4629046"/>
                  <a:gd name="connsiteX7" fmla="*/ 9480312 w 11804048"/>
                  <a:gd name="connsiteY7" fmla="*/ 4629046 h 4629046"/>
                  <a:gd name="connsiteX8" fmla="*/ 9473653 w 11804048"/>
                  <a:gd name="connsiteY8" fmla="*/ 4206291 h 4629046"/>
                  <a:gd name="connsiteX9" fmla="*/ 9259827 w 11804048"/>
                  <a:gd name="connsiteY9" fmla="*/ 3745228 h 4629046"/>
                  <a:gd name="connsiteX10" fmla="*/ 8687061 w 11804048"/>
                  <a:gd name="connsiteY10" fmla="*/ 3346938 h 4629046"/>
                  <a:gd name="connsiteX11" fmla="*/ 6827493 w 11804048"/>
                  <a:gd name="connsiteY11" fmla="*/ 2917623 h 4629046"/>
                  <a:gd name="connsiteX12" fmla="*/ 4576790 w 11804048"/>
                  <a:gd name="connsiteY12" fmla="*/ 2417596 h 4629046"/>
                  <a:gd name="connsiteX13" fmla="*/ 3783470 w 11804048"/>
                  <a:gd name="connsiteY13" fmla="*/ 2096511 h 4629046"/>
                  <a:gd name="connsiteX14" fmla="*/ 3471621 w 11804048"/>
                  <a:gd name="connsiteY14" fmla="*/ 1700387 h 4629046"/>
                  <a:gd name="connsiteX15" fmla="*/ 4040063 w 11804048"/>
                  <a:gd name="connsiteY15" fmla="*/ 1141916 h 4629046"/>
                  <a:gd name="connsiteX16" fmla="*/ 5174543 w 11804048"/>
                  <a:gd name="connsiteY16" fmla="*/ 868452 h 4629046"/>
                  <a:gd name="connsiteX17" fmla="*/ 6135560 w 11804048"/>
                  <a:gd name="connsiteY17" fmla="*/ 531133 h 4629046"/>
                  <a:gd name="connsiteX18" fmla="*/ 5983239 w 11804048"/>
                  <a:gd name="connsiteY18" fmla="*/ 398731 h 4629046"/>
                  <a:gd name="connsiteX19" fmla="*/ 5566157 w 11804048"/>
                  <a:gd name="connsiteY19" fmla="*/ 282563 h 4629046"/>
                  <a:gd name="connsiteX20" fmla="*/ 4293290 w 11804048"/>
                  <a:gd name="connsiteY20" fmla="*/ 115527 h 4629046"/>
                  <a:gd name="connsiteX21" fmla="*/ 2483701 w 11804048"/>
                  <a:gd name="connsiteY21" fmla="*/ 0 h 4629046"/>
                  <a:gd name="connsiteX22" fmla="*/ 0 w 11804048"/>
                  <a:gd name="connsiteY22" fmla="*/ 306 h 4629046"/>
                  <a:gd name="connsiteX0" fmla="*/ 9458757 w 11804048"/>
                  <a:gd name="connsiteY0" fmla="*/ 2671217 h 4629046"/>
                  <a:gd name="connsiteX1" fmla="*/ 11069902 w 11804048"/>
                  <a:gd name="connsiteY1" fmla="*/ 3311583 h 4629046"/>
                  <a:gd name="connsiteX2" fmla="*/ 11575878 w 11804048"/>
                  <a:gd name="connsiteY2" fmla="*/ 3857427 h 4629046"/>
                  <a:gd name="connsiteX3" fmla="*/ 11776250 w 11804048"/>
                  <a:gd name="connsiteY3" fmla="*/ 4317047 h 4629046"/>
                  <a:gd name="connsiteX4" fmla="*/ 11803954 w 11804048"/>
                  <a:gd name="connsiteY4" fmla="*/ 4568506 h 4629046"/>
                  <a:gd name="connsiteX5" fmla="*/ 11800968 w 11804048"/>
                  <a:gd name="connsiteY5" fmla="*/ 4629046 h 4629046"/>
                  <a:gd name="connsiteX6" fmla="*/ 9480312 w 11804048"/>
                  <a:gd name="connsiteY6" fmla="*/ 4629046 h 4629046"/>
                  <a:gd name="connsiteX7" fmla="*/ 9473653 w 11804048"/>
                  <a:gd name="connsiteY7" fmla="*/ 4206291 h 4629046"/>
                  <a:gd name="connsiteX8" fmla="*/ 9259827 w 11804048"/>
                  <a:gd name="connsiteY8" fmla="*/ 3745228 h 4629046"/>
                  <a:gd name="connsiteX9" fmla="*/ 8687061 w 11804048"/>
                  <a:gd name="connsiteY9" fmla="*/ 3346938 h 4629046"/>
                  <a:gd name="connsiteX10" fmla="*/ 6827493 w 11804048"/>
                  <a:gd name="connsiteY10" fmla="*/ 2917623 h 4629046"/>
                  <a:gd name="connsiteX11" fmla="*/ 4576790 w 11804048"/>
                  <a:gd name="connsiteY11" fmla="*/ 2417596 h 4629046"/>
                  <a:gd name="connsiteX12" fmla="*/ 3783470 w 11804048"/>
                  <a:gd name="connsiteY12" fmla="*/ 2096511 h 4629046"/>
                  <a:gd name="connsiteX13" fmla="*/ 3471621 w 11804048"/>
                  <a:gd name="connsiteY13" fmla="*/ 1700387 h 4629046"/>
                  <a:gd name="connsiteX14" fmla="*/ 4040063 w 11804048"/>
                  <a:gd name="connsiteY14" fmla="*/ 1141916 h 4629046"/>
                  <a:gd name="connsiteX15" fmla="*/ 5174543 w 11804048"/>
                  <a:gd name="connsiteY15" fmla="*/ 868452 h 4629046"/>
                  <a:gd name="connsiteX16" fmla="*/ 6135560 w 11804048"/>
                  <a:gd name="connsiteY16" fmla="*/ 531133 h 4629046"/>
                  <a:gd name="connsiteX17" fmla="*/ 5983239 w 11804048"/>
                  <a:gd name="connsiteY17" fmla="*/ 398731 h 4629046"/>
                  <a:gd name="connsiteX18" fmla="*/ 5566157 w 11804048"/>
                  <a:gd name="connsiteY18" fmla="*/ 282563 h 4629046"/>
                  <a:gd name="connsiteX19" fmla="*/ 4293290 w 11804048"/>
                  <a:gd name="connsiteY19" fmla="*/ 115527 h 4629046"/>
                  <a:gd name="connsiteX20" fmla="*/ 2483701 w 11804048"/>
                  <a:gd name="connsiteY20" fmla="*/ 0 h 4629046"/>
                  <a:gd name="connsiteX21" fmla="*/ 0 w 11804048"/>
                  <a:gd name="connsiteY21" fmla="*/ 306 h 4629046"/>
                  <a:gd name="connsiteX0" fmla="*/ 11069902 w 11804048"/>
                  <a:gd name="connsiteY0" fmla="*/ 3311583 h 4629046"/>
                  <a:gd name="connsiteX1" fmla="*/ 11575878 w 11804048"/>
                  <a:gd name="connsiteY1" fmla="*/ 3857427 h 4629046"/>
                  <a:gd name="connsiteX2" fmla="*/ 11776250 w 11804048"/>
                  <a:gd name="connsiteY2" fmla="*/ 4317047 h 4629046"/>
                  <a:gd name="connsiteX3" fmla="*/ 11803954 w 11804048"/>
                  <a:gd name="connsiteY3" fmla="*/ 4568506 h 4629046"/>
                  <a:gd name="connsiteX4" fmla="*/ 11800968 w 11804048"/>
                  <a:gd name="connsiteY4" fmla="*/ 4629046 h 4629046"/>
                  <a:gd name="connsiteX5" fmla="*/ 9480312 w 11804048"/>
                  <a:gd name="connsiteY5" fmla="*/ 4629046 h 4629046"/>
                  <a:gd name="connsiteX6" fmla="*/ 9473653 w 11804048"/>
                  <a:gd name="connsiteY6" fmla="*/ 4206291 h 4629046"/>
                  <a:gd name="connsiteX7" fmla="*/ 9259827 w 11804048"/>
                  <a:gd name="connsiteY7" fmla="*/ 3745228 h 4629046"/>
                  <a:gd name="connsiteX8" fmla="*/ 8687061 w 11804048"/>
                  <a:gd name="connsiteY8" fmla="*/ 3346938 h 4629046"/>
                  <a:gd name="connsiteX9" fmla="*/ 6827493 w 11804048"/>
                  <a:gd name="connsiteY9" fmla="*/ 2917623 h 4629046"/>
                  <a:gd name="connsiteX10" fmla="*/ 4576790 w 11804048"/>
                  <a:gd name="connsiteY10" fmla="*/ 2417596 h 4629046"/>
                  <a:gd name="connsiteX11" fmla="*/ 3783470 w 11804048"/>
                  <a:gd name="connsiteY11" fmla="*/ 2096511 h 4629046"/>
                  <a:gd name="connsiteX12" fmla="*/ 3471621 w 11804048"/>
                  <a:gd name="connsiteY12" fmla="*/ 1700387 h 4629046"/>
                  <a:gd name="connsiteX13" fmla="*/ 4040063 w 11804048"/>
                  <a:gd name="connsiteY13" fmla="*/ 1141916 h 4629046"/>
                  <a:gd name="connsiteX14" fmla="*/ 5174543 w 11804048"/>
                  <a:gd name="connsiteY14" fmla="*/ 868452 h 4629046"/>
                  <a:gd name="connsiteX15" fmla="*/ 6135560 w 11804048"/>
                  <a:gd name="connsiteY15" fmla="*/ 531133 h 4629046"/>
                  <a:gd name="connsiteX16" fmla="*/ 5983239 w 11804048"/>
                  <a:gd name="connsiteY16" fmla="*/ 398731 h 4629046"/>
                  <a:gd name="connsiteX17" fmla="*/ 5566157 w 11804048"/>
                  <a:gd name="connsiteY17" fmla="*/ 282563 h 4629046"/>
                  <a:gd name="connsiteX18" fmla="*/ 4293290 w 11804048"/>
                  <a:gd name="connsiteY18" fmla="*/ 115527 h 4629046"/>
                  <a:gd name="connsiteX19" fmla="*/ 2483701 w 11804048"/>
                  <a:gd name="connsiteY19" fmla="*/ 0 h 4629046"/>
                  <a:gd name="connsiteX20" fmla="*/ 0 w 11804048"/>
                  <a:gd name="connsiteY20" fmla="*/ 306 h 4629046"/>
                  <a:gd name="connsiteX0" fmla="*/ 11575878 w 11804048"/>
                  <a:gd name="connsiteY0" fmla="*/ 3857427 h 4629046"/>
                  <a:gd name="connsiteX1" fmla="*/ 11776250 w 11804048"/>
                  <a:gd name="connsiteY1" fmla="*/ 4317047 h 4629046"/>
                  <a:gd name="connsiteX2" fmla="*/ 11803954 w 11804048"/>
                  <a:gd name="connsiteY2" fmla="*/ 4568506 h 4629046"/>
                  <a:gd name="connsiteX3" fmla="*/ 11800968 w 11804048"/>
                  <a:gd name="connsiteY3" fmla="*/ 4629046 h 4629046"/>
                  <a:gd name="connsiteX4" fmla="*/ 9480312 w 11804048"/>
                  <a:gd name="connsiteY4" fmla="*/ 4629046 h 4629046"/>
                  <a:gd name="connsiteX5" fmla="*/ 9473653 w 11804048"/>
                  <a:gd name="connsiteY5" fmla="*/ 4206291 h 4629046"/>
                  <a:gd name="connsiteX6" fmla="*/ 9259827 w 11804048"/>
                  <a:gd name="connsiteY6" fmla="*/ 3745228 h 4629046"/>
                  <a:gd name="connsiteX7" fmla="*/ 8687061 w 11804048"/>
                  <a:gd name="connsiteY7" fmla="*/ 3346938 h 4629046"/>
                  <a:gd name="connsiteX8" fmla="*/ 6827493 w 11804048"/>
                  <a:gd name="connsiteY8" fmla="*/ 2917623 h 4629046"/>
                  <a:gd name="connsiteX9" fmla="*/ 4576790 w 11804048"/>
                  <a:gd name="connsiteY9" fmla="*/ 2417596 h 4629046"/>
                  <a:gd name="connsiteX10" fmla="*/ 3783470 w 11804048"/>
                  <a:gd name="connsiteY10" fmla="*/ 2096511 h 4629046"/>
                  <a:gd name="connsiteX11" fmla="*/ 3471621 w 11804048"/>
                  <a:gd name="connsiteY11" fmla="*/ 1700387 h 4629046"/>
                  <a:gd name="connsiteX12" fmla="*/ 4040063 w 11804048"/>
                  <a:gd name="connsiteY12" fmla="*/ 1141916 h 4629046"/>
                  <a:gd name="connsiteX13" fmla="*/ 5174543 w 11804048"/>
                  <a:gd name="connsiteY13" fmla="*/ 868452 h 4629046"/>
                  <a:gd name="connsiteX14" fmla="*/ 6135560 w 11804048"/>
                  <a:gd name="connsiteY14" fmla="*/ 531133 h 4629046"/>
                  <a:gd name="connsiteX15" fmla="*/ 5983239 w 11804048"/>
                  <a:gd name="connsiteY15" fmla="*/ 398731 h 4629046"/>
                  <a:gd name="connsiteX16" fmla="*/ 5566157 w 11804048"/>
                  <a:gd name="connsiteY16" fmla="*/ 282563 h 4629046"/>
                  <a:gd name="connsiteX17" fmla="*/ 4293290 w 11804048"/>
                  <a:gd name="connsiteY17" fmla="*/ 115527 h 4629046"/>
                  <a:gd name="connsiteX18" fmla="*/ 2483701 w 11804048"/>
                  <a:gd name="connsiteY18" fmla="*/ 0 h 4629046"/>
                  <a:gd name="connsiteX19" fmla="*/ 0 w 11804048"/>
                  <a:gd name="connsiteY19" fmla="*/ 306 h 4629046"/>
                  <a:gd name="connsiteX0" fmla="*/ 11776250 w 11804048"/>
                  <a:gd name="connsiteY0" fmla="*/ 4317047 h 4629046"/>
                  <a:gd name="connsiteX1" fmla="*/ 11803954 w 11804048"/>
                  <a:gd name="connsiteY1" fmla="*/ 4568506 h 4629046"/>
                  <a:gd name="connsiteX2" fmla="*/ 11800968 w 11804048"/>
                  <a:gd name="connsiteY2" fmla="*/ 4629046 h 4629046"/>
                  <a:gd name="connsiteX3" fmla="*/ 9480312 w 11804048"/>
                  <a:gd name="connsiteY3" fmla="*/ 4629046 h 4629046"/>
                  <a:gd name="connsiteX4" fmla="*/ 9473653 w 11804048"/>
                  <a:gd name="connsiteY4" fmla="*/ 4206291 h 4629046"/>
                  <a:gd name="connsiteX5" fmla="*/ 9259827 w 11804048"/>
                  <a:gd name="connsiteY5" fmla="*/ 3745228 h 4629046"/>
                  <a:gd name="connsiteX6" fmla="*/ 8687061 w 11804048"/>
                  <a:gd name="connsiteY6" fmla="*/ 3346938 h 4629046"/>
                  <a:gd name="connsiteX7" fmla="*/ 6827493 w 11804048"/>
                  <a:gd name="connsiteY7" fmla="*/ 2917623 h 4629046"/>
                  <a:gd name="connsiteX8" fmla="*/ 4576790 w 11804048"/>
                  <a:gd name="connsiteY8" fmla="*/ 2417596 h 4629046"/>
                  <a:gd name="connsiteX9" fmla="*/ 3783470 w 11804048"/>
                  <a:gd name="connsiteY9" fmla="*/ 2096511 h 4629046"/>
                  <a:gd name="connsiteX10" fmla="*/ 3471621 w 11804048"/>
                  <a:gd name="connsiteY10" fmla="*/ 1700387 h 4629046"/>
                  <a:gd name="connsiteX11" fmla="*/ 4040063 w 11804048"/>
                  <a:gd name="connsiteY11" fmla="*/ 1141916 h 4629046"/>
                  <a:gd name="connsiteX12" fmla="*/ 5174543 w 11804048"/>
                  <a:gd name="connsiteY12" fmla="*/ 868452 h 4629046"/>
                  <a:gd name="connsiteX13" fmla="*/ 6135560 w 11804048"/>
                  <a:gd name="connsiteY13" fmla="*/ 531133 h 4629046"/>
                  <a:gd name="connsiteX14" fmla="*/ 5983239 w 11804048"/>
                  <a:gd name="connsiteY14" fmla="*/ 398731 h 4629046"/>
                  <a:gd name="connsiteX15" fmla="*/ 5566157 w 11804048"/>
                  <a:gd name="connsiteY15" fmla="*/ 282563 h 4629046"/>
                  <a:gd name="connsiteX16" fmla="*/ 4293290 w 11804048"/>
                  <a:gd name="connsiteY16" fmla="*/ 115527 h 4629046"/>
                  <a:gd name="connsiteX17" fmla="*/ 2483701 w 11804048"/>
                  <a:gd name="connsiteY17" fmla="*/ 0 h 4629046"/>
                  <a:gd name="connsiteX18" fmla="*/ 0 w 11804048"/>
                  <a:gd name="connsiteY18" fmla="*/ 306 h 4629046"/>
                  <a:gd name="connsiteX0" fmla="*/ 11803954 w 11803954"/>
                  <a:gd name="connsiteY0" fmla="*/ 4568506 h 4629046"/>
                  <a:gd name="connsiteX1" fmla="*/ 11800968 w 11803954"/>
                  <a:gd name="connsiteY1" fmla="*/ 4629046 h 4629046"/>
                  <a:gd name="connsiteX2" fmla="*/ 9480312 w 11803954"/>
                  <a:gd name="connsiteY2" fmla="*/ 4629046 h 4629046"/>
                  <a:gd name="connsiteX3" fmla="*/ 9473653 w 11803954"/>
                  <a:gd name="connsiteY3" fmla="*/ 4206291 h 4629046"/>
                  <a:gd name="connsiteX4" fmla="*/ 9259827 w 11803954"/>
                  <a:gd name="connsiteY4" fmla="*/ 3745228 h 4629046"/>
                  <a:gd name="connsiteX5" fmla="*/ 8687061 w 11803954"/>
                  <a:gd name="connsiteY5" fmla="*/ 3346938 h 4629046"/>
                  <a:gd name="connsiteX6" fmla="*/ 6827493 w 11803954"/>
                  <a:gd name="connsiteY6" fmla="*/ 2917623 h 4629046"/>
                  <a:gd name="connsiteX7" fmla="*/ 4576790 w 11803954"/>
                  <a:gd name="connsiteY7" fmla="*/ 2417596 h 4629046"/>
                  <a:gd name="connsiteX8" fmla="*/ 3783470 w 11803954"/>
                  <a:gd name="connsiteY8" fmla="*/ 2096511 h 4629046"/>
                  <a:gd name="connsiteX9" fmla="*/ 3471621 w 11803954"/>
                  <a:gd name="connsiteY9" fmla="*/ 1700387 h 4629046"/>
                  <a:gd name="connsiteX10" fmla="*/ 4040063 w 11803954"/>
                  <a:gd name="connsiteY10" fmla="*/ 1141916 h 4629046"/>
                  <a:gd name="connsiteX11" fmla="*/ 5174543 w 11803954"/>
                  <a:gd name="connsiteY11" fmla="*/ 868452 h 4629046"/>
                  <a:gd name="connsiteX12" fmla="*/ 6135560 w 11803954"/>
                  <a:gd name="connsiteY12" fmla="*/ 531133 h 4629046"/>
                  <a:gd name="connsiteX13" fmla="*/ 5983239 w 11803954"/>
                  <a:gd name="connsiteY13" fmla="*/ 398731 h 4629046"/>
                  <a:gd name="connsiteX14" fmla="*/ 5566157 w 11803954"/>
                  <a:gd name="connsiteY14" fmla="*/ 282563 h 4629046"/>
                  <a:gd name="connsiteX15" fmla="*/ 4293290 w 11803954"/>
                  <a:gd name="connsiteY15" fmla="*/ 115527 h 4629046"/>
                  <a:gd name="connsiteX16" fmla="*/ 2483701 w 11803954"/>
                  <a:gd name="connsiteY16" fmla="*/ 0 h 4629046"/>
                  <a:gd name="connsiteX17" fmla="*/ 0 w 11803954"/>
                  <a:gd name="connsiteY17" fmla="*/ 306 h 4629046"/>
                  <a:gd name="connsiteX0" fmla="*/ 11803954 w 11803954"/>
                  <a:gd name="connsiteY0" fmla="*/ 4568506 h 4629046"/>
                  <a:gd name="connsiteX1" fmla="*/ 9480312 w 11803954"/>
                  <a:gd name="connsiteY1" fmla="*/ 4629046 h 4629046"/>
                  <a:gd name="connsiteX2" fmla="*/ 9473653 w 11803954"/>
                  <a:gd name="connsiteY2" fmla="*/ 4206291 h 4629046"/>
                  <a:gd name="connsiteX3" fmla="*/ 9259827 w 11803954"/>
                  <a:gd name="connsiteY3" fmla="*/ 3745228 h 4629046"/>
                  <a:gd name="connsiteX4" fmla="*/ 8687061 w 11803954"/>
                  <a:gd name="connsiteY4" fmla="*/ 3346938 h 4629046"/>
                  <a:gd name="connsiteX5" fmla="*/ 6827493 w 11803954"/>
                  <a:gd name="connsiteY5" fmla="*/ 2917623 h 4629046"/>
                  <a:gd name="connsiteX6" fmla="*/ 4576790 w 11803954"/>
                  <a:gd name="connsiteY6" fmla="*/ 2417596 h 4629046"/>
                  <a:gd name="connsiteX7" fmla="*/ 3783470 w 11803954"/>
                  <a:gd name="connsiteY7" fmla="*/ 2096511 h 4629046"/>
                  <a:gd name="connsiteX8" fmla="*/ 3471621 w 11803954"/>
                  <a:gd name="connsiteY8" fmla="*/ 1700387 h 4629046"/>
                  <a:gd name="connsiteX9" fmla="*/ 4040063 w 11803954"/>
                  <a:gd name="connsiteY9" fmla="*/ 1141916 h 4629046"/>
                  <a:gd name="connsiteX10" fmla="*/ 5174543 w 11803954"/>
                  <a:gd name="connsiteY10" fmla="*/ 868452 h 4629046"/>
                  <a:gd name="connsiteX11" fmla="*/ 6135560 w 11803954"/>
                  <a:gd name="connsiteY11" fmla="*/ 531133 h 4629046"/>
                  <a:gd name="connsiteX12" fmla="*/ 5983239 w 11803954"/>
                  <a:gd name="connsiteY12" fmla="*/ 398731 h 4629046"/>
                  <a:gd name="connsiteX13" fmla="*/ 5566157 w 11803954"/>
                  <a:gd name="connsiteY13" fmla="*/ 282563 h 4629046"/>
                  <a:gd name="connsiteX14" fmla="*/ 4293290 w 11803954"/>
                  <a:gd name="connsiteY14" fmla="*/ 115527 h 4629046"/>
                  <a:gd name="connsiteX15" fmla="*/ 2483701 w 11803954"/>
                  <a:gd name="connsiteY15" fmla="*/ 0 h 4629046"/>
                  <a:gd name="connsiteX16" fmla="*/ 0 w 11803954"/>
                  <a:gd name="connsiteY16" fmla="*/ 306 h 4629046"/>
                  <a:gd name="connsiteX0" fmla="*/ 9480312 w 9480312"/>
                  <a:gd name="connsiteY0" fmla="*/ 4629046 h 4629046"/>
                  <a:gd name="connsiteX1" fmla="*/ 9473653 w 9480312"/>
                  <a:gd name="connsiteY1" fmla="*/ 4206291 h 4629046"/>
                  <a:gd name="connsiteX2" fmla="*/ 9259827 w 9480312"/>
                  <a:gd name="connsiteY2" fmla="*/ 3745228 h 4629046"/>
                  <a:gd name="connsiteX3" fmla="*/ 8687061 w 9480312"/>
                  <a:gd name="connsiteY3" fmla="*/ 3346938 h 4629046"/>
                  <a:gd name="connsiteX4" fmla="*/ 6827493 w 9480312"/>
                  <a:gd name="connsiteY4" fmla="*/ 2917623 h 4629046"/>
                  <a:gd name="connsiteX5" fmla="*/ 4576790 w 9480312"/>
                  <a:gd name="connsiteY5" fmla="*/ 2417596 h 4629046"/>
                  <a:gd name="connsiteX6" fmla="*/ 3783470 w 9480312"/>
                  <a:gd name="connsiteY6" fmla="*/ 2096511 h 4629046"/>
                  <a:gd name="connsiteX7" fmla="*/ 3471621 w 9480312"/>
                  <a:gd name="connsiteY7" fmla="*/ 1700387 h 4629046"/>
                  <a:gd name="connsiteX8" fmla="*/ 4040063 w 9480312"/>
                  <a:gd name="connsiteY8" fmla="*/ 1141916 h 4629046"/>
                  <a:gd name="connsiteX9" fmla="*/ 5174543 w 9480312"/>
                  <a:gd name="connsiteY9" fmla="*/ 868452 h 4629046"/>
                  <a:gd name="connsiteX10" fmla="*/ 6135560 w 9480312"/>
                  <a:gd name="connsiteY10" fmla="*/ 531133 h 4629046"/>
                  <a:gd name="connsiteX11" fmla="*/ 5983239 w 9480312"/>
                  <a:gd name="connsiteY11" fmla="*/ 398731 h 4629046"/>
                  <a:gd name="connsiteX12" fmla="*/ 5566157 w 9480312"/>
                  <a:gd name="connsiteY12" fmla="*/ 282563 h 4629046"/>
                  <a:gd name="connsiteX13" fmla="*/ 4293290 w 9480312"/>
                  <a:gd name="connsiteY13" fmla="*/ 115527 h 4629046"/>
                  <a:gd name="connsiteX14" fmla="*/ 2483701 w 9480312"/>
                  <a:gd name="connsiteY14" fmla="*/ 0 h 4629046"/>
                  <a:gd name="connsiteX15" fmla="*/ 0 w 9480312"/>
                  <a:gd name="connsiteY15" fmla="*/ 306 h 4629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480312" h="4629046">
                    <a:moveTo>
                      <a:pt x="9480312" y="4629046"/>
                    </a:moveTo>
                    <a:lnTo>
                      <a:pt x="9473653" y="4206291"/>
                    </a:lnTo>
                    <a:cubicBezTo>
                      <a:pt x="9439537" y="4034204"/>
                      <a:pt x="9367941" y="3878713"/>
                      <a:pt x="9259827" y="3745228"/>
                    </a:cubicBezTo>
                    <a:cubicBezTo>
                      <a:pt x="9124323" y="3578192"/>
                      <a:pt x="8931639" y="3444346"/>
                      <a:pt x="8687061" y="3346938"/>
                    </a:cubicBezTo>
                    <a:cubicBezTo>
                      <a:pt x="8322835" y="3202270"/>
                      <a:pt x="7595826" y="3064095"/>
                      <a:pt x="6827493" y="2917623"/>
                    </a:cubicBezTo>
                    <a:cubicBezTo>
                      <a:pt x="6075016" y="2774036"/>
                      <a:pt x="5222113" y="2611690"/>
                      <a:pt x="4576790" y="2417596"/>
                    </a:cubicBezTo>
                    <a:cubicBezTo>
                      <a:pt x="4225538" y="2311890"/>
                      <a:pt x="3966064" y="2206907"/>
                      <a:pt x="3783470" y="2096511"/>
                    </a:cubicBezTo>
                    <a:cubicBezTo>
                      <a:pt x="3576371" y="1971325"/>
                      <a:pt x="3471621" y="1837840"/>
                      <a:pt x="3471621" y="1700387"/>
                    </a:cubicBezTo>
                    <a:cubicBezTo>
                      <a:pt x="3471621" y="1469494"/>
                      <a:pt x="3657577" y="1286945"/>
                      <a:pt x="4040063" y="1141916"/>
                    </a:cubicBezTo>
                    <a:cubicBezTo>
                      <a:pt x="4369210" y="1017089"/>
                      <a:pt x="4796863" y="938081"/>
                      <a:pt x="5174543" y="868452"/>
                    </a:cubicBezTo>
                    <a:cubicBezTo>
                      <a:pt x="5690129" y="773209"/>
                      <a:pt x="6135560" y="690954"/>
                      <a:pt x="6135560" y="531133"/>
                    </a:cubicBezTo>
                    <a:cubicBezTo>
                      <a:pt x="6135560" y="486037"/>
                      <a:pt x="6084146" y="441662"/>
                      <a:pt x="5983239" y="398731"/>
                    </a:cubicBezTo>
                    <a:cubicBezTo>
                      <a:pt x="5888099" y="358685"/>
                      <a:pt x="5747790" y="319361"/>
                      <a:pt x="5566157" y="282563"/>
                    </a:cubicBezTo>
                    <a:cubicBezTo>
                      <a:pt x="5259112" y="220871"/>
                      <a:pt x="4830979" y="164231"/>
                      <a:pt x="4293290" y="115527"/>
                    </a:cubicBezTo>
                    <a:cubicBezTo>
                      <a:pt x="3491081" y="42606"/>
                      <a:pt x="2680043" y="7803"/>
                      <a:pt x="2483701" y="0"/>
                    </a:cubicBezTo>
                    <a:lnTo>
                      <a:pt x="0" y="306"/>
                    </a:lnTo>
                  </a:path>
                </a:pathLst>
              </a:custGeom>
              <a:noFill/>
              <a:ln w="6350">
                <a:solidFill>
                  <a:srgbClr val="242852"/>
                </a:solidFill>
              </a:ln>
              <a:effectLst/>
            </p:spPr>
            <p:txBody>
              <a:bodyPr wrap="square" anchor="ctr">
                <a:noAutofit/>
              </a:bodyPr>
              <a:lstStyle/>
              <a:p>
                <a:endParaRPr lang="en-US" sz="3266">
                  <a:latin typeface="Arial"/>
                </a:endParaRPr>
              </a:p>
            </p:txBody>
          </p:sp>
        </p:grpSp>
        <p:grpSp>
          <p:nvGrpSpPr>
            <p:cNvPr id="11" name="Gruppieren 35">
              <a:extLst>
                <a:ext uri="{FF2B5EF4-FFF2-40B4-BE49-F238E27FC236}">
                  <a16:creationId xmlns:a16="http://schemas.microsoft.com/office/drawing/2014/main" id="{A786E1CE-66EA-1830-C5D6-F5461BA60978}"/>
                </a:ext>
              </a:extLst>
            </p:cNvPr>
            <p:cNvGrpSpPr>
              <a:grpSpLocks/>
            </p:cNvGrpSpPr>
            <p:nvPr/>
          </p:nvGrpSpPr>
          <p:grpSpPr>
            <a:xfrm>
              <a:off x="407989" y="1727055"/>
              <a:ext cx="9978798" cy="4286001"/>
              <a:chOff x="-61913" y="1730810"/>
              <a:chExt cx="10692479" cy="4745963"/>
            </a:xfrm>
          </p:grpSpPr>
          <p:sp>
            <p:nvSpPr>
              <p:cNvPr id="12" name="Freeform 3">
                <a:extLst>
                  <a:ext uri="{FF2B5EF4-FFF2-40B4-BE49-F238E27FC236}">
                    <a16:creationId xmlns:a16="http://schemas.microsoft.com/office/drawing/2014/main" id="{0B5B42D9-4587-16B9-62A9-E4E74D0CDADC}"/>
                  </a:ext>
                </a:extLst>
              </p:cNvPr>
              <p:cNvSpPr>
                <a:spLocks/>
              </p:cNvSpPr>
              <p:nvPr/>
            </p:nvSpPr>
            <p:spPr bwMode="auto">
              <a:xfrm>
                <a:off x="2439855" y="1730906"/>
                <a:ext cx="8190711" cy="4745867"/>
              </a:xfrm>
              <a:custGeom>
                <a:avLst/>
                <a:gdLst>
                  <a:gd name="T0" fmla="*/ 0 w 17184"/>
                  <a:gd name="T1" fmla="*/ 0 h 13694"/>
                  <a:gd name="T2" fmla="*/ 0 w 17184"/>
                  <a:gd name="T3" fmla="*/ 0 h 13694"/>
                  <a:gd name="T4" fmla="*/ 9269 w 17184"/>
                  <a:gd name="T5" fmla="*/ 1455 h 13694"/>
                  <a:gd name="T6" fmla="*/ 9269 w 17184"/>
                  <a:gd name="T7" fmla="*/ 1455 h 13694"/>
                  <a:gd name="T8" fmla="*/ 4878 w 17184"/>
                  <a:gd name="T9" fmla="*/ 4361 h 13694"/>
                  <a:gd name="T10" fmla="*/ 4878 w 17184"/>
                  <a:gd name="T11" fmla="*/ 4361 h 13694"/>
                  <a:gd name="T12" fmla="*/ 10208 w 17184"/>
                  <a:gd name="T13" fmla="*/ 7887 h 13694"/>
                  <a:gd name="T14" fmla="*/ 10208 w 17184"/>
                  <a:gd name="T15" fmla="*/ 7887 h 13694"/>
                  <a:gd name="T16" fmla="*/ 17183 w 17184"/>
                  <a:gd name="T17" fmla="*/ 13693 h 13694"/>
                  <a:gd name="connsiteX0" fmla="*/ 0 w 17163"/>
                  <a:gd name="connsiteY0" fmla="*/ 0 h 13323"/>
                  <a:gd name="connsiteX1" fmla="*/ 0 w 17163"/>
                  <a:gd name="connsiteY1" fmla="*/ 0 h 13323"/>
                  <a:gd name="connsiteX2" fmla="*/ 9269 w 17163"/>
                  <a:gd name="connsiteY2" fmla="*/ 1455 h 13323"/>
                  <a:gd name="connsiteX3" fmla="*/ 9269 w 17163"/>
                  <a:gd name="connsiteY3" fmla="*/ 1455 h 13323"/>
                  <a:gd name="connsiteX4" fmla="*/ 4878 w 17163"/>
                  <a:gd name="connsiteY4" fmla="*/ 4361 h 13323"/>
                  <a:gd name="connsiteX5" fmla="*/ 4878 w 17163"/>
                  <a:gd name="connsiteY5" fmla="*/ 4361 h 13323"/>
                  <a:gd name="connsiteX6" fmla="*/ 10208 w 17163"/>
                  <a:gd name="connsiteY6" fmla="*/ 7887 h 13323"/>
                  <a:gd name="connsiteX7" fmla="*/ 10208 w 17163"/>
                  <a:gd name="connsiteY7" fmla="*/ 7887 h 13323"/>
                  <a:gd name="connsiteX8" fmla="*/ 17163 w 17163"/>
                  <a:gd name="connsiteY8" fmla="*/ 13323 h 13323"/>
                  <a:gd name="connsiteX0" fmla="*/ 0 w 17183"/>
                  <a:gd name="connsiteY0" fmla="*/ 0 h 13184"/>
                  <a:gd name="connsiteX1" fmla="*/ 0 w 17183"/>
                  <a:gd name="connsiteY1" fmla="*/ 0 h 13184"/>
                  <a:gd name="connsiteX2" fmla="*/ 9269 w 17183"/>
                  <a:gd name="connsiteY2" fmla="*/ 1455 h 13184"/>
                  <a:gd name="connsiteX3" fmla="*/ 9269 w 17183"/>
                  <a:gd name="connsiteY3" fmla="*/ 1455 h 13184"/>
                  <a:gd name="connsiteX4" fmla="*/ 4878 w 17183"/>
                  <a:gd name="connsiteY4" fmla="*/ 4361 h 13184"/>
                  <a:gd name="connsiteX5" fmla="*/ 4878 w 17183"/>
                  <a:gd name="connsiteY5" fmla="*/ 4361 h 13184"/>
                  <a:gd name="connsiteX6" fmla="*/ 10208 w 17183"/>
                  <a:gd name="connsiteY6" fmla="*/ 7887 h 13184"/>
                  <a:gd name="connsiteX7" fmla="*/ 10208 w 17183"/>
                  <a:gd name="connsiteY7" fmla="*/ 7887 h 13184"/>
                  <a:gd name="connsiteX8" fmla="*/ 17183 w 17183"/>
                  <a:gd name="connsiteY8" fmla="*/ 13184 h 13184"/>
                  <a:gd name="connsiteX0" fmla="*/ 0 w 17183"/>
                  <a:gd name="connsiteY0" fmla="*/ 0 h 13184"/>
                  <a:gd name="connsiteX1" fmla="*/ 0 w 17183"/>
                  <a:gd name="connsiteY1" fmla="*/ 0 h 13184"/>
                  <a:gd name="connsiteX2" fmla="*/ 9269 w 17183"/>
                  <a:gd name="connsiteY2" fmla="*/ 1455 h 13184"/>
                  <a:gd name="connsiteX3" fmla="*/ 9269 w 17183"/>
                  <a:gd name="connsiteY3" fmla="*/ 1455 h 13184"/>
                  <a:gd name="connsiteX4" fmla="*/ 4878 w 17183"/>
                  <a:gd name="connsiteY4" fmla="*/ 4361 h 13184"/>
                  <a:gd name="connsiteX5" fmla="*/ 4878 w 17183"/>
                  <a:gd name="connsiteY5" fmla="*/ 4361 h 13184"/>
                  <a:gd name="connsiteX6" fmla="*/ 10208 w 17183"/>
                  <a:gd name="connsiteY6" fmla="*/ 7887 h 13184"/>
                  <a:gd name="connsiteX7" fmla="*/ 10208 w 17183"/>
                  <a:gd name="connsiteY7" fmla="*/ 7887 h 13184"/>
                  <a:gd name="connsiteX8" fmla="*/ 17183 w 17183"/>
                  <a:gd name="connsiteY8" fmla="*/ 13184 h 13184"/>
                  <a:gd name="connsiteX0" fmla="*/ 0 w 17044"/>
                  <a:gd name="connsiteY0" fmla="*/ 0 h 13184"/>
                  <a:gd name="connsiteX1" fmla="*/ 0 w 17044"/>
                  <a:gd name="connsiteY1" fmla="*/ 0 h 13184"/>
                  <a:gd name="connsiteX2" fmla="*/ 9269 w 17044"/>
                  <a:gd name="connsiteY2" fmla="*/ 1455 h 13184"/>
                  <a:gd name="connsiteX3" fmla="*/ 9269 w 17044"/>
                  <a:gd name="connsiteY3" fmla="*/ 1455 h 13184"/>
                  <a:gd name="connsiteX4" fmla="*/ 4878 w 17044"/>
                  <a:gd name="connsiteY4" fmla="*/ 4361 h 13184"/>
                  <a:gd name="connsiteX5" fmla="*/ 4878 w 17044"/>
                  <a:gd name="connsiteY5" fmla="*/ 4361 h 13184"/>
                  <a:gd name="connsiteX6" fmla="*/ 10208 w 17044"/>
                  <a:gd name="connsiteY6" fmla="*/ 7887 h 13184"/>
                  <a:gd name="connsiteX7" fmla="*/ 10208 w 17044"/>
                  <a:gd name="connsiteY7" fmla="*/ 7887 h 13184"/>
                  <a:gd name="connsiteX8" fmla="*/ 17044 w 17044"/>
                  <a:gd name="connsiteY8" fmla="*/ 13184 h 13184"/>
                  <a:gd name="connsiteX0" fmla="*/ 0 w 17044"/>
                  <a:gd name="connsiteY0" fmla="*/ 0 h 13184"/>
                  <a:gd name="connsiteX1" fmla="*/ 0 w 17044"/>
                  <a:gd name="connsiteY1" fmla="*/ 0 h 13184"/>
                  <a:gd name="connsiteX2" fmla="*/ 9269 w 17044"/>
                  <a:gd name="connsiteY2" fmla="*/ 1455 h 13184"/>
                  <a:gd name="connsiteX3" fmla="*/ 9269 w 17044"/>
                  <a:gd name="connsiteY3" fmla="*/ 1455 h 13184"/>
                  <a:gd name="connsiteX4" fmla="*/ 4878 w 17044"/>
                  <a:gd name="connsiteY4" fmla="*/ 4361 h 13184"/>
                  <a:gd name="connsiteX5" fmla="*/ 4878 w 17044"/>
                  <a:gd name="connsiteY5" fmla="*/ 4361 h 13184"/>
                  <a:gd name="connsiteX6" fmla="*/ 10208 w 17044"/>
                  <a:gd name="connsiteY6" fmla="*/ 7887 h 13184"/>
                  <a:gd name="connsiteX7" fmla="*/ 10218 w 17044"/>
                  <a:gd name="connsiteY7" fmla="*/ 7748 h 13184"/>
                  <a:gd name="connsiteX8" fmla="*/ 17044 w 17044"/>
                  <a:gd name="connsiteY8" fmla="*/ 13184 h 13184"/>
                  <a:gd name="connsiteX0" fmla="*/ 0 w 17044"/>
                  <a:gd name="connsiteY0" fmla="*/ 0 h 13184"/>
                  <a:gd name="connsiteX1" fmla="*/ 0 w 17044"/>
                  <a:gd name="connsiteY1" fmla="*/ 0 h 13184"/>
                  <a:gd name="connsiteX2" fmla="*/ 9269 w 17044"/>
                  <a:gd name="connsiteY2" fmla="*/ 1455 h 13184"/>
                  <a:gd name="connsiteX3" fmla="*/ 9269 w 17044"/>
                  <a:gd name="connsiteY3" fmla="*/ 1455 h 13184"/>
                  <a:gd name="connsiteX4" fmla="*/ 4878 w 17044"/>
                  <a:gd name="connsiteY4" fmla="*/ 4361 h 13184"/>
                  <a:gd name="connsiteX5" fmla="*/ 4878 w 17044"/>
                  <a:gd name="connsiteY5" fmla="*/ 4361 h 13184"/>
                  <a:gd name="connsiteX6" fmla="*/ 10208 w 17044"/>
                  <a:gd name="connsiteY6" fmla="*/ 7887 h 13184"/>
                  <a:gd name="connsiteX7" fmla="*/ 10218 w 17044"/>
                  <a:gd name="connsiteY7" fmla="*/ 7748 h 13184"/>
                  <a:gd name="connsiteX8" fmla="*/ 17044 w 17044"/>
                  <a:gd name="connsiteY8" fmla="*/ 13184 h 13184"/>
                  <a:gd name="connsiteX0" fmla="*/ 0 w 17044"/>
                  <a:gd name="connsiteY0" fmla="*/ 0 h 13184"/>
                  <a:gd name="connsiteX1" fmla="*/ 0 w 17044"/>
                  <a:gd name="connsiteY1" fmla="*/ 0 h 13184"/>
                  <a:gd name="connsiteX2" fmla="*/ 9269 w 17044"/>
                  <a:gd name="connsiteY2" fmla="*/ 1455 h 13184"/>
                  <a:gd name="connsiteX3" fmla="*/ 9269 w 17044"/>
                  <a:gd name="connsiteY3" fmla="*/ 1455 h 13184"/>
                  <a:gd name="connsiteX4" fmla="*/ 4878 w 17044"/>
                  <a:gd name="connsiteY4" fmla="*/ 4361 h 13184"/>
                  <a:gd name="connsiteX5" fmla="*/ 4878 w 17044"/>
                  <a:gd name="connsiteY5" fmla="*/ 4361 h 13184"/>
                  <a:gd name="connsiteX6" fmla="*/ 10218 w 17044"/>
                  <a:gd name="connsiteY6" fmla="*/ 7748 h 13184"/>
                  <a:gd name="connsiteX7" fmla="*/ 17044 w 17044"/>
                  <a:gd name="connsiteY7" fmla="*/ 13184 h 13184"/>
                  <a:gd name="connsiteX0" fmla="*/ 0 w 17044"/>
                  <a:gd name="connsiteY0" fmla="*/ 0 h 13184"/>
                  <a:gd name="connsiteX1" fmla="*/ 0 w 17044"/>
                  <a:gd name="connsiteY1" fmla="*/ 0 h 13184"/>
                  <a:gd name="connsiteX2" fmla="*/ 9269 w 17044"/>
                  <a:gd name="connsiteY2" fmla="*/ 1455 h 13184"/>
                  <a:gd name="connsiteX3" fmla="*/ 9269 w 17044"/>
                  <a:gd name="connsiteY3" fmla="*/ 1455 h 13184"/>
                  <a:gd name="connsiteX4" fmla="*/ 4878 w 17044"/>
                  <a:gd name="connsiteY4" fmla="*/ 4361 h 13184"/>
                  <a:gd name="connsiteX5" fmla="*/ 4878 w 17044"/>
                  <a:gd name="connsiteY5" fmla="*/ 4361 h 13184"/>
                  <a:gd name="connsiteX6" fmla="*/ 10218 w 17044"/>
                  <a:gd name="connsiteY6" fmla="*/ 7748 h 13184"/>
                  <a:gd name="connsiteX7" fmla="*/ 17044 w 17044"/>
                  <a:gd name="connsiteY7" fmla="*/ 13184 h 13184"/>
                  <a:gd name="connsiteX0" fmla="*/ 0 w 17044"/>
                  <a:gd name="connsiteY0" fmla="*/ 0 h 13184"/>
                  <a:gd name="connsiteX1" fmla="*/ 0 w 17044"/>
                  <a:gd name="connsiteY1" fmla="*/ 0 h 13184"/>
                  <a:gd name="connsiteX2" fmla="*/ 9269 w 17044"/>
                  <a:gd name="connsiteY2" fmla="*/ 1455 h 13184"/>
                  <a:gd name="connsiteX3" fmla="*/ 9269 w 17044"/>
                  <a:gd name="connsiteY3" fmla="*/ 1455 h 13184"/>
                  <a:gd name="connsiteX4" fmla="*/ 4878 w 17044"/>
                  <a:gd name="connsiteY4" fmla="*/ 4361 h 13184"/>
                  <a:gd name="connsiteX5" fmla="*/ 5165 w 17044"/>
                  <a:gd name="connsiteY5" fmla="*/ 5962 h 13184"/>
                  <a:gd name="connsiteX6" fmla="*/ 10218 w 17044"/>
                  <a:gd name="connsiteY6" fmla="*/ 7748 h 13184"/>
                  <a:gd name="connsiteX7" fmla="*/ 17044 w 17044"/>
                  <a:gd name="connsiteY7" fmla="*/ 13184 h 13184"/>
                  <a:gd name="connsiteX0" fmla="*/ 0 w 17044"/>
                  <a:gd name="connsiteY0" fmla="*/ 0 h 13184"/>
                  <a:gd name="connsiteX1" fmla="*/ 0 w 17044"/>
                  <a:gd name="connsiteY1" fmla="*/ 0 h 13184"/>
                  <a:gd name="connsiteX2" fmla="*/ 9269 w 17044"/>
                  <a:gd name="connsiteY2" fmla="*/ 1455 h 13184"/>
                  <a:gd name="connsiteX3" fmla="*/ 9269 w 17044"/>
                  <a:gd name="connsiteY3" fmla="*/ 1455 h 13184"/>
                  <a:gd name="connsiteX4" fmla="*/ 4878 w 17044"/>
                  <a:gd name="connsiteY4" fmla="*/ 4361 h 13184"/>
                  <a:gd name="connsiteX5" fmla="*/ 10218 w 17044"/>
                  <a:gd name="connsiteY5" fmla="*/ 7748 h 13184"/>
                  <a:gd name="connsiteX6" fmla="*/ 17044 w 17044"/>
                  <a:gd name="connsiteY6" fmla="*/ 13184 h 13184"/>
                  <a:gd name="connsiteX0" fmla="*/ 0 w 17044"/>
                  <a:gd name="connsiteY0" fmla="*/ 0 h 13184"/>
                  <a:gd name="connsiteX1" fmla="*/ 0 w 17044"/>
                  <a:gd name="connsiteY1" fmla="*/ 0 h 13184"/>
                  <a:gd name="connsiteX2" fmla="*/ 9269 w 17044"/>
                  <a:gd name="connsiteY2" fmla="*/ 1455 h 13184"/>
                  <a:gd name="connsiteX3" fmla="*/ 9269 w 17044"/>
                  <a:gd name="connsiteY3" fmla="*/ 1455 h 13184"/>
                  <a:gd name="connsiteX4" fmla="*/ 4878 w 17044"/>
                  <a:gd name="connsiteY4" fmla="*/ 4361 h 13184"/>
                  <a:gd name="connsiteX5" fmla="*/ 10218 w 17044"/>
                  <a:gd name="connsiteY5" fmla="*/ 7748 h 13184"/>
                  <a:gd name="connsiteX6" fmla="*/ 17044 w 17044"/>
                  <a:gd name="connsiteY6" fmla="*/ 13184 h 13184"/>
                  <a:gd name="connsiteX0" fmla="*/ 0 w 17044"/>
                  <a:gd name="connsiteY0" fmla="*/ 0 h 13184"/>
                  <a:gd name="connsiteX1" fmla="*/ 0 w 17044"/>
                  <a:gd name="connsiteY1" fmla="*/ 0 h 13184"/>
                  <a:gd name="connsiteX2" fmla="*/ 9269 w 17044"/>
                  <a:gd name="connsiteY2" fmla="*/ 1455 h 13184"/>
                  <a:gd name="connsiteX3" fmla="*/ 9269 w 17044"/>
                  <a:gd name="connsiteY3" fmla="*/ 1455 h 13184"/>
                  <a:gd name="connsiteX4" fmla="*/ 4878 w 17044"/>
                  <a:gd name="connsiteY4" fmla="*/ 4361 h 13184"/>
                  <a:gd name="connsiteX5" fmla="*/ 10218 w 17044"/>
                  <a:gd name="connsiteY5" fmla="*/ 7748 h 13184"/>
                  <a:gd name="connsiteX6" fmla="*/ 17044 w 17044"/>
                  <a:gd name="connsiteY6" fmla="*/ 13184 h 13184"/>
                  <a:gd name="connsiteX0" fmla="*/ 0 w 17044"/>
                  <a:gd name="connsiteY0" fmla="*/ 0 h 13184"/>
                  <a:gd name="connsiteX1" fmla="*/ 0 w 17044"/>
                  <a:gd name="connsiteY1" fmla="*/ 0 h 13184"/>
                  <a:gd name="connsiteX2" fmla="*/ 9269 w 17044"/>
                  <a:gd name="connsiteY2" fmla="*/ 1455 h 13184"/>
                  <a:gd name="connsiteX3" fmla="*/ 9269 w 17044"/>
                  <a:gd name="connsiteY3" fmla="*/ 1455 h 13184"/>
                  <a:gd name="connsiteX4" fmla="*/ 4878 w 17044"/>
                  <a:gd name="connsiteY4" fmla="*/ 4361 h 13184"/>
                  <a:gd name="connsiteX5" fmla="*/ 10218 w 17044"/>
                  <a:gd name="connsiteY5" fmla="*/ 7748 h 13184"/>
                  <a:gd name="connsiteX6" fmla="*/ 17044 w 17044"/>
                  <a:gd name="connsiteY6" fmla="*/ 13184 h 131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044" h="13184">
                    <a:moveTo>
                      <a:pt x="0" y="0"/>
                    </a:moveTo>
                    <a:lnTo>
                      <a:pt x="0" y="0"/>
                    </a:lnTo>
                    <a:cubicBezTo>
                      <a:pt x="0" y="0"/>
                      <a:pt x="7668" y="142"/>
                      <a:pt x="9269" y="1455"/>
                    </a:cubicBezTo>
                    <a:lnTo>
                      <a:pt x="9269" y="1455"/>
                    </a:lnTo>
                    <a:cubicBezTo>
                      <a:pt x="10869" y="2767"/>
                      <a:pt x="6836" y="3122"/>
                      <a:pt x="4878" y="4361"/>
                    </a:cubicBezTo>
                    <a:cubicBezTo>
                      <a:pt x="2350" y="6085"/>
                      <a:pt x="8022" y="7085"/>
                      <a:pt x="10218" y="7748"/>
                    </a:cubicBezTo>
                    <a:cubicBezTo>
                      <a:pt x="16212" y="9335"/>
                      <a:pt x="17004" y="10667"/>
                      <a:pt x="17044" y="13184"/>
                    </a:cubicBezTo>
                  </a:path>
                </a:pathLst>
              </a:custGeom>
              <a:noFill/>
              <a:ln w="38100" cap="flat">
                <a:solidFill>
                  <a:srgbClr val="FFFFFF"/>
                </a:solidFill>
                <a:prstDash val="dash"/>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en-US" sz="3266" dirty="0">
                  <a:latin typeface="Arial"/>
                </a:endParaRPr>
              </a:p>
            </p:txBody>
          </p:sp>
          <p:cxnSp>
            <p:nvCxnSpPr>
              <p:cNvPr id="13" name="Straight Connector 9">
                <a:extLst>
                  <a:ext uri="{FF2B5EF4-FFF2-40B4-BE49-F238E27FC236}">
                    <a16:creationId xmlns:a16="http://schemas.microsoft.com/office/drawing/2014/main" id="{2B56483F-1384-9685-ED99-D68B025B0714}"/>
                  </a:ext>
                </a:extLst>
              </p:cNvPr>
              <p:cNvCxnSpPr>
                <a:cxnSpLocks/>
              </p:cNvCxnSpPr>
              <p:nvPr/>
            </p:nvCxnSpPr>
            <p:spPr>
              <a:xfrm flipH="1">
                <a:off x="-61913" y="1730810"/>
                <a:ext cx="2376409" cy="1684"/>
              </a:xfrm>
              <a:prstGeom prst="line">
                <a:avLst/>
              </a:prstGeom>
              <a:ln w="38100">
                <a:solidFill>
                  <a:srgbClr val="FFFFFF"/>
                </a:solidFill>
                <a:prstDash val="dash"/>
              </a:ln>
            </p:spPr>
            <p:style>
              <a:lnRef idx="1">
                <a:srgbClr val="242852"/>
              </a:lnRef>
              <a:fillRef idx="0">
                <a:srgbClr val="242852"/>
              </a:fillRef>
              <a:effectRef idx="0">
                <a:srgbClr val="242852"/>
              </a:effectRef>
              <a:fontRef idx="minor">
                <a:srgbClr val="000000"/>
              </a:fontRef>
            </p:style>
          </p:cxnSp>
        </p:grpSp>
        <p:sp>
          <p:nvSpPr>
            <p:cNvPr id="14" name="Rectangle 3">
              <a:extLst>
                <a:ext uri="{FF2B5EF4-FFF2-40B4-BE49-F238E27FC236}">
                  <a16:creationId xmlns:a16="http://schemas.microsoft.com/office/drawing/2014/main" id="{2274751C-DAE5-0331-2C5E-6835E6F33523}"/>
                </a:ext>
              </a:extLst>
            </p:cNvPr>
            <p:cNvSpPr>
              <a:spLocks/>
            </p:cNvSpPr>
            <p:nvPr/>
          </p:nvSpPr>
          <p:spPr bwMode="gray">
            <a:xfrm flipH="1">
              <a:off x="8194512" y="1691362"/>
              <a:ext cx="1821778" cy="736411"/>
            </a:xfrm>
            <a:prstGeom prst="rect">
              <a:avLst/>
            </a:prstGeom>
            <a:noFill/>
            <a:ln w="9525" algn="ctr">
              <a:noFill/>
              <a:miter lim="800000"/>
              <a:headEnd/>
              <a:tailEnd/>
            </a:ln>
            <a:effectLst/>
          </p:spPr>
          <p:txBody>
            <a:bodyPr wrap="square" lIns="0" tIns="0" rIns="0" bIns="0" anchor="t">
              <a:spAutoFit/>
            </a:bodyPr>
            <a:lstStyle/>
            <a:p>
              <a:pPr marR="0" lvl="0" fontAlgn="auto">
                <a:lnSpc>
                  <a:spcPct val="100000"/>
                </a:lnSpc>
                <a:spcAft>
                  <a:spcPts val="0"/>
                </a:spcAft>
                <a:buClr>
                  <a:srgbClr val="000000"/>
                </a:buClr>
                <a:buSzTx/>
                <a:tabLst/>
                <a:defRPr>
                  <a:latin typeface="Arial"/>
                </a:defRPr>
              </a:pPr>
              <a:r>
                <a:rPr lang="en-US" sz="2000" dirty="0">
                  <a:latin typeface="Arial"/>
                </a:rPr>
                <a:t>Sample text</a:t>
              </a:r>
            </a:p>
            <a:p>
              <a:pPr marR="0" lvl="0" indent="0" fontAlgn="auto">
                <a:lnSpc>
                  <a:spcPct val="100000"/>
                </a:lnSpc>
                <a:spcBef>
                  <a:spcPts val="0"/>
                </a:spcBef>
                <a:spcAft>
                  <a:spcPts val="0"/>
                </a:spcAft>
                <a:buClrTx/>
                <a:buSzTx/>
                <a:buFontTx/>
                <a:buNone/>
                <a:tabLst/>
                <a:defRPr>
                  <a:latin typeface="Arial"/>
                </a:defRPr>
              </a:pPr>
              <a:r>
                <a:rPr lang="en-US" sz="1400" dirty="0">
                  <a:latin typeface="Arial"/>
                </a:rPr>
                <a:t>Lorem ipsum dolor sit </a:t>
              </a:r>
              <a:br>
                <a:rPr lang="en-US" sz="1400" dirty="0">
                  <a:latin typeface="Arial"/>
                </a:rPr>
              </a:br>
              <a:r>
                <a:rPr lang="en-US" sz="1400" dirty="0" err="1">
                  <a:latin typeface="Arial"/>
                </a:rPr>
                <a:t>sadipscing</a:t>
              </a:r>
              <a:r>
                <a:rPr lang="en-US" sz="1400" dirty="0">
                  <a:latin typeface="Arial"/>
                </a:rPr>
                <a:t> </a:t>
              </a:r>
              <a:r>
                <a:rPr lang="en-US" sz="1400" dirty="0" err="1">
                  <a:latin typeface="Arial"/>
                </a:rPr>
                <a:t>elitr</a:t>
              </a:r>
              <a:r>
                <a:rPr lang="en-US" sz="1400" dirty="0">
                  <a:latin typeface="Arial"/>
                </a:rPr>
                <a:t> sed</a:t>
              </a:r>
            </a:p>
          </p:txBody>
        </p:sp>
        <p:sp>
          <p:nvSpPr>
            <p:cNvPr id="15" name="Rectangle 3">
              <a:extLst>
                <a:ext uri="{FF2B5EF4-FFF2-40B4-BE49-F238E27FC236}">
                  <a16:creationId xmlns:a16="http://schemas.microsoft.com/office/drawing/2014/main" id="{9600CF76-E65D-E11C-D356-84A0400C0CC5}"/>
                </a:ext>
              </a:extLst>
            </p:cNvPr>
            <p:cNvSpPr>
              <a:spLocks/>
            </p:cNvSpPr>
            <p:nvPr/>
          </p:nvSpPr>
          <p:spPr bwMode="gray">
            <a:xfrm flipH="1">
              <a:off x="1743498" y="2634818"/>
              <a:ext cx="1821778" cy="736411"/>
            </a:xfrm>
            <a:prstGeom prst="rect">
              <a:avLst/>
            </a:prstGeom>
            <a:noFill/>
            <a:ln w="9525" algn="ctr">
              <a:noFill/>
              <a:miter lim="800000"/>
              <a:headEnd/>
              <a:tailEnd/>
            </a:ln>
            <a:effectLst/>
          </p:spPr>
          <p:txBody>
            <a:bodyPr wrap="square" lIns="0" tIns="0" rIns="0" bIns="0" anchor="t">
              <a:spAutoFit/>
            </a:bodyPr>
            <a:lstStyle/>
            <a:p>
              <a:pPr marR="0" lvl="0" algn="r" fontAlgn="auto">
                <a:lnSpc>
                  <a:spcPct val="100000"/>
                </a:lnSpc>
                <a:spcAft>
                  <a:spcPts val="0"/>
                </a:spcAft>
                <a:buClr>
                  <a:srgbClr val="000000"/>
                </a:buClr>
                <a:buSzTx/>
                <a:tabLst/>
                <a:defRPr>
                  <a:latin typeface="Arial"/>
                </a:defRPr>
              </a:pPr>
              <a:r>
                <a:rPr lang="en-US" sz="2000" dirty="0">
                  <a:latin typeface="Arial"/>
                </a:rPr>
                <a:t>Sample text</a:t>
              </a:r>
            </a:p>
            <a:p>
              <a:pPr marR="0" lvl="0" indent="0" algn="r" fontAlgn="auto">
                <a:lnSpc>
                  <a:spcPct val="100000"/>
                </a:lnSpc>
                <a:spcBef>
                  <a:spcPts val="0"/>
                </a:spcBef>
                <a:spcAft>
                  <a:spcPts val="0"/>
                </a:spcAft>
                <a:buClrTx/>
                <a:buSzTx/>
                <a:buFontTx/>
                <a:buNone/>
                <a:tabLst/>
                <a:defRPr>
                  <a:latin typeface="Arial"/>
                </a:defRPr>
              </a:pPr>
              <a:r>
                <a:rPr lang="en-US" sz="1400" dirty="0">
                  <a:latin typeface="Arial"/>
                </a:rPr>
                <a:t>Lorem ipsum dolor sit </a:t>
              </a:r>
              <a:br>
                <a:rPr lang="en-US" sz="1400" dirty="0">
                  <a:latin typeface="Arial"/>
                </a:rPr>
              </a:br>
              <a:r>
                <a:rPr lang="en-US" sz="1400" dirty="0" err="1">
                  <a:latin typeface="Arial"/>
                </a:rPr>
                <a:t>sadipscing</a:t>
              </a:r>
              <a:r>
                <a:rPr lang="en-US" sz="1400" dirty="0">
                  <a:latin typeface="Arial"/>
                </a:rPr>
                <a:t> </a:t>
              </a:r>
              <a:r>
                <a:rPr lang="en-US" sz="1400" dirty="0" err="1">
                  <a:latin typeface="Arial"/>
                </a:rPr>
                <a:t>elitr</a:t>
              </a:r>
              <a:r>
                <a:rPr lang="en-US" sz="1400" dirty="0">
                  <a:latin typeface="Arial"/>
                </a:rPr>
                <a:t> sed</a:t>
              </a:r>
            </a:p>
          </p:txBody>
        </p:sp>
        <p:sp>
          <p:nvSpPr>
            <p:cNvPr id="16" name="Rectangle 3">
              <a:extLst>
                <a:ext uri="{FF2B5EF4-FFF2-40B4-BE49-F238E27FC236}">
                  <a16:creationId xmlns:a16="http://schemas.microsoft.com/office/drawing/2014/main" id="{08A6C0F6-2E8D-42EB-1D24-4C9FEE7C8507}"/>
                </a:ext>
              </a:extLst>
            </p:cNvPr>
            <p:cNvSpPr>
              <a:spLocks/>
            </p:cNvSpPr>
            <p:nvPr/>
          </p:nvSpPr>
          <p:spPr bwMode="gray">
            <a:xfrm flipH="1">
              <a:off x="4358564" y="4393324"/>
              <a:ext cx="1821778" cy="736411"/>
            </a:xfrm>
            <a:prstGeom prst="rect">
              <a:avLst/>
            </a:prstGeom>
            <a:noFill/>
            <a:ln w="9525" algn="ctr">
              <a:noFill/>
              <a:miter lim="800000"/>
              <a:headEnd/>
              <a:tailEnd/>
            </a:ln>
            <a:effectLst/>
          </p:spPr>
          <p:txBody>
            <a:bodyPr wrap="square" lIns="0" tIns="0" rIns="0" bIns="0" anchor="t">
              <a:spAutoFit/>
            </a:bodyPr>
            <a:lstStyle/>
            <a:p>
              <a:pPr marR="0" lvl="0" algn="r" fontAlgn="auto">
                <a:lnSpc>
                  <a:spcPct val="100000"/>
                </a:lnSpc>
                <a:spcAft>
                  <a:spcPts val="0"/>
                </a:spcAft>
                <a:buClr>
                  <a:srgbClr val="000000"/>
                </a:buClr>
                <a:buSzTx/>
                <a:tabLst/>
                <a:defRPr>
                  <a:latin typeface="Arial"/>
                </a:defRPr>
              </a:pPr>
              <a:r>
                <a:rPr lang="en-US" sz="2000" dirty="0">
                  <a:latin typeface="Arial"/>
                </a:rPr>
                <a:t>Sample text</a:t>
              </a:r>
            </a:p>
            <a:p>
              <a:pPr marR="0" lvl="0" indent="0" algn="r" fontAlgn="auto">
                <a:lnSpc>
                  <a:spcPct val="100000"/>
                </a:lnSpc>
                <a:spcBef>
                  <a:spcPts val="0"/>
                </a:spcBef>
                <a:spcAft>
                  <a:spcPts val="0"/>
                </a:spcAft>
                <a:buClrTx/>
                <a:buSzTx/>
                <a:buFontTx/>
                <a:buNone/>
                <a:tabLst/>
                <a:defRPr>
                  <a:latin typeface="Arial"/>
                </a:defRPr>
              </a:pPr>
              <a:r>
                <a:rPr lang="en-US" sz="1400" dirty="0">
                  <a:latin typeface="Arial"/>
                </a:rPr>
                <a:t>Lorem ipsum dolor sit </a:t>
              </a:r>
              <a:br>
                <a:rPr lang="en-US" sz="1400" dirty="0">
                  <a:latin typeface="Arial"/>
                </a:rPr>
              </a:br>
              <a:r>
                <a:rPr lang="en-US" sz="1400" dirty="0" err="1">
                  <a:latin typeface="Arial"/>
                </a:rPr>
                <a:t>sadipscing</a:t>
              </a:r>
              <a:r>
                <a:rPr lang="en-US" sz="1400" dirty="0">
                  <a:latin typeface="Arial"/>
                </a:rPr>
                <a:t> </a:t>
              </a:r>
              <a:r>
                <a:rPr lang="en-US" sz="1400" dirty="0" err="1">
                  <a:latin typeface="Arial"/>
                </a:rPr>
                <a:t>elitr</a:t>
              </a:r>
              <a:r>
                <a:rPr lang="en-US" sz="1400" dirty="0">
                  <a:latin typeface="Arial"/>
                </a:rPr>
                <a:t> sed</a:t>
              </a:r>
            </a:p>
          </p:txBody>
        </p:sp>
        <p:sp>
          <p:nvSpPr>
            <p:cNvPr id="17" name="Rectangle 3">
              <a:extLst>
                <a:ext uri="{FF2B5EF4-FFF2-40B4-BE49-F238E27FC236}">
                  <a16:creationId xmlns:a16="http://schemas.microsoft.com/office/drawing/2014/main" id="{5E5901B4-F183-5724-1A9F-3F056B2BE092}"/>
                </a:ext>
              </a:extLst>
            </p:cNvPr>
            <p:cNvSpPr>
              <a:spLocks/>
            </p:cNvSpPr>
            <p:nvPr/>
          </p:nvSpPr>
          <p:spPr bwMode="gray">
            <a:xfrm flipH="1">
              <a:off x="6822259" y="4922221"/>
              <a:ext cx="1821778" cy="736411"/>
            </a:xfrm>
            <a:prstGeom prst="rect">
              <a:avLst/>
            </a:prstGeom>
            <a:noFill/>
            <a:ln w="9525" algn="ctr">
              <a:noFill/>
              <a:miter lim="800000"/>
              <a:headEnd/>
              <a:tailEnd/>
            </a:ln>
            <a:effectLst/>
          </p:spPr>
          <p:txBody>
            <a:bodyPr wrap="square" lIns="0" tIns="0" rIns="0" bIns="0" anchor="t">
              <a:spAutoFit/>
            </a:bodyPr>
            <a:lstStyle/>
            <a:p>
              <a:pPr marR="0" lvl="0" algn="r" fontAlgn="auto">
                <a:lnSpc>
                  <a:spcPct val="100000"/>
                </a:lnSpc>
                <a:spcAft>
                  <a:spcPts val="0"/>
                </a:spcAft>
                <a:buClr>
                  <a:srgbClr val="000000"/>
                </a:buClr>
                <a:buSzTx/>
                <a:tabLst/>
                <a:defRPr>
                  <a:latin typeface="Arial"/>
                </a:defRPr>
              </a:pPr>
              <a:r>
                <a:rPr lang="en-US" sz="2000" dirty="0">
                  <a:latin typeface="Arial"/>
                </a:rPr>
                <a:t>Sample text</a:t>
              </a:r>
            </a:p>
            <a:p>
              <a:pPr marR="0" lvl="0" indent="0" algn="r" fontAlgn="auto">
                <a:lnSpc>
                  <a:spcPct val="100000"/>
                </a:lnSpc>
                <a:spcBef>
                  <a:spcPts val="0"/>
                </a:spcBef>
                <a:spcAft>
                  <a:spcPts val="0"/>
                </a:spcAft>
                <a:buClrTx/>
                <a:buSzTx/>
                <a:buFontTx/>
                <a:buNone/>
                <a:tabLst/>
                <a:defRPr>
                  <a:latin typeface="Arial"/>
                </a:defRPr>
              </a:pPr>
              <a:r>
                <a:rPr lang="en-US" sz="1400" dirty="0">
                  <a:latin typeface="Arial"/>
                </a:rPr>
                <a:t>Lorem ipsum dolor sit </a:t>
              </a:r>
              <a:br>
                <a:rPr lang="en-US" sz="1400" dirty="0">
                  <a:latin typeface="Arial"/>
                </a:rPr>
              </a:br>
              <a:r>
                <a:rPr lang="en-US" sz="1400" dirty="0" err="1">
                  <a:latin typeface="Arial"/>
                </a:rPr>
                <a:t>sadipscing</a:t>
              </a:r>
              <a:r>
                <a:rPr lang="en-US" sz="1400" dirty="0">
                  <a:latin typeface="Arial"/>
                </a:rPr>
                <a:t> </a:t>
              </a:r>
              <a:r>
                <a:rPr lang="en-US" sz="1400" dirty="0" err="1">
                  <a:latin typeface="Arial"/>
                </a:rPr>
                <a:t>elitr</a:t>
              </a:r>
              <a:r>
                <a:rPr lang="en-US" sz="1400" dirty="0">
                  <a:latin typeface="Arial"/>
                </a:rPr>
                <a:t> sed</a:t>
              </a:r>
            </a:p>
          </p:txBody>
        </p:sp>
        <p:sp>
          <p:nvSpPr>
            <p:cNvPr id="18" name="Freeform 30">
              <a:extLst>
                <a:ext uri="{FF2B5EF4-FFF2-40B4-BE49-F238E27FC236}">
                  <a16:creationId xmlns:a16="http://schemas.microsoft.com/office/drawing/2014/main" id="{4180BA48-018C-3264-F627-22A52E0EA87D}"/>
                </a:ext>
              </a:extLst>
            </p:cNvPr>
            <p:cNvSpPr>
              <a:spLocks/>
            </p:cNvSpPr>
            <p:nvPr/>
          </p:nvSpPr>
          <p:spPr bwMode="auto">
            <a:xfrm>
              <a:off x="5886957" y="3270210"/>
              <a:ext cx="583690" cy="949584"/>
            </a:xfrm>
            <a:custGeom>
              <a:avLst/>
              <a:gdLst>
                <a:gd name="T0" fmla="*/ 590 w 1181"/>
                <a:gd name="T1" fmla="*/ 933 h 1922"/>
                <a:gd name="T2" fmla="*/ 590 w 1181"/>
                <a:gd name="T3" fmla="*/ 933 h 1922"/>
                <a:gd name="T4" fmla="*/ 289 w 1181"/>
                <a:gd name="T5" fmla="*/ 632 h 1922"/>
                <a:gd name="T6" fmla="*/ 289 w 1181"/>
                <a:gd name="T7" fmla="*/ 632 h 1922"/>
                <a:gd name="T8" fmla="*/ 590 w 1181"/>
                <a:gd name="T9" fmla="*/ 331 h 1922"/>
                <a:gd name="T10" fmla="*/ 590 w 1181"/>
                <a:gd name="T11" fmla="*/ 331 h 1922"/>
                <a:gd name="T12" fmla="*/ 891 w 1181"/>
                <a:gd name="T13" fmla="*/ 632 h 1922"/>
                <a:gd name="T14" fmla="*/ 891 w 1181"/>
                <a:gd name="T15" fmla="*/ 632 h 1922"/>
                <a:gd name="T16" fmla="*/ 590 w 1181"/>
                <a:gd name="T17" fmla="*/ 933 h 1922"/>
                <a:gd name="T18" fmla="*/ 590 w 1181"/>
                <a:gd name="T19" fmla="*/ 0 h 1922"/>
                <a:gd name="T20" fmla="*/ 590 w 1181"/>
                <a:gd name="T21" fmla="*/ 0 h 1922"/>
                <a:gd name="T22" fmla="*/ 0 w 1181"/>
                <a:gd name="T23" fmla="*/ 589 h 1922"/>
                <a:gd name="T24" fmla="*/ 0 w 1181"/>
                <a:gd name="T25" fmla="*/ 589 h 1922"/>
                <a:gd name="T26" fmla="*/ 590 w 1181"/>
                <a:gd name="T27" fmla="*/ 1921 h 1922"/>
                <a:gd name="T28" fmla="*/ 590 w 1181"/>
                <a:gd name="T29" fmla="*/ 1921 h 1922"/>
                <a:gd name="T30" fmla="*/ 1180 w 1181"/>
                <a:gd name="T31" fmla="*/ 589 h 1922"/>
                <a:gd name="T32" fmla="*/ 1180 w 1181"/>
                <a:gd name="T33" fmla="*/ 589 h 1922"/>
                <a:gd name="T34" fmla="*/ 590 w 1181"/>
                <a:gd name="T35" fmla="*/ 0 h 19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181" h="1922">
                  <a:moveTo>
                    <a:pt x="590" y="933"/>
                  </a:moveTo>
                  <a:lnTo>
                    <a:pt x="590" y="933"/>
                  </a:lnTo>
                  <a:cubicBezTo>
                    <a:pt x="424" y="933"/>
                    <a:pt x="289" y="798"/>
                    <a:pt x="289" y="632"/>
                  </a:cubicBezTo>
                  <a:lnTo>
                    <a:pt x="289" y="632"/>
                  </a:lnTo>
                  <a:cubicBezTo>
                    <a:pt x="289" y="466"/>
                    <a:pt x="424" y="331"/>
                    <a:pt x="590" y="331"/>
                  </a:cubicBezTo>
                  <a:lnTo>
                    <a:pt x="590" y="331"/>
                  </a:lnTo>
                  <a:cubicBezTo>
                    <a:pt x="756" y="331"/>
                    <a:pt x="891" y="466"/>
                    <a:pt x="891" y="632"/>
                  </a:cubicBezTo>
                  <a:lnTo>
                    <a:pt x="891" y="632"/>
                  </a:lnTo>
                  <a:cubicBezTo>
                    <a:pt x="891" y="798"/>
                    <a:pt x="756" y="933"/>
                    <a:pt x="590" y="933"/>
                  </a:cubicBezTo>
                  <a:close/>
                  <a:moveTo>
                    <a:pt x="590" y="0"/>
                  </a:moveTo>
                  <a:lnTo>
                    <a:pt x="590" y="0"/>
                  </a:lnTo>
                  <a:cubicBezTo>
                    <a:pt x="265" y="0"/>
                    <a:pt x="0" y="263"/>
                    <a:pt x="0" y="589"/>
                  </a:cubicBezTo>
                  <a:lnTo>
                    <a:pt x="0" y="589"/>
                  </a:lnTo>
                  <a:cubicBezTo>
                    <a:pt x="0" y="915"/>
                    <a:pt x="590" y="1921"/>
                    <a:pt x="590" y="1921"/>
                  </a:cubicBezTo>
                  <a:lnTo>
                    <a:pt x="590" y="1921"/>
                  </a:lnTo>
                  <a:cubicBezTo>
                    <a:pt x="590" y="1921"/>
                    <a:pt x="1180" y="915"/>
                    <a:pt x="1180" y="589"/>
                  </a:cubicBezTo>
                  <a:lnTo>
                    <a:pt x="1180" y="589"/>
                  </a:lnTo>
                  <a:cubicBezTo>
                    <a:pt x="1180" y="263"/>
                    <a:pt x="915" y="0"/>
                    <a:pt x="590" y="0"/>
                  </a:cubicBezTo>
                  <a:close/>
                </a:path>
              </a:pathLst>
            </a:custGeom>
            <a:solidFill>
              <a:srgbClr val="242852"/>
            </a:solidFill>
            <a:ln>
              <a:noFill/>
            </a:ln>
            <a:effectLst/>
          </p:spPr>
          <p:txBody>
            <a:bodyPr wrap="none" anchor="ctr"/>
            <a:lstStyle/>
            <a:p>
              <a:endParaRPr lang="en-US" sz="3266">
                <a:latin typeface="Arial"/>
              </a:endParaRPr>
            </a:p>
          </p:txBody>
        </p:sp>
        <p:sp>
          <p:nvSpPr>
            <p:cNvPr id="19" name="Freeform 31">
              <a:extLst>
                <a:ext uri="{FF2B5EF4-FFF2-40B4-BE49-F238E27FC236}">
                  <a16:creationId xmlns:a16="http://schemas.microsoft.com/office/drawing/2014/main" id="{3E2AE27B-5AC8-6353-9FE4-D340CA3121CC}"/>
                </a:ext>
              </a:extLst>
            </p:cNvPr>
            <p:cNvSpPr>
              <a:spLocks/>
            </p:cNvSpPr>
            <p:nvPr/>
          </p:nvSpPr>
          <p:spPr bwMode="auto">
            <a:xfrm>
              <a:off x="3817430" y="2528232"/>
              <a:ext cx="583690" cy="949584"/>
            </a:xfrm>
            <a:custGeom>
              <a:avLst/>
              <a:gdLst>
                <a:gd name="T0" fmla="*/ 589 w 1180"/>
                <a:gd name="T1" fmla="*/ 932 h 1922"/>
                <a:gd name="T2" fmla="*/ 589 w 1180"/>
                <a:gd name="T3" fmla="*/ 932 h 1922"/>
                <a:gd name="T4" fmla="*/ 288 w 1180"/>
                <a:gd name="T5" fmla="*/ 631 h 1922"/>
                <a:gd name="T6" fmla="*/ 288 w 1180"/>
                <a:gd name="T7" fmla="*/ 631 h 1922"/>
                <a:gd name="T8" fmla="*/ 589 w 1180"/>
                <a:gd name="T9" fmla="*/ 332 h 1922"/>
                <a:gd name="T10" fmla="*/ 589 w 1180"/>
                <a:gd name="T11" fmla="*/ 332 h 1922"/>
                <a:gd name="T12" fmla="*/ 890 w 1180"/>
                <a:gd name="T13" fmla="*/ 631 h 1922"/>
                <a:gd name="T14" fmla="*/ 890 w 1180"/>
                <a:gd name="T15" fmla="*/ 631 h 1922"/>
                <a:gd name="T16" fmla="*/ 589 w 1180"/>
                <a:gd name="T17" fmla="*/ 932 h 1922"/>
                <a:gd name="T18" fmla="*/ 589 w 1180"/>
                <a:gd name="T19" fmla="*/ 0 h 1922"/>
                <a:gd name="T20" fmla="*/ 589 w 1180"/>
                <a:gd name="T21" fmla="*/ 0 h 1922"/>
                <a:gd name="T22" fmla="*/ 0 w 1180"/>
                <a:gd name="T23" fmla="*/ 589 h 1922"/>
                <a:gd name="T24" fmla="*/ 0 w 1180"/>
                <a:gd name="T25" fmla="*/ 589 h 1922"/>
                <a:gd name="T26" fmla="*/ 589 w 1180"/>
                <a:gd name="T27" fmla="*/ 1921 h 1922"/>
                <a:gd name="T28" fmla="*/ 589 w 1180"/>
                <a:gd name="T29" fmla="*/ 1921 h 1922"/>
                <a:gd name="T30" fmla="*/ 1179 w 1180"/>
                <a:gd name="T31" fmla="*/ 589 h 1922"/>
                <a:gd name="T32" fmla="*/ 1179 w 1180"/>
                <a:gd name="T33" fmla="*/ 589 h 1922"/>
                <a:gd name="T34" fmla="*/ 589 w 1180"/>
                <a:gd name="T35" fmla="*/ 0 h 19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180" h="1922">
                  <a:moveTo>
                    <a:pt x="589" y="932"/>
                  </a:moveTo>
                  <a:lnTo>
                    <a:pt x="589" y="932"/>
                  </a:lnTo>
                  <a:cubicBezTo>
                    <a:pt x="423" y="932"/>
                    <a:pt x="288" y="797"/>
                    <a:pt x="288" y="631"/>
                  </a:cubicBezTo>
                  <a:lnTo>
                    <a:pt x="288" y="631"/>
                  </a:lnTo>
                  <a:cubicBezTo>
                    <a:pt x="288" y="466"/>
                    <a:pt x="423" y="332"/>
                    <a:pt x="589" y="332"/>
                  </a:cubicBezTo>
                  <a:lnTo>
                    <a:pt x="589" y="332"/>
                  </a:lnTo>
                  <a:cubicBezTo>
                    <a:pt x="756" y="332"/>
                    <a:pt x="890" y="466"/>
                    <a:pt x="890" y="631"/>
                  </a:cubicBezTo>
                  <a:lnTo>
                    <a:pt x="890" y="631"/>
                  </a:lnTo>
                  <a:cubicBezTo>
                    <a:pt x="890" y="797"/>
                    <a:pt x="756" y="932"/>
                    <a:pt x="589" y="932"/>
                  </a:cubicBezTo>
                  <a:close/>
                  <a:moveTo>
                    <a:pt x="589" y="0"/>
                  </a:moveTo>
                  <a:lnTo>
                    <a:pt x="589" y="0"/>
                  </a:lnTo>
                  <a:cubicBezTo>
                    <a:pt x="264" y="0"/>
                    <a:pt x="0" y="264"/>
                    <a:pt x="0" y="589"/>
                  </a:cubicBezTo>
                  <a:lnTo>
                    <a:pt x="0" y="589"/>
                  </a:lnTo>
                  <a:cubicBezTo>
                    <a:pt x="0" y="914"/>
                    <a:pt x="589" y="1921"/>
                    <a:pt x="589" y="1921"/>
                  </a:cubicBezTo>
                  <a:lnTo>
                    <a:pt x="589" y="1921"/>
                  </a:lnTo>
                  <a:cubicBezTo>
                    <a:pt x="589" y="1921"/>
                    <a:pt x="1179" y="914"/>
                    <a:pt x="1179" y="589"/>
                  </a:cubicBezTo>
                  <a:lnTo>
                    <a:pt x="1179" y="589"/>
                  </a:lnTo>
                  <a:cubicBezTo>
                    <a:pt x="1179" y="264"/>
                    <a:pt x="915" y="0"/>
                    <a:pt x="589" y="0"/>
                  </a:cubicBezTo>
                  <a:close/>
                </a:path>
              </a:pathLst>
            </a:custGeom>
            <a:solidFill>
              <a:srgbClr val="242852"/>
            </a:solidFill>
            <a:ln>
              <a:noFill/>
            </a:ln>
            <a:effectLst/>
          </p:spPr>
          <p:txBody>
            <a:bodyPr wrap="none" anchor="ctr"/>
            <a:lstStyle/>
            <a:p>
              <a:endParaRPr lang="en-US" sz="3266">
                <a:latin typeface="Arial"/>
              </a:endParaRPr>
            </a:p>
          </p:txBody>
        </p:sp>
        <p:sp>
          <p:nvSpPr>
            <p:cNvPr id="20" name="Freeform 32">
              <a:extLst>
                <a:ext uri="{FF2B5EF4-FFF2-40B4-BE49-F238E27FC236}">
                  <a16:creationId xmlns:a16="http://schemas.microsoft.com/office/drawing/2014/main" id="{0E8BB308-EB34-C968-8F04-0C5868F13845}"/>
                </a:ext>
              </a:extLst>
            </p:cNvPr>
            <p:cNvSpPr>
              <a:spLocks/>
            </p:cNvSpPr>
            <p:nvPr/>
          </p:nvSpPr>
          <p:spPr bwMode="auto">
            <a:xfrm>
              <a:off x="8753066" y="3961946"/>
              <a:ext cx="583690" cy="949584"/>
            </a:xfrm>
            <a:custGeom>
              <a:avLst/>
              <a:gdLst>
                <a:gd name="T0" fmla="*/ 590 w 1181"/>
                <a:gd name="T1" fmla="*/ 934 h 1923"/>
                <a:gd name="T2" fmla="*/ 590 w 1181"/>
                <a:gd name="T3" fmla="*/ 934 h 1923"/>
                <a:gd name="T4" fmla="*/ 289 w 1181"/>
                <a:gd name="T5" fmla="*/ 633 h 1923"/>
                <a:gd name="T6" fmla="*/ 289 w 1181"/>
                <a:gd name="T7" fmla="*/ 633 h 1923"/>
                <a:gd name="T8" fmla="*/ 590 w 1181"/>
                <a:gd name="T9" fmla="*/ 332 h 1923"/>
                <a:gd name="T10" fmla="*/ 590 w 1181"/>
                <a:gd name="T11" fmla="*/ 332 h 1923"/>
                <a:gd name="T12" fmla="*/ 891 w 1181"/>
                <a:gd name="T13" fmla="*/ 633 h 1923"/>
                <a:gd name="T14" fmla="*/ 891 w 1181"/>
                <a:gd name="T15" fmla="*/ 633 h 1923"/>
                <a:gd name="T16" fmla="*/ 590 w 1181"/>
                <a:gd name="T17" fmla="*/ 934 h 1923"/>
                <a:gd name="T18" fmla="*/ 590 w 1181"/>
                <a:gd name="T19" fmla="*/ 0 h 1923"/>
                <a:gd name="T20" fmla="*/ 590 w 1181"/>
                <a:gd name="T21" fmla="*/ 0 h 1923"/>
                <a:gd name="T22" fmla="*/ 0 w 1181"/>
                <a:gd name="T23" fmla="*/ 590 h 1923"/>
                <a:gd name="T24" fmla="*/ 0 w 1181"/>
                <a:gd name="T25" fmla="*/ 590 h 1923"/>
                <a:gd name="T26" fmla="*/ 590 w 1181"/>
                <a:gd name="T27" fmla="*/ 1922 h 1923"/>
                <a:gd name="T28" fmla="*/ 590 w 1181"/>
                <a:gd name="T29" fmla="*/ 1922 h 1923"/>
                <a:gd name="T30" fmla="*/ 1180 w 1181"/>
                <a:gd name="T31" fmla="*/ 590 h 1923"/>
                <a:gd name="T32" fmla="*/ 1180 w 1181"/>
                <a:gd name="T33" fmla="*/ 590 h 1923"/>
                <a:gd name="T34" fmla="*/ 590 w 1181"/>
                <a:gd name="T35" fmla="*/ 0 h 19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181" h="1923">
                  <a:moveTo>
                    <a:pt x="590" y="934"/>
                  </a:moveTo>
                  <a:lnTo>
                    <a:pt x="590" y="934"/>
                  </a:lnTo>
                  <a:cubicBezTo>
                    <a:pt x="424" y="934"/>
                    <a:pt x="289" y="799"/>
                    <a:pt x="289" y="633"/>
                  </a:cubicBezTo>
                  <a:lnTo>
                    <a:pt x="289" y="633"/>
                  </a:lnTo>
                  <a:cubicBezTo>
                    <a:pt x="289" y="467"/>
                    <a:pt x="424" y="332"/>
                    <a:pt x="590" y="332"/>
                  </a:cubicBezTo>
                  <a:lnTo>
                    <a:pt x="590" y="332"/>
                  </a:lnTo>
                  <a:cubicBezTo>
                    <a:pt x="756" y="332"/>
                    <a:pt x="891" y="467"/>
                    <a:pt x="891" y="633"/>
                  </a:cubicBezTo>
                  <a:lnTo>
                    <a:pt x="891" y="633"/>
                  </a:lnTo>
                  <a:cubicBezTo>
                    <a:pt x="891" y="799"/>
                    <a:pt x="756" y="934"/>
                    <a:pt x="590" y="934"/>
                  </a:cubicBezTo>
                  <a:close/>
                  <a:moveTo>
                    <a:pt x="590" y="0"/>
                  </a:moveTo>
                  <a:lnTo>
                    <a:pt x="590" y="0"/>
                  </a:lnTo>
                  <a:cubicBezTo>
                    <a:pt x="265" y="0"/>
                    <a:pt x="0" y="265"/>
                    <a:pt x="0" y="590"/>
                  </a:cubicBezTo>
                  <a:lnTo>
                    <a:pt x="0" y="590"/>
                  </a:lnTo>
                  <a:cubicBezTo>
                    <a:pt x="0" y="915"/>
                    <a:pt x="590" y="1922"/>
                    <a:pt x="590" y="1922"/>
                  </a:cubicBezTo>
                  <a:lnTo>
                    <a:pt x="590" y="1922"/>
                  </a:lnTo>
                  <a:cubicBezTo>
                    <a:pt x="590" y="1922"/>
                    <a:pt x="1180" y="915"/>
                    <a:pt x="1180" y="590"/>
                  </a:cubicBezTo>
                  <a:lnTo>
                    <a:pt x="1180" y="590"/>
                  </a:lnTo>
                  <a:cubicBezTo>
                    <a:pt x="1180" y="265"/>
                    <a:pt x="915" y="0"/>
                    <a:pt x="590" y="0"/>
                  </a:cubicBezTo>
                  <a:close/>
                </a:path>
              </a:pathLst>
            </a:custGeom>
            <a:solidFill>
              <a:srgbClr val="F2F2F2">
                <a:lumMod val="75000"/>
              </a:srgbClr>
            </a:solidFill>
            <a:ln>
              <a:noFill/>
            </a:ln>
            <a:effectLst/>
          </p:spPr>
          <p:txBody>
            <a:bodyPr wrap="none" anchor="ctr"/>
            <a:lstStyle/>
            <a:p>
              <a:endParaRPr lang="en-US" sz="3266">
                <a:latin typeface="Arial"/>
              </a:endParaRPr>
            </a:p>
          </p:txBody>
        </p:sp>
        <p:sp>
          <p:nvSpPr>
            <p:cNvPr id="21" name="Freeform 32">
              <a:extLst>
                <a:ext uri="{FF2B5EF4-FFF2-40B4-BE49-F238E27FC236}">
                  <a16:creationId xmlns:a16="http://schemas.microsoft.com/office/drawing/2014/main" id="{E34E9FBF-3516-AE7C-F2B5-E16AEEBF7C8C}"/>
                </a:ext>
              </a:extLst>
            </p:cNvPr>
            <p:cNvSpPr>
              <a:spLocks/>
            </p:cNvSpPr>
            <p:nvPr/>
          </p:nvSpPr>
          <p:spPr bwMode="auto">
            <a:xfrm>
              <a:off x="7347579" y="1584776"/>
              <a:ext cx="583690" cy="949584"/>
            </a:xfrm>
            <a:custGeom>
              <a:avLst/>
              <a:gdLst>
                <a:gd name="T0" fmla="*/ 590 w 1181"/>
                <a:gd name="T1" fmla="*/ 934 h 1923"/>
                <a:gd name="T2" fmla="*/ 590 w 1181"/>
                <a:gd name="T3" fmla="*/ 934 h 1923"/>
                <a:gd name="T4" fmla="*/ 289 w 1181"/>
                <a:gd name="T5" fmla="*/ 633 h 1923"/>
                <a:gd name="T6" fmla="*/ 289 w 1181"/>
                <a:gd name="T7" fmla="*/ 633 h 1923"/>
                <a:gd name="T8" fmla="*/ 590 w 1181"/>
                <a:gd name="T9" fmla="*/ 332 h 1923"/>
                <a:gd name="T10" fmla="*/ 590 w 1181"/>
                <a:gd name="T11" fmla="*/ 332 h 1923"/>
                <a:gd name="T12" fmla="*/ 891 w 1181"/>
                <a:gd name="T13" fmla="*/ 633 h 1923"/>
                <a:gd name="T14" fmla="*/ 891 w 1181"/>
                <a:gd name="T15" fmla="*/ 633 h 1923"/>
                <a:gd name="T16" fmla="*/ 590 w 1181"/>
                <a:gd name="T17" fmla="*/ 934 h 1923"/>
                <a:gd name="T18" fmla="*/ 590 w 1181"/>
                <a:gd name="T19" fmla="*/ 0 h 1923"/>
                <a:gd name="T20" fmla="*/ 590 w 1181"/>
                <a:gd name="T21" fmla="*/ 0 h 1923"/>
                <a:gd name="T22" fmla="*/ 0 w 1181"/>
                <a:gd name="T23" fmla="*/ 590 h 1923"/>
                <a:gd name="T24" fmla="*/ 0 w 1181"/>
                <a:gd name="T25" fmla="*/ 590 h 1923"/>
                <a:gd name="T26" fmla="*/ 590 w 1181"/>
                <a:gd name="T27" fmla="*/ 1922 h 1923"/>
                <a:gd name="T28" fmla="*/ 590 w 1181"/>
                <a:gd name="T29" fmla="*/ 1922 h 1923"/>
                <a:gd name="T30" fmla="*/ 1180 w 1181"/>
                <a:gd name="T31" fmla="*/ 590 h 1923"/>
                <a:gd name="T32" fmla="*/ 1180 w 1181"/>
                <a:gd name="T33" fmla="*/ 590 h 1923"/>
                <a:gd name="T34" fmla="*/ 590 w 1181"/>
                <a:gd name="T35" fmla="*/ 0 h 19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181" h="1923">
                  <a:moveTo>
                    <a:pt x="590" y="934"/>
                  </a:moveTo>
                  <a:lnTo>
                    <a:pt x="590" y="934"/>
                  </a:lnTo>
                  <a:cubicBezTo>
                    <a:pt x="424" y="934"/>
                    <a:pt x="289" y="799"/>
                    <a:pt x="289" y="633"/>
                  </a:cubicBezTo>
                  <a:lnTo>
                    <a:pt x="289" y="633"/>
                  </a:lnTo>
                  <a:cubicBezTo>
                    <a:pt x="289" y="467"/>
                    <a:pt x="424" y="332"/>
                    <a:pt x="590" y="332"/>
                  </a:cubicBezTo>
                  <a:lnTo>
                    <a:pt x="590" y="332"/>
                  </a:lnTo>
                  <a:cubicBezTo>
                    <a:pt x="756" y="332"/>
                    <a:pt x="891" y="467"/>
                    <a:pt x="891" y="633"/>
                  </a:cubicBezTo>
                  <a:lnTo>
                    <a:pt x="891" y="633"/>
                  </a:lnTo>
                  <a:cubicBezTo>
                    <a:pt x="891" y="799"/>
                    <a:pt x="756" y="934"/>
                    <a:pt x="590" y="934"/>
                  </a:cubicBezTo>
                  <a:close/>
                  <a:moveTo>
                    <a:pt x="590" y="0"/>
                  </a:moveTo>
                  <a:lnTo>
                    <a:pt x="590" y="0"/>
                  </a:lnTo>
                  <a:cubicBezTo>
                    <a:pt x="265" y="0"/>
                    <a:pt x="0" y="265"/>
                    <a:pt x="0" y="590"/>
                  </a:cubicBezTo>
                  <a:lnTo>
                    <a:pt x="0" y="590"/>
                  </a:lnTo>
                  <a:cubicBezTo>
                    <a:pt x="0" y="915"/>
                    <a:pt x="590" y="1922"/>
                    <a:pt x="590" y="1922"/>
                  </a:cubicBezTo>
                  <a:lnTo>
                    <a:pt x="590" y="1922"/>
                  </a:lnTo>
                  <a:cubicBezTo>
                    <a:pt x="590" y="1922"/>
                    <a:pt x="1180" y="915"/>
                    <a:pt x="1180" y="590"/>
                  </a:cubicBezTo>
                  <a:lnTo>
                    <a:pt x="1180" y="590"/>
                  </a:lnTo>
                  <a:cubicBezTo>
                    <a:pt x="1180" y="265"/>
                    <a:pt x="915" y="0"/>
                    <a:pt x="590" y="0"/>
                  </a:cubicBezTo>
                  <a:close/>
                </a:path>
              </a:pathLst>
            </a:custGeom>
            <a:solidFill>
              <a:srgbClr val="242852"/>
            </a:solidFill>
            <a:ln>
              <a:noFill/>
            </a:ln>
            <a:effectLst/>
          </p:spPr>
          <p:txBody>
            <a:bodyPr wrap="none" anchor="ctr"/>
            <a:lstStyle/>
            <a:p>
              <a:endParaRPr lang="en-US" sz="3266">
                <a:latin typeface="Arial"/>
              </a:endParaRPr>
            </a:p>
          </p:txBody>
        </p:sp>
      </p:gr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Phases and Milestones</a:t>
            </a:r>
          </a:p>
        </p:txBody>
      </p:sp>
      <p:sp>
        <p:nvSpPr>
          <p:cNvPr id="4" name="Subtitle 3"/>
          <p:cNvSpPr>
            <a:spLocks noGrp="1"/>
          </p:cNvSpPr>
          <p:nvPr>
            <p:ph type="subTitle" idx="1"/>
          </p:nvPr>
        </p:nvSpPr>
        <p:spPr/>
        <p:txBody>
          <a:bodyPr/>
          <a:lstStyle/>
          <a:p>
            <a:r>
              <a:t>think-cell 'Phases/processes' (tc:24)</a:t>
            </a:r>
          </a:p>
        </p:txBody>
      </p:sp>
      <p:sp>
        <p:nvSpPr>
          <p:cNvPr id="5" name="Text Placeholder 4"/>
          <p:cNvSpPr>
            <a:spLocks noGrp="1"/>
          </p:cNvSpPr>
          <p:nvPr>
            <p:ph type="body" idx="14" sz="quarter"/>
          </p:nvPr>
        </p:nvSpPr>
        <p:spPr/>
        <p:txBody>
          <a:bodyPr/>
          <a:lstStyle/>
          <a:p>
            <a:r>
              <a:t>Illustrative data - structural gallery</a:t>
            </a:r>
          </a:p>
        </p:txBody>
      </p:sp>
      <p:sp>
        <p:nvSpPr>
          <p:cNvPr id="6" name="TextBox 5"/>
          <p:cNvSpPr txBox="1"/>
          <p:nvPr/>
        </p:nvSpPr>
        <p:spPr>
          <a:xfrm>
            <a:off x="11353190" y="6355994"/>
            <a:ext cx="421538" cy="274320"/>
          </a:xfrm>
          <a:prstGeom prst="rect">
            <a:avLst/>
          </a:prstGeom>
          <a:noFill/>
        </p:spPr>
        <p:txBody>
          <a:bodyPr wrap="square" lIns="0" rIns="0" tIns="0" bIns="0" anchor="t"/>
          <a:lstStyle/>
          <a:p>
            <a:pPr algn="r"/>
            <a:r>
              <a:rPr sz="1100" b="0" i="0">
                <a:solidFill>
                  <a:srgbClr val="002060"/>
                </a:solidFill>
                <a:latin typeface="Arial"/>
              </a:rPr>
              <a:t>10</a:t>
            </a:r>
          </a:p>
        </p:txBody>
      </p:sp>
      <p:grpSp>
        <p:nvGrpSpPr>
          <p:cNvPr id="7" name="tclib Thinkcell.pptx #24"/>
          <p:cNvGrpSpPr/>
          <p:nvPr/>
        </p:nvGrpSpPr>
        <p:grpSpPr>
          <a:xfrm>
            <a:off x="525780" y="1523138"/>
            <a:ext cx="11248948" cy="4360364"/>
            <a:chOff x="419099" y="1557900"/>
            <a:chExt cx="11391239" cy="4415520"/>
          </a:xfrm>
        </p:grpSpPr>
        <p:sp>
          <p:nvSpPr>
            <p:cNvPr id="8" name="Pfeil: Fünfeck 4">
              <a:extLst>
                <a:ext uri="{FF2B5EF4-FFF2-40B4-BE49-F238E27FC236}">
                  <a16:creationId xmlns:a16="http://schemas.microsoft.com/office/drawing/2014/main" id="{546436E4-AA83-91E8-A277-8AFA961166B7}"/>
                </a:ext>
              </a:extLst>
            </p:cNvPr>
            <p:cNvSpPr>
              <a:spLocks/>
            </p:cNvSpPr>
            <p:nvPr/>
          </p:nvSpPr>
          <p:spPr>
            <a:xfrm>
              <a:off x="419101" y="1557900"/>
              <a:ext cx="2313913" cy="769318"/>
            </a:xfrm>
            <a:prstGeom prst="homePlate">
              <a:avLst>
                <a:gd name="adj" fmla="val 24929"/>
              </a:avLst>
            </a:prstGeom>
            <a:solidFill>
              <a:srgbClr val="F2F2F2"/>
            </a:solidFill>
            <a:ln w="12700">
              <a:noFill/>
            </a:ln>
          </p:spPr>
          <p:style>
            <a:lnRef idx="2">
              <a:srgbClr val="242852">
                <a:shade val="50000"/>
              </a:srgbClr>
            </a:lnRef>
            <a:fillRef idx="1">
              <a:srgbClr val="242852"/>
            </a:fillRef>
            <a:effectRef idx="0">
              <a:srgbClr val="242852"/>
            </a:effectRef>
            <a:fontRef idx="minor">
              <a:srgbClr val="FFFFFF"/>
            </a:fontRef>
          </p:style>
          <p:txBody>
            <a:bodyPr lIns="144000" tIns="108000" rIns="144000" bIns="108000" rtlCol="0" anchor="ctr">
              <a:noAutofit/>
            </a:bodyPr>
            <a:lstStyle/>
            <a:p>
              <a:pPr lvl="0">
                <a:tabLst>
                  <a:tab pos="1798638" algn="r"/>
                </a:tabLst>
              </a:pPr>
              <a:r>
                <a:rPr lang="en-US" dirty="0">
                  <a:solidFill>
                    <a:srgbClr val="000000"/>
                  </a:solidFill>
                  <a:latin typeface="Arial"/>
                </a:rPr>
                <a:t>Phase 	</a:t>
              </a:r>
              <a:r>
                <a:rPr lang="en-US" b="1" dirty="0">
                  <a:solidFill>
                    <a:srgbClr val="000000"/>
                  </a:solidFill>
                  <a:latin typeface="Arial"/>
                </a:rPr>
                <a:t>01.</a:t>
              </a:r>
            </a:p>
          </p:txBody>
        </p:sp>
        <p:sp>
          <p:nvSpPr>
            <p:cNvPr id="9" name="Pfeil: Chevron 5">
              <a:extLst>
                <a:ext uri="{FF2B5EF4-FFF2-40B4-BE49-F238E27FC236}">
                  <a16:creationId xmlns:a16="http://schemas.microsoft.com/office/drawing/2014/main" id="{9E4A56CD-CB47-0017-E711-D2A402606B64}"/>
                </a:ext>
              </a:extLst>
            </p:cNvPr>
            <p:cNvSpPr>
              <a:spLocks/>
            </p:cNvSpPr>
            <p:nvPr/>
          </p:nvSpPr>
          <p:spPr>
            <a:xfrm>
              <a:off x="2688432" y="1557900"/>
              <a:ext cx="2313913" cy="769318"/>
            </a:xfrm>
            <a:prstGeom prst="chevron">
              <a:avLst>
                <a:gd name="adj" fmla="val 24929"/>
              </a:avLst>
            </a:prstGeom>
            <a:solidFill>
              <a:srgbClr val="F2F2F2"/>
            </a:solidFill>
            <a:ln w="12700">
              <a:noFill/>
            </a:ln>
          </p:spPr>
          <p:style>
            <a:lnRef idx="2">
              <a:srgbClr val="242852">
                <a:shade val="50000"/>
              </a:srgbClr>
            </a:lnRef>
            <a:fillRef idx="1">
              <a:srgbClr val="242852"/>
            </a:fillRef>
            <a:effectRef idx="0">
              <a:srgbClr val="242852"/>
            </a:effectRef>
            <a:fontRef idx="minor">
              <a:srgbClr val="FFFFFF"/>
            </a:fontRef>
          </p:style>
          <p:txBody>
            <a:bodyPr rot="0" spcFirstLastPara="0" vertOverflow="overflow" horzOverflow="overflow" vert="horz" wrap="square" lIns="144000" tIns="108000" rIns="144000" bIns="108000" numCol="1" spcCol="0" rtlCol="0" fromWordArt="0" anchor="ctr" anchorCtr="0" forceAA="0" compatLnSpc="1">
              <a:prstTxWarp prst="textNoShape">
                <a:avLst/>
              </a:prstTxWarp>
              <a:noAutofit/>
            </a:bodyPr>
            <a:lstStyle/>
            <a:p>
              <a:pPr lvl="0">
                <a:tabLst>
                  <a:tab pos="1706563" algn="r"/>
                </a:tabLst>
              </a:pPr>
              <a:r>
                <a:rPr lang="en-US" dirty="0">
                  <a:solidFill>
                    <a:srgbClr val="000000"/>
                  </a:solidFill>
                  <a:latin typeface="Arial"/>
                </a:rPr>
                <a:t>Phase	</a:t>
              </a:r>
              <a:r>
                <a:rPr lang="en-US" b="1" dirty="0">
                  <a:solidFill>
                    <a:srgbClr val="000000"/>
                  </a:solidFill>
                  <a:latin typeface="Arial"/>
                </a:rPr>
                <a:t>02.</a:t>
              </a:r>
            </a:p>
          </p:txBody>
        </p:sp>
        <p:sp>
          <p:nvSpPr>
            <p:cNvPr id="10" name="Pfeil: Chevron 6">
              <a:extLst>
                <a:ext uri="{FF2B5EF4-FFF2-40B4-BE49-F238E27FC236}">
                  <a16:creationId xmlns:a16="http://schemas.microsoft.com/office/drawing/2014/main" id="{2CABC924-5BC8-7069-7392-B318959CBD49}"/>
                </a:ext>
              </a:extLst>
            </p:cNvPr>
            <p:cNvSpPr>
              <a:spLocks/>
            </p:cNvSpPr>
            <p:nvPr/>
          </p:nvSpPr>
          <p:spPr>
            <a:xfrm>
              <a:off x="4957763" y="1557900"/>
              <a:ext cx="2313913" cy="769318"/>
            </a:xfrm>
            <a:prstGeom prst="chevron">
              <a:avLst>
                <a:gd name="adj" fmla="val 24929"/>
              </a:avLst>
            </a:prstGeom>
            <a:solidFill>
              <a:srgbClr val="F2F2F2"/>
            </a:solidFill>
            <a:ln w="12700">
              <a:noFill/>
            </a:ln>
          </p:spPr>
          <p:style>
            <a:lnRef idx="2">
              <a:srgbClr val="242852">
                <a:shade val="50000"/>
              </a:srgbClr>
            </a:lnRef>
            <a:fillRef idx="1">
              <a:srgbClr val="242852"/>
            </a:fillRef>
            <a:effectRef idx="0">
              <a:srgbClr val="242852"/>
            </a:effectRef>
            <a:fontRef idx="minor">
              <a:srgbClr val="FFFFFF"/>
            </a:fontRef>
          </p:style>
          <p:txBody>
            <a:bodyPr rot="0" spcFirstLastPara="0" vertOverflow="overflow" horzOverflow="overflow" vert="horz" wrap="square" lIns="144000" tIns="108000" rIns="144000" bIns="108000" numCol="1" spcCol="0" rtlCol="0" fromWordArt="0" anchor="ctr" anchorCtr="0" forceAA="0" compatLnSpc="1">
              <a:prstTxWarp prst="textNoShape">
                <a:avLst/>
              </a:prstTxWarp>
              <a:noAutofit/>
            </a:bodyPr>
            <a:lstStyle/>
            <a:p>
              <a:pPr>
                <a:tabLst>
                  <a:tab pos="1706563" algn="r"/>
                </a:tabLst>
              </a:pPr>
              <a:r>
                <a:rPr lang="en-US">
                  <a:solidFill>
                    <a:srgbClr val="000000"/>
                  </a:solidFill>
                  <a:latin typeface="Arial"/>
                </a:rPr>
                <a:t>Phase	 </a:t>
              </a:r>
              <a:r>
                <a:rPr lang="en-US" b="1">
                  <a:solidFill>
                    <a:srgbClr val="000000"/>
                  </a:solidFill>
                  <a:latin typeface="Arial"/>
                </a:rPr>
                <a:t>03.</a:t>
              </a:r>
            </a:p>
          </p:txBody>
        </p:sp>
        <p:sp>
          <p:nvSpPr>
            <p:cNvPr id="11" name="Pfeil: Chevron 7">
              <a:extLst>
                <a:ext uri="{FF2B5EF4-FFF2-40B4-BE49-F238E27FC236}">
                  <a16:creationId xmlns:a16="http://schemas.microsoft.com/office/drawing/2014/main" id="{E32B8F9E-4B37-2A16-0191-4C1FCAF26998}"/>
                </a:ext>
              </a:extLst>
            </p:cNvPr>
            <p:cNvSpPr>
              <a:spLocks/>
            </p:cNvSpPr>
            <p:nvPr/>
          </p:nvSpPr>
          <p:spPr>
            <a:xfrm>
              <a:off x="7227094" y="1557900"/>
              <a:ext cx="2313913" cy="769318"/>
            </a:xfrm>
            <a:prstGeom prst="chevron">
              <a:avLst>
                <a:gd name="adj" fmla="val 24929"/>
              </a:avLst>
            </a:prstGeom>
            <a:solidFill>
              <a:srgbClr val="F2F2F2"/>
            </a:solidFill>
            <a:ln w="12700">
              <a:noFill/>
            </a:ln>
          </p:spPr>
          <p:style>
            <a:lnRef idx="2">
              <a:srgbClr val="242852">
                <a:shade val="50000"/>
              </a:srgbClr>
            </a:lnRef>
            <a:fillRef idx="1">
              <a:srgbClr val="242852"/>
            </a:fillRef>
            <a:effectRef idx="0">
              <a:srgbClr val="242852"/>
            </a:effectRef>
            <a:fontRef idx="minor">
              <a:srgbClr val="FFFFFF"/>
            </a:fontRef>
          </p:style>
          <p:txBody>
            <a:bodyPr rot="0" spcFirstLastPara="0" vertOverflow="overflow" horzOverflow="overflow" vert="horz" wrap="square" lIns="144000" tIns="108000" rIns="144000" bIns="108000" numCol="1" spcCol="0" rtlCol="0" fromWordArt="0" anchor="ctr" anchorCtr="0" forceAA="0" compatLnSpc="1">
              <a:prstTxWarp prst="textNoShape">
                <a:avLst/>
              </a:prstTxWarp>
              <a:noAutofit/>
            </a:bodyPr>
            <a:lstStyle/>
            <a:p>
              <a:pPr>
                <a:tabLst>
                  <a:tab pos="1706563" algn="r"/>
                </a:tabLst>
              </a:pPr>
              <a:r>
                <a:rPr lang="en-US">
                  <a:solidFill>
                    <a:srgbClr val="000000"/>
                  </a:solidFill>
                  <a:latin typeface="Arial"/>
                </a:rPr>
                <a:t>Phase 	</a:t>
              </a:r>
              <a:r>
                <a:rPr lang="en-US" b="1">
                  <a:solidFill>
                    <a:srgbClr val="000000"/>
                  </a:solidFill>
                  <a:latin typeface="Arial"/>
                </a:rPr>
                <a:t>04.</a:t>
              </a:r>
            </a:p>
          </p:txBody>
        </p:sp>
        <p:sp>
          <p:nvSpPr>
            <p:cNvPr id="12" name="Pfeil: Chevron 8">
              <a:extLst>
                <a:ext uri="{FF2B5EF4-FFF2-40B4-BE49-F238E27FC236}">
                  <a16:creationId xmlns:a16="http://schemas.microsoft.com/office/drawing/2014/main" id="{37D4593E-B9DD-CE86-2D4C-4FC63DBA30E0}"/>
                </a:ext>
              </a:extLst>
            </p:cNvPr>
            <p:cNvSpPr>
              <a:spLocks/>
            </p:cNvSpPr>
            <p:nvPr/>
          </p:nvSpPr>
          <p:spPr>
            <a:xfrm>
              <a:off x="9496425" y="1557900"/>
              <a:ext cx="2313913" cy="769320"/>
            </a:xfrm>
            <a:prstGeom prst="chevron">
              <a:avLst>
                <a:gd name="adj" fmla="val 24929"/>
              </a:avLst>
            </a:prstGeom>
            <a:solidFill>
              <a:srgbClr val="242852"/>
            </a:solidFill>
            <a:ln w="12700">
              <a:noFill/>
            </a:ln>
          </p:spPr>
          <p:style>
            <a:lnRef idx="2">
              <a:srgbClr val="242852">
                <a:shade val="50000"/>
              </a:srgbClr>
            </a:lnRef>
            <a:fillRef idx="1">
              <a:srgbClr val="242852"/>
            </a:fillRef>
            <a:effectRef idx="0">
              <a:srgbClr val="242852"/>
            </a:effectRef>
            <a:fontRef idx="minor">
              <a:srgbClr val="FFFFFF"/>
            </a:fontRef>
          </p:style>
          <p:txBody>
            <a:bodyPr rot="0" spcFirstLastPara="0" vertOverflow="overflow" horzOverflow="overflow" vert="horz" wrap="square" lIns="252000" tIns="108000" rIns="144000" bIns="108000" numCol="1" spcCol="0" rtlCol="0" fromWordArt="0" anchor="ctr" anchorCtr="0" forceAA="0" compatLnSpc="1">
              <a:prstTxWarp prst="textNoShape">
                <a:avLst/>
              </a:prstTxWarp>
              <a:noAutofit/>
            </a:bodyPr>
            <a:lstStyle/>
            <a:p>
              <a:pPr lvl="0">
                <a:tabLst>
                  <a:tab pos="1706563" algn="r"/>
                </a:tabLst>
              </a:pPr>
              <a:r>
                <a:rPr lang="en-US">
                  <a:solidFill>
                    <a:srgbClr val="FFFFFF"/>
                  </a:solidFill>
                  <a:latin typeface="Arial"/>
                </a:rPr>
                <a:t>Phase 	</a:t>
              </a:r>
              <a:r>
                <a:rPr lang="en-US" b="1">
                  <a:solidFill>
                    <a:srgbClr val="FFFFFF"/>
                  </a:solidFill>
                  <a:latin typeface="Arial"/>
                </a:rPr>
                <a:t>05.</a:t>
              </a:r>
            </a:p>
          </p:txBody>
        </p:sp>
        <p:grpSp>
          <p:nvGrpSpPr>
            <p:cNvPr id="13" name="Gruppieren 70">
              <a:extLst>
                <a:ext uri="{FF2B5EF4-FFF2-40B4-BE49-F238E27FC236}">
                  <a16:creationId xmlns:a16="http://schemas.microsoft.com/office/drawing/2014/main" id="{E69AB799-B437-3570-9D55-8BFE89318207}"/>
                </a:ext>
              </a:extLst>
            </p:cNvPr>
            <p:cNvGrpSpPr>
              <a:grpSpLocks/>
            </p:cNvGrpSpPr>
            <p:nvPr/>
          </p:nvGrpSpPr>
          <p:grpSpPr>
            <a:xfrm>
              <a:off x="6065513" y="2529095"/>
              <a:ext cx="5744825" cy="3444325"/>
              <a:chOff x="351175" y="2529095"/>
              <a:chExt cx="5744825" cy="3444325"/>
            </a:xfrm>
          </p:grpSpPr>
          <p:sp>
            <p:nvSpPr>
              <p:cNvPr id="14" name="Pfeil: Chevron 10">
                <a:extLst>
                  <a:ext uri="{FF2B5EF4-FFF2-40B4-BE49-F238E27FC236}">
                    <a16:creationId xmlns:a16="http://schemas.microsoft.com/office/drawing/2014/main" id="{C0FAD35F-C55C-E09F-6B03-3995C0D13697}"/>
                  </a:ext>
                </a:extLst>
              </p:cNvPr>
              <p:cNvSpPr>
                <a:spLocks/>
              </p:cNvSpPr>
              <p:nvPr/>
            </p:nvSpPr>
            <p:spPr>
              <a:xfrm>
                <a:off x="2269197" y="3704801"/>
                <a:ext cx="1977629" cy="1092912"/>
              </a:xfrm>
              <a:prstGeom prst="chevron">
                <a:avLst>
                  <a:gd name="adj" fmla="val 24929"/>
                </a:avLst>
              </a:prstGeom>
              <a:solidFill>
                <a:srgbClr val="F2F2F2"/>
              </a:solidFill>
              <a:ln w="12700">
                <a:noFill/>
              </a:ln>
            </p:spPr>
            <p:style>
              <a:lnRef idx="2">
                <a:srgbClr val="242852">
                  <a:shade val="50000"/>
                </a:srgbClr>
              </a:lnRef>
              <a:fillRef idx="1">
                <a:srgbClr val="242852"/>
              </a:fillRef>
              <a:effectRef idx="0">
                <a:srgbClr val="242852"/>
              </a:effectRef>
              <a:fontRef idx="minor">
                <a:srgbClr val="FFFFFF"/>
              </a:fontRef>
            </p:style>
            <p:txBody>
              <a:bodyPr rot="0" spcFirstLastPara="0" vertOverflow="overflow" horzOverflow="overflow" vert="horz" wrap="square" lIns="144000" tIns="108000" rIns="144000" bIns="10800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latin typeface="Arial"/>
                  </a:defRPr>
                </a:pPr>
                <a:r>
                  <a:rPr lang="en-US" sz="3600" b="1">
                    <a:solidFill>
                      <a:srgbClr val="242852"/>
                    </a:solidFill>
                    <a:latin typeface="Arial"/>
                  </a:rPr>
                  <a:t>02.</a:t>
                </a:r>
              </a:p>
            </p:txBody>
          </p:sp>
          <p:sp>
            <p:nvSpPr>
              <p:cNvPr id="15" name="Pfeil: Chevron 11">
                <a:extLst>
                  <a:ext uri="{FF2B5EF4-FFF2-40B4-BE49-F238E27FC236}">
                    <a16:creationId xmlns:a16="http://schemas.microsoft.com/office/drawing/2014/main" id="{5A93AFFE-70B8-5ED0-2DDD-C90F2927F665}"/>
                  </a:ext>
                </a:extLst>
              </p:cNvPr>
              <p:cNvSpPr>
                <a:spLocks/>
              </p:cNvSpPr>
              <p:nvPr/>
            </p:nvSpPr>
            <p:spPr>
              <a:xfrm>
                <a:off x="4118371" y="3704801"/>
                <a:ext cx="1977629" cy="1092912"/>
              </a:xfrm>
              <a:prstGeom prst="chevron">
                <a:avLst>
                  <a:gd name="adj" fmla="val 24929"/>
                </a:avLst>
              </a:prstGeom>
              <a:solidFill>
                <a:srgbClr val="F2F2F2"/>
              </a:solidFill>
              <a:ln w="12700">
                <a:noFill/>
              </a:ln>
            </p:spPr>
            <p:style>
              <a:lnRef idx="2">
                <a:srgbClr val="242852">
                  <a:shade val="50000"/>
                </a:srgbClr>
              </a:lnRef>
              <a:fillRef idx="1">
                <a:srgbClr val="242852"/>
              </a:fillRef>
              <a:effectRef idx="0">
                <a:srgbClr val="242852"/>
              </a:effectRef>
              <a:fontRef idx="minor">
                <a:srgbClr val="FFFFFF"/>
              </a:fontRef>
            </p:style>
            <p:txBody>
              <a:bodyPr rot="0" spcFirstLastPara="0" vertOverflow="overflow" horzOverflow="overflow" vert="horz" wrap="square" lIns="252000" tIns="108000" rIns="144000" bIns="108000" numCol="1" spcCol="0" rtlCol="0" fromWordArt="0" anchor="ctr" anchorCtr="0" forceAA="0" compatLnSpc="1">
                <a:prstTxWarp prst="textNoShape">
                  <a:avLst/>
                </a:prstTxWarp>
                <a:noAutofit/>
              </a:bodyPr>
              <a:lstStyle/>
              <a:p>
                <a:pPr algn="ctr"/>
                <a:r>
                  <a:rPr lang="en-US" sz="3600" b="1">
                    <a:solidFill>
                      <a:srgbClr val="242852"/>
                    </a:solidFill>
                    <a:latin typeface="Arial"/>
                  </a:rPr>
                  <a:t>03.</a:t>
                </a:r>
              </a:p>
            </p:txBody>
          </p:sp>
          <p:sp>
            <p:nvSpPr>
              <p:cNvPr id="16" name="Pfeil: Chevron 12">
                <a:extLst>
                  <a:ext uri="{FF2B5EF4-FFF2-40B4-BE49-F238E27FC236}">
                    <a16:creationId xmlns:a16="http://schemas.microsoft.com/office/drawing/2014/main" id="{634FD269-07A7-E9FA-0737-D72CAC9B1EE8}"/>
                  </a:ext>
                </a:extLst>
              </p:cNvPr>
              <p:cNvSpPr>
                <a:spLocks/>
              </p:cNvSpPr>
              <p:nvPr/>
            </p:nvSpPr>
            <p:spPr>
              <a:xfrm>
                <a:off x="420021" y="3704801"/>
                <a:ext cx="1977629" cy="1092912"/>
              </a:xfrm>
              <a:prstGeom prst="chevron">
                <a:avLst>
                  <a:gd name="adj" fmla="val 24929"/>
                </a:avLst>
              </a:prstGeom>
              <a:solidFill>
                <a:srgbClr val="F2F2F2"/>
              </a:solidFill>
              <a:ln w="12700">
                <a:noFill/>
              </a:ln>
            </p:spPr>
            <p:style>
              <a:lnRef idx="2">
                <a:srgbClr val="242852">
                  <a:shade val="50000"/>
                </a:srgbClr>
              </a:lnRef>
              <a:fillRef idx="1">
                <a:srgbClr val="242852"/>
              </a:fillRef>
              <a:effectRef idx="0">
                <a:srgbClr val="242852"/>
              </a:effectRef>
              <a:fontRef idx="minor">
                <a:srgbClr val="FFFFFF"/>
              </a:fontRef>
            </p:style>
            <p:txBody>
              <a:bodyPr rot="0" spcFirstLastPara="0" vertOverflow="overflow" horzOverflow="overflow" vert="horz" wrap="square" lIns="144000" tIns="108000" rIns="144000" bIns="10800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latin typeface="Arial"/>
                  </a:defRPr>
                </a:pPr>
                <a:r>
                  <a:rPr lang="en-US" sz="3600" b="1">
                    <a:solidFill>
                      <a:srgbClr val="242852"/>
                    </a:solidFill>
                    <a:latin typeface="Arial"/>
                  </a:rPr>
                  <a:t>01.</a:t>
                </a:r>
              </a:p>
            </p:txBody>
          </p:sp>
          <p:sp>
            <p:nvSpPr>
              <p:cNvPr id="17" name="TextBox 14">
                <a:extLst>
                  <a:ext uri="{FF2B5EF4-FFF2-40B4-BE49-F238E27FC236}">
                    <a16:creationId xmlns:a16="http://schemas.microsoft.com/office/drawing/2014/main" id="{09181889-2D7C-A871-D984-3308D078608D}"/>
                  </a:ext>
                </a:extLst>
              </p:cNvPr>
              <p:cNvSpPr txBox="1">
                <a:spLocks/>
              </p:cNvSpPr>
              <p:nvPr/>
            </p:nvSpPr>
            <p:spPr>
              <a:xfrm>
                <a:off x="351175" y="5265534"/>
                <a:ext cx="1823620" cy="707886"/>
              </a:xfrm>
              <a:prstGeom prst="rect">
                <a:avLst/>
              </a:prstGeom>
            </p:spPr>
            <p:txBody>
              <a:bodyPr vert="horz" wrap="square" lIns="0" tIns="0" rIns="0" bIns="0" rtlCol="0" anchor="t">
                <a:spAutoFit/>
              </a:bodyPr>
              <a:lstStyle>
                <a:lvl1pPr marL="180000" indent="-180000" algn="l" defTabSz="914400" rtl="0" eaLnBrk="1" latinLnBrk="0" hangingPunct="1">
                  <a:lnSpc>
                    <a:spcPct val="100000"/>
                  </a:lnSpc>
                  <a:spcBef>
                    <a:spcPts val="0"/>
                  </a:spcBef>
                  <a:spcAft>
                    <a:spcPts val="300"/>
                  </a:spcAft>
                  <a:buClr>
                    <a:srgbClr val="454545"/>
                  </a:buClr>
                  <a:buFont typeface="Wingdings" panose="05000000000000000000" pitchFamily="2" charset="2"/>
                  <a:buChar char="§"/>
                  <a:defRPr sz="1400" kern="1200">
                    <a:solidFill>
                      <a:srgbClr val="454545"/>
                    </a:solidFill>
                    <a:latin typeface="Arial" panose="020B0604020202020204" pitchFamily="34" charset="0"/>
                    <a:ea typeface="+mn-ea"/>
                    <a:cs typeface="Arial" panose="020B0604020202020204" pitchFamily="34" charset="0"/>
                  </a:defRPr>
                </a:lvl1pPr>
                <a:lvl2pPr marL="360000" indent="-180000" algn="l" defTabSz="914400" rtl="0" eaLnBrk="1" latinLnBrk="0" hangingPunct="1">
                  <a:lnSpc>
                    <a:spcPct val="100000"/>
                  </a:lnSpc>
                  <a:spcBef>
                    <a:spcPts val="0"/>
                  </a:spcBef>
                  <a:spcAft>
                    <a:spcPts val="300"/>
                  </a:spcAft>
                  <a:buClr>
                    <a:srgbClr val="454545"/>
                  </a:buClr>
                  <a:buFont typeface="Wingdings" panose="05000000000000000000" pitchFamily="2" charset="2"/>
                  <a:buChar char="§"/>
                  <a:defRPr sz="1400" kern="1200">
                    <a:solidFill>
                      <a:srgbClr val="454545"/>
                    </a:solidFill>
                    <a:latin typeface="Arial" panose="020B0604020202020204" pitchFamily="34" charset="0"/>
                    <a:ea typeface="+mn-ea"/>
                    <a:cs typeface="Arial" panose="020B0604020202020204" pitchFamily="34" charset="0"/>
                  </a:defRPr>
                </a:lvl2pPr>
                <a:lvl3pPr marL="540000" indent="-180000" algn="l" defTabSz="914400" rtl="0" eaLnBrk="1" latinLnBrk="0" hangingPunct="1">
                  <a:lnSpc>
                    <a:spcPct val="100000"/>
                  </a:lnSpc>
                  <a:spcBef>
                    <a:spcPts val="0"/>
                  </a:spcBef>
                  <a:spcAft>
                    <a:spcPts val="300"/>
                  </a:spcAft>
                  <a:buClr>
                    <a:srgbClr val="454545"/>
                  </a:buClr>
                  <a:buFont typeface="Wingdings" panose="05000000000000000000" pitchFamily="2" charset="2"/>
                  <a:buChar char="§"/>
                  <a:defRPr sz="1400" kern="1200">
                    <a:solidFill>
                      <a:srgbClr val="454545"/>
                    </a:solidFill>
                    <a:latin typeface="Arial" panose="020B0604020202020204" pitchFamily="34" charset="0"/>
                    <a:ea typeface="+mn-ea"/>
                    <a:cs typeface="Arial" panose="020B0604020202020204" pitchFamily="34" charset="0"/>
                  </a:defRPr>
                </a:lvl3pPr>
                <a:lvl4pPr marL="720000" indent="-180000" algn="l" defTabSz="914400" rtl="0" eaLnBrk="1" latinLnBrk="0" hangingPunct="1">
                  <a:lnSpc>
                    <a:spcPct val="100000"/>
                  </a:lnSpc>
                  <a:spcBef>
                    <a:spcPts val="0"/>
                  </a:spcBef>
                  <a:spcAft>
                    <a:spcPts val="300"/>
                  </a:spcAft>
                  <a:buClr>
                    <a:srgbClr val="454545"/>
                  </a:buClr>
                  <a:buFont typeface="Wingdings" panose="05000000000000000000" pitchFamily="2" charset="2"/>
                  <a:buChar char="§"/>
                  <a:defRPr sz="1400" kern="1200">
                    <a:solidFill>
                      <a:srgbClr val="454545"/>
                    </a:solidFill>
                    <a:latin typeface="Arial" panose="020B0604020202020204" pitchFamily="34" charset="0"/>
                    <a:ea typeface="+mn-ea"/>
                    <a:cs typeface="Arial" panose="020B0604020202020204" pitchFamily="34" charset="0"/>
                  </a:defRPr>
                </a:lvl4pPr>
                <a:lvl5pPr marL="900000" indent="-180000" algn="l" defTabSz="914400" rtl="0" eaLnBrk="1" latinLnBrk="0" hangingPunct="1">
                  <a:lnSpc>
                    <a:spcPct val="100000"/>
                  </a:lnSpc>
                  <a:spcBef>
                    <a:spcPts val="0"/>
                  </a:spcBef>
                  <a:spcAft>
                    <a:spcPts val="300"/>
                  </a:spcAft>
                  <a:buClr>
                    <a:srgbClr val="454545"/>
                  </a:buClr>
                  <a:buFont typeface="Wingdings" panose="05000000000000000000" pitchFamily="2" charset="2"/>
                  <a:buChar char="§"/>
                  <a:defRPr sz="1400" kern="1200">
                    <a:solidFill>
                      <a:srgbClr val="454545"/>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Arial"/>
                    <a:ea typeface="+mn-ea"/>
                    <a:cs typeface="+mn-cs"/>
                  </a:defRPr>
                </a:lvl9pPr>
              </a:lstStyle>
              <a:p>
                <a:pPr marL="0" indent="0" algn="ctr">
                  <a:buNone/>
                </a:pPr>
                <a:r>
                  <a:rPr lang="en-US" sz="1800" dirty="0">
                    <a:solidFill>
                      <a:srgbClr val="000000"/>
                    </a:solidFill>
                    <a:latin typeface="Arial"/>
                    <a:cs typeface="+mn-cs"/>
                  </a:rPr>
                  <a:t>Lorem ipsum </a:t>
                </a:r>
                <a:br>
                  <a:rPr lang="en-US" sz="1800" dirty="0">
                    <a:solidFill>
                      <a:srgbClr val="000000"/>
                    </a:solidFill>
                    <a:latin typeface="Arial"/>
                    <a:cs typeface="+mn-cs"/>
                  </a:rPr>
                </a:br>
                <a:r>
                  <a:rPr lang="en-US" dirty="0">
                    <a:solidFill>
                      <a:srgbClr val="000000"/>
                    </a:solidFill>
                    <a:latin typeface="Arial"/>
                    <a:cs typeface="+mn-cs"/>
                  </a:rPr>
                  <a:t>dolor sit </a:t>
                </a:r>
                <a:r>
                  <a:rPr lang="en-US" dirty="0" err="1">
                    <a:solidFill>
                      <a:srgbClr val="000000"/>
                    </a:solidFill>
                    <a:latin typeface="Arial"/>
                    <a:cs typeface="+mn-cs"/>
                  </a:rPr>
                  <a:t>amet</a:t>
                </a:r>
                <a:r>
                  <a:rPr lang="en-US" dirty="0">
                    <a:solidFill>
                      <a:srgbClr val="000000"/>
                    </a:solidFill>
                    <a:latin typeface="Arial"/>
                    <a:cs typeface="+mn-cs"/>
                  </a:rPr>
                  <a:t>, </a:t>
                </a:r>
                <a:r>
                  <a:rPr lang="en-US" dirty="0" err="1">
                    <a:solidFill>
                      <a:srgbClr val="000000"/>
                    </a:solidFill>
                    <a:latin typeface="Arial"/>
                    <a:cs typeface="+mn-cs"/>
                  </a:rPr>
                  <a:t>consetetur</a:t>
                </a:r>
                <a:r>
                  <a:rPr lang="en-US" dirty="0">
                    <a:solidFill>
                      <a:srgbClr val="000000"/>
                    </a:solidFill>
                    <a:latin typeface="Arial"/>
                    <a:cs typeface="+mn-cs"/>
                  </a:rPr>
                  <a:t> </a:t>
                </a:r>
                <a:r>
                  <a:rPr lang="en-US" dirty="0" err="1">
                    <a:solidFill>
                      <a:srgbClr val="000000"/>
                    </a:solidFill>
                    <a:latin typeface="Arial"/>
                    <a:cs typeface="+mn-cs"/>
                  </a:rPr>
                  <a:t>sadipscing</a:t>
                </a:r>
                <a:endParaRPr lang="en-US" sz="1200" dirty="0">
                  <a:solidFill>
                    <a:srgbClr val="000000"/>
                  </a:solidFill>
                  <a:latin typeface="Arial"/>
                  <a:cs typeface="+mn-cs"/>
                </a:endParaRPr>
              </a:p>
            </p:txBody>
          </p:sp>
          <p:sp>
            <p:nvSpPr>
              <p:cNvPr id="18" name="TextBox 14">
                <a:extLst>
                  <a:ext uri="{FF2B5EF4-FFF2-40B4-BE49-F238E27FC236}">
                    <a16:creationId xmlns:a16="http://schemas.microsoft.com/office/drawing/2014/main" id="{BEA4F28D-F182-7082-CF90-4A2D3C888B19}"/>
                  </a:ext>
                </a:extLst>
              </p:cNvPr>
              <p:cNvSpPr txBox="1">
                <a:spLocks/>
              </p:cNvSpPr>
              <p:nvPr/>
            </p:nvSpPr>
            <p:spPr>
              <a:xfrm>
                <a:off x="2200350" y="2529095"/>
                <a:ext cx="1823620" cy="707886"/>
              </a:xfrm>
              <a:prstGeom prst="rect">
                <a:avLst/>
              </a:prstGeom>
            </p:spPr>
            <p:txBody>
              <a:bodyPr vert="horz" wrap="square" lIns="0" tIns="0" rIns="0" bIns="0" rtlCol="0" anchor="b">
                <a:spAutoFit/>
              </a:bodyPr>
              <a:lstStyle>
                <a:lvl1pPr marL="180000" indent="-180000" algn="l" defTabSz="914400" rtl="0" eaLnBrk="1" latinLnBrk="0" hangingPunct="1">
                  <a:lnSpc>
                    <a:spcPct val="100000"/>
                  </a:lnSpc>
                  <a:spcBef>
                    <a:spcPts val="0"/>
                  </a:spcBef>
                  <a:spcAft>
                    <a:spcPts val="300"/>
                  </a:spcAft>
                  <a:buClr>
                    <a:srgbClr val="454545"/>
                  </a:buClr>
                  <a:buFont typeface="Wingdings" panose="05000000000000000000" pitchFamily="2" charset="2"/>
                  <a:buChar char="§"/>
                  <a:defRPr sz="1400" kern="1200">
                    <a:solidFill>
                      <a:srgbClr val="454545"/>
                    </a:solidFill>
                    <a:latin typeface="Arial" panose="020B0604020202020204" pitchFamily="34" charset="0"/>
                    <a:ea typeface="+mn-ea"/>
                    <a:cs typeface="Arial" panose="020B0604020202020204" pitchFamily="34" charset="0"/>
                  </a:defRPr>
                </a:lvl1pPr>
                <a:lvl2pPr marL="360000" indent="-180000" algn="l" defTabSz="914400" rtl="0" eaLnBrk="1" latinLnBrk="0" hangingPunct="1">
                  <a:lnSpc>
                    <a:spcPct val="100000"/>
                  </a:lnSpc>
                  <a:spcBef>
                    <a:spcPts val="0"/>
                  </a:spcBef>
                  <a:spcAft>
                    <a:spcPts val="300"/>
                  </a:spcAft>
                  <a:buClr>
                    <a:srgbClr val="454545"/>
                  </a:buClr>
                  <a:buFont typeface="Wingdings" panose="05000000000000000000" pitchFamily="2" charset="2"/>
                  <a:buChar char="§"/>
                  <a:defRPr sz="1400" kern="1200">
                    <a:solidFill>
                      <a:srgbClr val="454545"/>
                    </a:solidFill>
                    <a:latin typeface="Arial" panose="020B0604020202020204" pitchFamily="34" charset="0"/>
                    <a:ea typeface="+mn-ea"/>
                    <a:cs typeface="Arial" panose="020B0604020202020204" pitchFamily="34" charset="0"/>
                  </a:defRPr>
                </a:lvl2pPr>
                <a:lvl3pPr marL="540000" indent="-180000" algn="l" defTabSz="914400" rtl="0" eaLnBrk="1" latinLnBrk="0" hangingPunct="1">
                  <a:lnSpc>
                    <a:spcPct val="100000"/>
                  </a:lnSpc>
                  <a:spcBef>
                    <a:spcPts val="0"/>
                  </a:spcBef>
                  <a:spcAft>
                    <a:spcPts val="300"/>
                  </a:spcAft>
                  <a:buClr>
                    <a:srgbClr val="454545"/>
                  </a:buClr>
                  <a:buFont typeface="Wingdings" panose="05000000000000000000" pitchFamily="2" charset="2"/>
                  <a:buChar char="§"/>
                  <a:defRPr sz="1400" kern="1200">
                    <a:solidFill>
                      <a:srgbClr val="454545"/>
                    </a:solidFill>
                    <a:latin typeface="Arial" panose="020B0604020202020204" pitchFamily="34" charset="0"/>
                    <a:ea typeface="+mn-ea"/>
                    <a:cs typeface="Arial" panose="020B0604020202020204" pitchFamily="34" charset="0"/>
                  </a:defRPr>
                </a:lvl3pPr>
                <a:lvl4pPr marL="720000" indent="-180000" algn="l" defTabSz="914400" rtl="0" eaLnBrk="1" latinLnBrk="0" hangingPunct="1">
                  <a:lnSpc>
                    <a:spcPct val="100000"/>
                  </a:lnSpc>
                  <a:spcBef>
                    <a:spcPts val="0"/>
                  </a:spcBef>
                  <a:spcAft>
                    <a:spcPts val="300"/>
                  </a:spcAft>
                  <a:buClr>
                    <a:srgbClr val="454545"/>
                  </a:buClr>
                  <a:buFont typeface="Wingdings" panose="05000000000000000000" pitchFamily="2" charset="2"/>
                  <a:buChar char="§"/>
                  <a:defRPr sz="1400" kern="1200">
                    <a:solidFill>
                      <a:srgbClr val="454545"/>
                    </a:solidFill>
                    <a:latin typeface="Arial" panose="020B0604020202020204" pitchFamily="34" charset="0"/>
                    <a:ea typeface="+mn-ea"/>
                    <a:cs typeface="Arial" panose="020B0604020202020204" pitchFamily="34" charset="0"/>
                  </a:defRPr>
                </a:lvl4pPr>
                <a:lvl5pPr marL="900000" indent="-180000" algn="l" defTabSz="914400" rtl="0" eaLnBrk="1" latinLnBrk="0" hangingPunct="1">
                  <a:lnSpc>
                    <a:spcPct val="100000"/>
                  </a:lnSpc>
                  <a:spcBef>
                    <a:spcPts val="0"/>
                  </a:spcBef>
                  <a:spcAft>
                    <a:spcPts val="300"/>
                  </a:spcAft>
                  <a:buClr>
                    <a:srgbClr val="454545"/>
                  </a:buClr>
                  <a:buFont typeface="Wingdings" panose="05000000000000000000" pitchFamily="2" charset="2"/>
                  <a:buChar char="§"/>
                  <a:defRPr sz="1400" kern="1200">
                    <a:solidFill>
                      <a:srgbClr val="454545"/>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Arial"/>
                    <a:ea typeface="+mn-ea"/>
                    <a:cs typeface="+mn-cs"/>
                  </a:defRPr>
                </a:lvl9pPr>
              </a:lstStyle>
              <a:p>
                <a:pPr marL="0" indent="0" algn="ctr">
                  <a:buNone/>
                </a:pPr>
                <a:r>
                  <a:rPr lang="en-US" sz="1800" dirty="0">
                    <a:solidFill>
                      <a:srgbClr val="000000"/>
                    </a:solidFill>
                    <a:latin typeface="Arial"/>
                    <a:cs typeface="+mn-cs"/>
                  </a:rPr>
                  <a:t>Lorem ipsum </a:t>
                </a:r>
                <a:br>
                  <a:rPr lang="en-US" sz="1800" dirty="0">
                    <a:solidFill>
                      <a:srgbClr val="000000"/>
                    </a:solidFill>
                    <a:latin typeface="Arial"/>
                    <a:cs typeface="+mn-cs"/>
                  </a:rPr>
                </a:br>
                <a:r>
                  <a:rPr lang="en-US" dirty="0">
                    <a:solidFill>
                      <a:srgbClr val="000000"/>
                    </a:solidFill>
                    <a:latin typeface="Arial"/>
                    <a:cs typeface="+mn-cs"/>
                  </a:rPr>
                  <a:t>dolor sit </a:t>
                </a:r>
                <a:r>
                  <a:rPr lang="en-US" dirty="0" err="1">
                    <a:solidFill>
                      <a:srgbClr val="000000"/>
                    </a:solidFill>
                    <a:latin typeface="Arial"/>
                    <a:cs typeface="+mn-cs"/>
                  </a:rPr>
                  <a:t>amet</a:t>
                </a:r>
                <a:r>
                  <a:rPr lang="en-US" dirty="0">
                    <a:solidFill>
                      <a:srgbClr val="000000"/>
                    </a:solidFill>
                    <a:latin typeface="Arial"/>
                    <a:cs typeface="+mn-cs"/>
                  </a:rPr>
                  <a:t>, </a:t>
                </a:r>
                <a:r>
                  <a:rPr lang="en-US" dirty="0" err="1">
                    <a:solidFill>
                      <a:srgbClr val="000000"/>
                    </a:solidFill>
                    <a:latin typeface="Arial"/>
                    <a:cs typeface="+mn-cs"/>
                  </a:rPr>
                  <a:t>consetetur</a:t>
                </a:r>
                <a:r>
                  <a:rPr lang="en-US" dirty="0">
                    <a:solidFill>
                      <a:srgbClr val="000000"/>
                    </a:solidFill>
                    <a:latin typeface="Arial"/>
                    <a:cs typeface="+mn-cs"/>
                  </a:rPr>
                  <a:t> </a:t>
                </a:r>
                <a:r>
                  <a:rPr lang="en-US" dirty="0" err="1">
                    <a:solidFill>
                      <a:srgbClr val="000000"/>
                    </a:solidFill>
                    <a:latin typeface="Arial"/>
                    <a:cs typeface="+mn-cs"/>
                  </a:rPr>
                  <a:t>sadipscing</a:t>
                </a:r>
                <a:endParaRPr lang="en-US" sz="1200" dirty="0">
                  <a:solidFill>
                    <a:srgbClr val="000000"/>
                  </a:solidFill>
                  <a:latin typeface="Arial"/>
                  <a:cs typeface="+mn-cs"/>
                </a:endParaRPr>
              </a:p>
            </p:txBody>
          </p:sp>
          <p:sp>
            <p:nvSpPr>
              <p:cNvPr id="19" name="TextBox 14">
                <a:extLst>
                  <a:ext uri="{FF2B5EF4-FFF2-40B4-BE49-F238E27FC236}">
                    <a16:creationId xmlns:a16="http://schemas.microsoft.com/office/drawing/2014/main" id="{E6B3CCAC-48B7-2542-1C80-71CADFC3D2C6}"/>
                  </a:ext>
                </a:extLst>
              </p:cNvPr>
              <p:cNvSpPr txBox="1">
                <a:spLocks/>
              </p:cNvSpPr>
              <p:nvPr/>
            </p:nvSpPr>
            <p:spPr>
              <a:xfrm>
                <a:off x="4049525" y="5265534"/>
                <a:ext cx="1823620" cy="707886"/>
              </a:xfrm>
              <a:prstGeom prst="rect">
                <a:avLst/>
              </a:prstGeom>
            </p:spPr>
            <p:txBody>
              <a:bodyPr vert="horz" wrap="square" lIns="0" tIns="0" rIns="0" bIns="0" rtlCol="0" anchor="t">
                <a:spAutoFit/>
              </a:bodyPr>
              <a:lstStyle>
                <a:lvl1pPr marL="180000" indent="-180000" algn="l" defTabSz="914400" rtl="0" eaLnBrk="1" latinLnBrk="0" hangingPunct="1">
                  <a:lnSpc>
                    <a:spcPct val="100000"/>
                  </a:lnSpc>
                  <a:spcBef>
                    <a:spcPts val="0"/>
                  </a:spcBef>
                  <a:spcAft>
                    <a:spcPts val="300"/>
                  </a:spcAft>
                  <a:buClr>
                    <a:srgbClr val="454545"/>
                  </a:buClr>
                  <a:buFont typeface="Wingdings" panose="05000000000000000000" pitchFamily="2" charset="2"/>
                  <a:buChar char="§"/>
                  <a:defRPr sz="1400" kern="1200">
                    <a:solidFill>
                      <a:srgbClr val="454545"/>
                    </a:solidFill>
                    <a:latin typeface="Arial" panose="020B0604020202020204" pitchFamily="34" charset="0"/>
                    <a:ea typeface="+mn-ea"/>
                    <a:cs typeface="Arial" panose="020B0604020202020204" pitchFamily="34" charset="0"/>
                  </a:defRPr>
                </a:lvl1pPr>
                <a:lvl2pPr marL="360000" indent="-180000" algn="l" defTabSz="914400" rtl="0" eaLnBrk="1" latinLnBrk="0" hangingPunct="1">
                  <a:lnSpc>
                    <a:spcPct val="100000"/>
                  </a:lnSpc>
                  <a:spcBef>
                    <a:spcPts val="0"/>
                  </a:spcBef>
                  <a:spcAft>
                    <a:spcPts val="300"/>
                  </a:spcAft>
                  <a:buClr>
                    <a:srgbClr val="454545"/>
                  </a:buClr>
                  <a:buFont typeface="Wingdings" panose="05000000000000000000" pitchFamily="2" charset="2"/>
                  <a:buChar char="§"/>
                  <a:defRPr sz="1400" kern="1200">
                    <a:solidFill>
                      <a:srgbClr val="454545"/>
                    </a:solidFill>
                    <a:latin typeface="Arial" panose="020B0604020202020204" pitchFamily="34" charset="0"/>
                    <a:ea typeface="+mn-ea"/>
                    <a:cs typeface="Arial" panose="020B0604020202020204" pitchFamily="34" charset="0"/>
                  </a:defRPr>
                </a:lvl2pPr>
                <a:lvl3pPr marL="540000" indent="-180000" algn="l" defTabSz="914400" rtl="0" eaLnBrk="1" latinLnBrk="0" hangingPunct="1">
                  <a:lnSpc>
                    <a:spcPct val="100000"/>
                  </a:lnSpc>
                  <a:spcBef>
                    <a:spcPts val="0"/>
                  </a:spcBef>
                  <a:spcAft>
                    <a:spcPts val="300"/>
                  </a:spcAft>
                  <a:buClr>
                    <a:srgbClr val="454545"/>
                  </a:buClr>
                  <a:buFont typeface="Wingdings" panose="05000000000000000000" pitchFamily="2" charset="2"/>
                  <a:buChar char="§"/>
                  <a:defRPr sz="1400" kern="1200">
                    <a:solidFill>
                      <a:srgbClr val="454545"/>
                    </a:solidFill>
                    <a:latin typeface="Arial" panose="020B0604020202020204" pitchFamily="34" charset="0"/>
                    <a:ea typeface="+mn-ea"/>
                    <a:cs typeface="Arial" panose="020B0604020202020204" pitchFamily="34" charset="0"/>
                  </a:defRPr>
                </a:lvl3pPr>
                <a:lvl4pPr marL="720000" indent="-180000" algn="l" defTabSz="914400" rtl="0" eaLnBrk="1" latinLnBrk="0" hangingPunct="1">
                  <a:lnSpc>
                    <a:spcPct val="100000"/>
                  </a:lnSpc>
                  <a:spcBef>
                    <a:spcPts val="0"/>
                  </a:spcBef>
                  <a:spcAft>
                    <a:spcPts val="300"/>
                  </a:spcAft>
                  <a:buClr>
                    <a:srgbClr val="454545"/>
                  </a:buClr>
                  <a:buFont typeface="Wingdings" panose="05000000000000000000" pitchFamily="2" charset="2"/>
                  <a:buChar char="§"/>
                  <a:defRPr sz="1400" kern="1200">
                    <a:solidFill>
                      <a:srgbClr val="454545"/>
                    </a:solidFill>
                    <a:latin typeface="Arial" panose="020B0604020202020204" pitchFamily="34" charset="0"/>
                    <a:ea typeface="+mn-ea"/>
                    <a:cs typeface="Arial" panose="020B0604020202020204" pitchFamily="34" charset="0"/>
                  </a:defRPr>
                </a:lvl4pPr>
                <a:lvl5pPr marL="900000" indent="-180000" algn="l" defTabSz="914400" rtl="0" eaLnBrk="1" latinLnBrk="0" hangingPunct="1">
                  <a:lnSpc>
                    <a:spcPct val="100000"/>
                  </a:lnSpc>
                  <a:spcBef>
                    <a:spcPts val="0"/>
                  </a:spcBef>
                  <a:spcAft>
                    <a:spcPts val="300"/>
                  </a:spcAft>
                  <a:buClr>
                    <a:srgbClr val="454545"/>
                  </a:buClr>
                  <a:buFont typeface="Wingdings" panose="05000000000000000000" pitchFamily="2" charset="2"/>
                  <a:buChar char="§"/>
                  <a:defRPr sz="1400" kern="1200">
                    <a:solidFill>
                      <a:srgbClr val="454545"/>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Arial"/>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Arial"/>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Arial"/>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rgbClr val="000000"/>
                    </a:solidFill>
                    <a:latin typeface="Arial"/>
                    <a:ea typeface="+mn-ea"/>
                    <a:cs typeface="+mn-cs"/>
                  </a:defRPr>
                </a:lvl9pPr>
              </a:lstStyle>
              <a:p>
                <a:pPr marL="0" indent="0" algn="ctr">
                  <a:buNone/>
                </a:pPr>
                <a:r>
                  <a:rPr lang="en-US" sz="1800" dirty="0">
                    <a:solidFill>
                      <a:srgbClr val="000000"/>
                    </a:solidFill>
                    <a:latin typeface="Arial"/>
                    <a:cs typeface="+mn-cs"/>
                  </a:rPr>
                  <a:t>Lorem ipsum </a:t>
                </a:r>
                <a:br>
                  <a:rPr lang="en-US" sz="1800" dirty="0">
                    <a:solidFill>
                      <a:srgbClr val="000000"/>
                    </a:solidFill>
                    <a:latin typeface="Arial"/>
                    <a:cs typeface="+mn-cs"/>
                  </a:rPr>
                </a:br>
                <a:r>
                  <a:rPr lang="en-US" dirty="0">
                    <a:solidFill>
                      <a:srgbClr val="000000"/>
                    </a:solidFill>
                    <a:latin typeface="Arial"/>
                    <a:cs typeface="+mn-cs"/>
                  </a:rPr>
                  <a:t>dolor sit </a:t>
                </a:r>
                <a:r>
                  <a:rPr lang="en-US" dirty="0" err="1">
                    <a:solidFill>
                      <a:srgbClr val="000000"/>
                    </a:solidFill>
                    <a:latin typeface="Arial"/>
                    <a:cs typeface="+mn-cs"/>
                  </a:rPr>
                  <a:t>amet</a:t>
                </a:r>
                <a:r>
                  <a:rPr lang="en-US" dirty="0">
                    <a:solidFill>
                      <a:srgbClr val="000000"/>
                    </a:solidFill>
                    <a:latin typeface="Arial"/>
                    <a:cs typeface="+mn-cs"/>
                  </a:rPr>
                  <a:t>, </a:t>
                </a:r>
                <a:r>
                  <a:rPr lang="en-US" dirty="0" err="1">
                    <a:solidFill>
                      <a:srgbClr val="000000"/>
                    </a:solidFill>
                    <a:latin typeface="Arial"/>
                    <a:cs typeface="+mn-cs"/>
                  </a:rPr>
                  <a:t>consetetur</a:t>
                </a:r>
                <a:r>
                  <a:rPr lang="en-US" dirty="0">
                    <a:solidFill>
                      <a:srgbClr val="000000"/>
                    </a:solidFill>
                    <a:latin typeface="Arial"/>
                    <a:cs typeface="+mn-cs"/>
                  </a:rPr>
                  <a:t> </a:t>
                </a:r>
                <a:r>
                  <a:rPr lang="en-US" dirty="0" err="1">
                    <a:solidFill>
                      <a:srgbClr val="000000"/>
                    </a:solidFill>
                    <a:latin typeface="Arial"/>
                    <a:cs typeface="+mn-cs"/>
                  </a:rPr>
                  <a:t>sadipscing</a:t>
                </a:r>
                <a:endParaRPr lang="en-US" sz="1200" dirty="0">
                  <a:solidFill>
                    <a:srgbClr val="000000"/>
                  </a:solidFill>
                  <a:latin typeface="Arial"/>
                  <a:cs typeface="+mn-cs"/>
                </a:endParaRPr>
              </a:p>
            </p:txBody>
          </p:sp>
          <p:cxnSp>
            <p:nvCxnSpPr>
              <p:cNvPr id="20" name="Gerader Verbinder 28">
                <a:extLst>
                  <a:ext uri="{FF2B5EF4-FFF2-40B4-BE49-F238E27FC236}">
                    <a16:creationId xmlns:a16="http://schemas.microsoft.com/office/drawing/2014/main" id="{67913742-F8E7-31EF-A843-249F0EE4FFF4}"/>
                  </a:ext>
                </a:extLst>
              </p:cNvPr>
              <p:cNvCxnSpPr>
                <a:cxnSpLocks/>
              </p:cNvCxnSpPr>
              <p:nvPr/>
            </p:nvCxnSpPr>
            <p:spPr>
              <a:xfrm flipV="1">
                <a:off x="3112159" y="3334049"/>
                <a:ext cx="0" cy="273684"/>
              </a:xfrm>
              <a:prstGeom prst="line">
                <a:avLst/>
              </a:prstGeom>
              <a:ln w="9525" cap="rnd">
                <a:solidFill>
                  <a:srgbClr val="242852">
                    <a:lumMod val="20000"/>
                    <a:lumOff val="80000"/>
                  </a:srgbClr>
                </a:solidFill>
                <a:round/>
                <a:headEnd type="none" w="med" len="med"/>
                <a:tailEnd type="none" w="med" len="med"/>
              </a:ln>
            </p:spPr>
            <p:style>
              <a:lnRef idx="1">
                <a:srgbClr val="242852"/>
              </a:lnRef>
              <a:fillRef idx="0">
                <a:srgbClr val="242852"/>
              </a:fillRef>
              <a:effectRef idx="0">
                <a:srgbClr val="242852"/>
              </a:effectRef>
              <a:fontRef idx="minor">
                <a:srgbClr val="000000"/>
              </a:fontRef>
            </p:style>
          </p:cxnSp>
          <p:cxnSp>
            <p:nvCxnSpPr>
              <p:cNvPr id="21" name="Gerader Verbinder 29">
                <a:extLst>
                  <a:ext uri="{FF2B5EF4-FFF2-40B4-BE49-F238E27FC236}">
                    <a16:creationId xmlns:a16="http://schemas.microsoft.com/office/drawing/2014/main" id="{A3D76EFC-E26F-A7E7-3220-0893F4B38B8B}"/>
                  </a:ext>
                </a:extLst>
              </p:cNvPr>
              <p:cNvCxnSpPr>
                <a:cxnSpLocks/>
              </p:cNvCxnSpPr>
              <p:nvPr/>
            </p:nvCxnSpPr>
            <p:spPr>
              <a:xfrm flipV="1">
                <a:off x="1262984" y="4894781"/>
                <a:ext cx="0" cy="273684"/>
              </a:xfrm>
              <a:prstGeom prst="line">
                <a:avLst/>
              </a:prstGeom>
              <a:ln w="9525" cap="rnd">
                <a:solidFill>
                  <a:srgbClr val="242852">
                    <a:lumMod val="20000"/>
                    <a:lumOff val="80000"/>
                  </a:srgbClr>
                </a:solidFill>
                <a:round/>
                <a:headEnd type="none" w="med" len="med"/>
                <a:tailEnd type="none" w="med" len="med"/>
              </a:ln>
            </p:spPr>
            <p:style>
              <a:lnRef idx="1">
                <a:srgbClr val="242852"/>
              </a:lnRef>
              <a:fillRef idx="0">
                <a:srgbClr val="242852"/>
              </a:fillRef>
              <a:effectRef idx="0">
                <a:srgbClr val="242852"/>
              </a:effectRef>
              <a:fontRef idx="minor">
                <a:srgbClr val="000000"/>
              </a:fontRef>
            </p:style>
          </p:cxnSp>
          <p:cxnSp>
            <p:nvCxnSpPr>
              <p:cNvPr id="22" name="Gerader Verbinder 30">
                <a:extLst>
                  <a:ext uri="{FF2B5EF4-FFF2-40B4-BE49-F238E27FC236}">
                    <a16:creationId xmlns:a16="http://schemas.microsoft.com/office/drawing/2014/main" id="{E5D993DA-BD08-FBED-B23D-95968320E80B}"/>
                  </a:ext>
                </a:extLst>
              </p:cNvPr>
              <p:cNvCxnSpPr>
                <a:cxnSpLocks/>
              </p:cNvCxnSpPr>
              <p:nvPr/>
            </p:nvCxnSpPr>
            <p:spPr>
              <a:xfrm flipV="1">
                <a:off x="4961334" y="4894781"/>
                <a:ext cx="0" cy="273684"/>
              </a:xfrm>
              <a:prstGeom prst="line">
                <a:avLst/>
              </a:prstGeom>
              <a:ln w="9525" cap="rnd">
                <a:solidFill>
                  <a:srgbClr val="242852">
                    <a:lumMod val="20000"/>
                    <a:lumOff val="80000"/>
                  </a:srgbClr>
                </a:solidFill>
                <a:round/>
                <a:headEnd type="none" w="med" len="med"/>
                <a:tailEnd type="none" w="med" len="med"/>
              </a:ln>
            </p:spPr>
            <p:style>
              <a:lnRef idx="1">
                <a:srgbClr val="242852"/>
              </a:lnRef>
              <a:fillRef idx="0">
                <a:srgbClr val="242852"/>
              </a:fillRef>
              <a:effectRef idx="0">
                <a:srgbClr val="242852"/>
              </a:effectRef>
              <a:fontRef idx="minor">
                <a:srgbClr val="000000"/>
              </a:fontRef>
            </p:style>
          </p:cxnSp>
        </p:grpSp>
        <p:sp>
          <p:nvSpPr>
            <p:cNvPr id="23" name="Ellipse 43">
              <a:extLst>
                <a:ext uri="{FF2B5EF4-FFF2-40B4-BE49-F238E27FC236}">
                  <a16:creationId xmlns:a16="http://schemas.microsoft.com/office/drawing/2014/main" id="{A7F687BA-74CC-0C72-EA3B-38E196099EE3}"/>
                </a:ext>
              </a:extLst>
            </p:cNvPr>
            <p:cNvSpPr>
              <a:spLocks/>
            </p:cNvSpPr>
            <p:nvPr/>
          </p:nvSpPr>
          <p:spPr bwMode="gray">
            <a:xfrm rot="16200000">
              <a:off x="2696777" y="3633435"/>
              <a:ext cx="538359" cy="538300"/>
            </a:xfrm>
            <a:custGeom>
              <a:avLst/>
              <a:gdLst>
                <a:gd name="connsiteX0" fmla="*/ 0 w 2160180"/>
                <a:gd name="connsiteY0" fmla="*/ 1079971 h 2159942"/>
                <a:gd name="connsiteX1" fmla="*/ 1080090 w 2160180"/>
                <a:gd name="connsiteY1" fmla="*/ 0 h 2159942"/>
                <a:gd name="connsiteX2" fmla="*/ 2160180 w 2160180"/>
                <a:gd name="connsiteY2" fmla="*/ 1079971 h 2159942"/>
                <a:gd name="connsiteX3" fmla="*/ 1080090 w 2160180"/>
                <a:gd name="connsiteY3" fmla="*/ 2159942 h 2159942"/>
                <a:gd name="connsiteX4" fmla="*/ 0 w 2160180"/>
                <a:gd name="connsiteY4" fmla="*/ 1079971 h 2159942"/>
                <a:gd name="connsiteX0" fmla="*/ 1080090 w 2160180"/>
                <a:gd name="connsiteY0" fmla="*/ 2159942 h 2251382"/>
                <a:gd name="connsiteX1" fmla="*/ 0 w 2160180"/>
                <a:gd name="connsiteY1" fmla="*/ 1079971 h 2251382"/>
                <a:gd name="connsiteX2" fmla="*/ 1080090 w 2160180"/>
                <a:gd name="connsiteY2" fmla="*/ 0 h 2251382"/>
                <a:gd name="connsiteX3" fmla="*/ 2160180 w 2160180"/>
                <a:gd name="connsiteY3" fmla="*/ 1079971 h 2251382"/>
                <a:gd name="connsiteX4" fmla="*/ 1171530 w 2160180"/>
                <a:gd name="connsiteY4" fmla="*/ 2251382 h 2251382"/>
                <a:gd name="connsiteX0" fmla="*/ 1080090 w 2160180"/>
                <a:gd name="connsiteY0" fmla="*/ 2159942 h 2159942"/>
                <a:gd name="connsiteX1" fmla="*/ 0 w 2160180"/>
                <a:gd name="connsiteY1" fmla="*/ 1079971 h 2159942"/>
                <a:gd name="connsiteX2" fmla="*/ 1080090 w 2160180"/>
                <a:gd name="connsiteY2" fmla="*/ 0 h 2159942"/>
                <a:gd name="connsiteX3" fmla="*/ 2160180 w 2160180"/>
                <a:gd name="connsiteY3" fmla="*/ 1079971 h 2159942"/>
                <a:gd name="connsiteX0" fmla="*/ 0 w 2160180"/>
                <a:gd name="connsiteY0" fmla="*/ 1079971 h 1079971"/>
                <a:gd name="connsiteX1" fmla="*/ 1080090 w 2160180"/>
                <a:gd name="connsiteY1" fmla="*/ 0 h 1079971"/>
                <a:gd name="connsiteX2" fmla="*/ 2160180 w 2160180"/>
                <a:gd name="connsiteY2" fmla="*/ 1079971 h 1079971"/>
                <a:gd name="connsiteX0" fmla="*/ -1 w 1080089"/>
                <a:gd name="connsiteY0" fmla="*/ 0 h 1079971"/>
                <a:gd name="connsiteX1" fmla="*/ 1080089 w 1080089"/>
                <a:gd name="connsiteY1" fmla="*/ 1079971 h 1079971"/>
              </a:gdLst>
              <a:ahLst/>
              <a:cxnLst>
                <a:cxn ang="0">
                  <a:pos x="connsiteX0" y="connsiteY0"/>
                </a:cxn>
                <a:cxn ang="0">
                  <a:pos x="connsiteX1" y="connsiteY1"/>
                </a:cxn>
              </a:cxnLst>
              <a:rect l="l" t="t" r="r" b="b"/>
              <a:pathLst>
                <a:path w="1080089" h="1079971">
                  <a:moveTo>
                    <a:pt x="-1" y="0"/>
                  </a:moveTo>
                  <a:cubicBezTo>
                    <a:pt x="596516" y="0"/>
                    <a:pt x="1080089" y="483519"/>
                    <a:pt x="1080089" y="1079971"/>
                  </a:cubicBezTo>
                </a:path>
              </a:pathLst>
            </a:custGeom>
            <a:noFill/>
            <a:ln w="6350" cap="rnd" cmpd="sng" algn="ctr">
              <a:solidFill>
                <a:srgbClr val="242852">
                  <a:lumMod val="20000"/>
                  <a:lumOff val="80000"/>
                </a:srgbClr>
              </a:solidFill>
              <a:prstDash val="solid"/>
              <a:round/>
              <a:headEnd type="none" w="med" len="med"/>
              <a:tailEnd type="none" w="med" len="med"/>
            </a:ln>
            <a:effectLst/>
          </p:spPr>
          <p:txBody>
            <a:bodyPr rtlCol="0" anchor="ctr"/>
            <a:lstStyle/>
            <a:p>
              <a:pPr algn="ctr"/>
              <a:endParaRPr lang="en-US" sz="1999">
                <a:latin typeface="Arial"/>
              </a:endParaRPr>
            </a:p>
          </p:txBody>
        </p:sp>
        <p:sp>
          <p:nvSpPr>
            <p:cNvPr id="24" name="Ellipse 43">
              <a:extLst>
                <a:ext uri="{FF2B5EF4-FFF2-40B4-BE49-F238E27FC236}">
                  <a16:creationId xmlns:a16="http://schemas.microsoft.com/office/drawing/2014/main" id="{388F31E4-48CB-00D1-5C8B-DA91601F4D61}"/>
                </a:ext>
              </a:extLst>
            </p:cNvPr>
            <p:cNvSpPr>
              <a:spLocks/>
            </p:cNvSpPr>
            <p:nvPr/>
          </p:nvSpPr>
          <p:spPr bwMode="gray">
            <a:xfrm rot="5400000">
              <a:off x="3234898" y="3094861"/>
              <a:ext cx="538360" cy="538300"/>
            </a:xfrm>
            <a:custGeom>
              <a:avLst/>
              <a:gdLst>
                <a:gd name="connsiteX0" fmla="*/ 0 w 2160180"/>
                <a:gd name="connsiteY0" fmla="*/ 1079971 h 2159942"/>
                <a:gd name="connsiteX1" fmla="*/ 1080090 w 2160180"/>
                <a:gd name="connsiteY1" fmla="*/ 0 h 2159942"/>
                <a:gd name="connsiteX2" fmla="*/ 2160180 w 2160180"/>
                <a:gd name="connsiteY2" fmla="*/ 1079971 h 2159942"/>
                <a:gd name="connsiteX3" fmla="*/ 1080090 w 2160180"/>
                <a:gd name="connsiteY3" fmla="*/ 2159942 h 2159942"/>
                <a:gd name="connsiteX4" fmla="*/ 0 w 2160180"/>
                <a:gd name="connsiteY4" fmla="*/ 1079971 h 2159942"/>
                <a:gd name="connsiteX0" fmla="*/ 1080090 w 2160180"/>
                <a:gd name="connsiteY0" fmla="*/ 2159942 h 2251382"/>
                <a:gd name="connsiteX1" fmla="*/ 0 w 2160180"/>
                <a:gd name="connsiteY1" fmla="*/ 1079971 h 2251382"/>
                <a:gd name="connsiteX2" fmla="*/ 1080090 w 2160180"/>
                <a:gd name="connsiteY2" fmla="*/ 0 h 2251382"/>
                <a:gd name="connsiteX3" fmla="*/ 2160180 w 2160180"/>
                <a:gd name="connsiteY3" fmla="*/ 1079971 h 2251382"/>
                <a:gd name="connsiteX4" fmla="*/ 1171530 w 2160180"/>
                <a:gd name="connsiteY4" fmla="*/ 2251382 h 2251382"/>
                <a:gd name="connsiteX0" fmla="*/ 1080090 w 2160180"/>
                <a:gd name="connsiteY0" fmla="*/ 2159942 h 2159942"/>
                <a:gd name="connsiteX1" fmla="*/ 0 w 2160180"/>
                <a:gd name="connsiteY1" fmla="*/ 1079971 h 2159942"/>
                <a:gd name="connsiteX2" fmla="*/ 1080090 w 2160180"/>
                <a:gd name="connsiteY2" fmla="*/ 0 h 2159942"/>
                <a:gd name="connsiteX3" fmla="*/ 2160180 w 2160180"/>
                <a:gd name="connsiteY3" fmla="*/ 1079971 h 2159942"/>
                <a:gd name="connsiteX0" fmla="*/ 0 w 2160180"/>
                <a:gd name="connsiteY0" fmla="*/ 1079971 h 1079971"/>
                <a:gd name="connsiteX1" fmla="*/ 1080090 w 2160180"/>
                <a:gd name="connsiteY1" fmla="*/ 0 h 1079971"/>
                <a:gd name="connsiteX2" fmla="*/ 2160180 w 2160180"/>
                <a:gd name="connsiteY2" fmla="*/ 1079971 h 1079971"/>
                <a:gd name="connsiteX0" fmla="*/ -1 w 1080089"/>
                <a:gd name="connsiteY0" fmla="*/ 0 h 1079971"/>
                <a:gd name="connsiteX1" fmla="*/ 1080089 w 1080089"/>
                <a:gd name="connsiteY1" fmla="*/ 1079971 h 1079971"/>
              </a:gdLst>
              <a:ahLst/>
              <a:cxnLst>
                <a:cxn ang="0">
                  <a:pos x="connsiteX0" y="connsiteY0"/>
                </a:cxn>
                <a:cxn ang="0">
                  <a:pos x="connsiteX1" y="connsiteY1"/>
                </a:cxn>
              </a:cxnLst>
              <a:rect l="l" t="t" r="r" b="b"/>
              <a:pathLst>
                <a:path w="1080089" h="1079971">
                  <a:moveTo>
                    <a:pt x="-1" y="0"/>
                  </a:moveTo>
                  <a:cubicBezTo>
                    <a:pt x="596516" y="0"/>
                    <a:pt x="1080089" y="483519"/>
                    <a:pt x="1080089" y="1079971"/>
                  </a:cubicBezTo>
                </a:path>
              </a:pathLst>
            </a:custGeom>
            <a:noFill/>
            <a:ln w="6350" cap="rnd" cmpd="sng" algn="ctr">
              <a:solidFill>
                <a:srgbClr val="242852">
                  <a:lumMod val="20000"/>
                  <a:lumOff val="80000"/>
                </a:srgbClr>
              </a:solidFill>
              <a:prstDash val="solid"/>
              <a:round/>
              <a:headEnd type="none" w="med" len="med"/>
              <a:tailEnd type="none" w="med" len="med"/>
            </a:ln>
            <a:effectLst/>
          </p:spPr>
          <p:txBody>
            <a:bodyPr rtlCol="0" anchor="ctr"/>
            <a:lstStyle/>
            <a:p>
              <a:pPr algn="ctr"/>
              <a:endParaRPr lang="en-US" sz="1799">
                <a:latin typeface="Arial"/>
              </a:endParaRPr>
            </a:p>
          </p:txBody>
        </p:sp>
        <p:sp>
          <p:nvSpPr>
            <p:cNvPr id="25" name="Ellipse 43">
              <a:extLst>
                <a:ext uri="{FF2B5EF4-FFF2-40B4-BE49-F238E27FC236}">
                  <a16:creationId xmlns:a16="http://schemas.microsoft.com/office/drawing/2014/main" id="{72E8B29D-2A89-7EE1-9940-E2A2817CA01A}"/>
                </a:ext>
              </a:extLst>
            </p:cNvPr>
            <p:cNvSpPr>
              <a:spLocks/>
            </p:cNvSpPr>
            <p:nvPr/>
          </p:nvSpPr>
          <p:spPr bwMode="gray">
            <a:xfrm rot="5400000">
              <a:off x="2158298" y="4167651"/>
              <a:ext cx="538360" cy="538300"/>
            </a:xfrm>
            <a:custGeom>
              <a:avLst/>
              <a:gdLst>
                <a:gd name="connsiteX0" fmla="*/ 0 w 2160180"/>
                <a:gd name="connsiteY0" fmla="*/ 1079971 h 2159942"/>
                <a:gd name="connsiteX1" fmla="*/ 1080090 w 2160180"/>
                <a:gd name="connsiteY1" fmla="*/ 0 h 2159942"/>
                <a:gd name="connsiteX2" fmla="*/ 2160180 w 2160180"/>
                <a:gd name="connsiteY2" fmla="*/ 1079971 h 2159942"/>
                <a:gd name="connsiteX3" fmla="*/ 1080090 w 2160180"/>
                <a:gd name="connsiteY3" fmla="*/ 2159942 h 2159942"/>
                <a:gd name="connsiteX4" fmla="*/ 0 w 2160180"/>
                <a:gd name="connsiteY4" fmla="*/ 1079971 h 2159942"/>
                <a:gd name="connsiteX0" fmla="*/ 1080090 w 2160180"/>
                <a:gd name="connsiteY0" fmla="*/ 2159942 h 2251382"/>
                <a:gd name="connsiteX1" fmla="*/ 0 w 2160180"/>
                <a:gd name="connsiteY1" fmla="*/ 1079971 h 2251382"/>
                <a:gd name="connsiteX2" fmla="*/ 1080090 w 2160180"/>
                <a:gd name="connsiteY2" fmla="*/ 0 h 2251382"/>
                <a:gd name="connsiteX3" fmla="*/ 2160180 w 2160180"/>
                <a:gd name="connsiteY3" fmla="*/ 1079971 h 2251382"/>
                <a:gd name="connsiteX4" fmla="*/ 1171530 w 2160180"/>
                <a:gd name="connsiteY4" fmla="*/ 2251382 h 2251382"/>
                <a:gd name="connsiteX0" fmla="*/ 1080090 w 2160180"/>
                <a:gd name="connsiteY0" fmla="*/ 2159942 h 2159942"/>
                <a:gd name="connsiteX1" fmla="*/ 0 w 2160180"/>
                <a:gd name="connsiteY1" fmla="*/ 1079971 h 2159942"/>
                <a:gd name="connsiteX2" fmla="*/ 1080090 w 2160180"/>
                <a:gd name="connsiteY2" fmla="*/ 0 h 2159942"/>
                <a:gd name="connsiteX3" fmla="*/ 2160180 w 2160180"/>
                <a:gd name="connsiteY3" fmla="*/ 1079971 h 2159942"/>
                <a:gd name="connsiteX0" fmla="*/ 0 w 2160180"/>
                <a:gd name="connsiteY0" fmla="*/ 1079971 h 1079971"/>
                <a:gd name="connsiteX1" fmla="*/ 1080090 w 2160180"/>
                <a:gd name="connsiteY1" fmla="*/ 0 h 1079971"/>
                <a:gd name="connsiteX2" fmla="*/ 2160180 w 2160180"/>
                <a:gd name="connsiteY2" fmla="*/ 1079971 h 1079971"/>
                <a:gd name="connsiteX0" fmla="*/ -1 w 1080089"/>
                <a:gd name="connsiteY0" fmla="*/ 0 h 1079971"/>
                <a:gd name="connsiteX1" fmla="*/ 1080089 w 1080089"/>
                <a:gd name="connsiteY1" fmla="*/ 1079971 h 1079971"/>
              </a:gdLst>
              <a:ahLst/>
              <a:cxnLst>
                <a:cxn ang="0">
                  <a:pos x="connsiteX0" y="connsiteY0"/>
                </a:cxn>
                <a:cxn ang="0">
                  <a:pos x="connsiteX1" y="connsiteY1"/>
                </a:cxn>
              </a:cxnLst>
              <a:rect l="l" t="t" r="r" b="b"/>
              <a:pathLst>
                <a:path w="1080089" h="1079971">
                  <a:moveTo>
                    <a:pt x="-1" y="0"/>
                  </a:moveTo>
                  <a:cubicBezTo>
                    <a:pt x="596516" y="0"/>
                    <a:pt x="1080089" y="483519"/>
                    <a:pt x="1080089" y="1079971"/>
                  </a:cubicBezTo>
                </a:path>
              </a:pathLst>
            </a:custGeom>
            <a:noFill/>
            <a:ln w="6350" cap="rnd" cmpd="sng" algn="ctr">
              <a:solidFill>
                <a:srgbClr val="242852">
                  <a:lumMod val="20000"/>
                  <a:lumOff val="80000"/>
                </a:srgbClr>
              </a:solidFill>
              <a:prstDash val="solid"/>
              <a:round/>
              <a:headEnd type="none" w="med" len="med"/>
              <a:tailEnd type="none" w="med" len="med"/>
            </a:ln>
            <a:effectLst/>
          </p:spPr>
          <p:txBody>
            <a:bodyPr rtlCol="0" anchor="ctr"/>
            <a:lstStyle/>
            <a:p>
              <a:pPr algn="ctr"/>
              <a:endParaRPr lang="en-US" sz="1799">
                <a:latin typeface="Arial"/>
              </a:endParaRPr>
            </a:p>
          </p:txBody>
        </p:sp>
        <p:sp>
          <p:nvSpPr>
            <p:cNvPr id="26" name="Ellipse 43">
              <a:extLst>
                <a:ext uri="{FF2B5EF4-FFF2-40B4-BE49-F238E27FC236}">
                  <a16:creationId xmlns:a16="http://schemas.microsoft.com/office/drawing/2014/main" id="{D981C843-1761-45E1-A716-EBADB49CA0C4}"/>
                </a:ext>
              </a:extLst>
            </p:cNvPr>
            <p:cNvSpPr>
              <a:spLocks/>
            </p:cNvSpPr>
            <p:nvPr/>
          </p:nvSpPr>
          <p:spPr bwMode="gray">
            <a:xfrm rot="16200000">
              <a:off x="1620176" y="4706226"/>
              <a:ext cx="538359" cy="538300"/>
            </a:xfrm>
            <a:custGeom>
              <a:avLst/>
              <a:gdLst>
                <a:gd name="connsiteX0" fmla="*/ 0 w 2160180"/>
                <a:gd name="connsiteY0" fmla="*/ 1079971 h 2159942"/>
                <a:gd name="connsiteX1" fmla="*/ 1080090 w 2160180"/>
                <a:gd name="connsiteY1" fmla="*/ 0 h 2159942"/>
                <a:gd name="connsiteX2" fmla="*/ 2160180 w 2160180"/>
                <a:gd name="connsiteY2" fmla="*/ 1079971 h 2159942"/>
                <a:gd name="connsiteX3" fmla="*/ 1080090 w 2160180"/>
                <a:gd name="connsiteY3" fmla="*/ 2159942 h 2159942"/>
                <a:gd name="connsiteX4" fmla="*/ 0 w 2160180"/>
                <a:gd name="connsiteY4" fmla="*/ 1079971 h 2159942"/>
                <a:gd name="connsiteX0" fmla="*/ 1080090 w 2160180"/>
                <a:gd name="connsiteY0" fmla="*/ 2159942 h 2251382"/>
                <a:gd name="connsiteX1" fmla="*/ 0 w 2160180"/>
                <a:gd name="connsiteY1" fmla="*/ 1079971 h 2251382"/>
                <a:gd name="connsiteX2" fmla="*/ 1080090 w 2160180"/>
                <a:gd name="connsiteY2" fmla="*/ 0 h 2251382"/>
                <a:gd name="connsiteX3" fmla="*/ 2160180 w 2160180"/>
                <a:gd name="connsiteY3" fmla="*/ 1079971 h 2251382"/>
                <a:gd name="connsiteX4" fmla="*/ 1171530 w 2160180"/>
                <a:gd name="connsiteY4" fmla="*/ 2251382 h 2251382"/>
                <a:gd name="connsiteX0" fmla="*/ 1080090 w 2160180"/>
                <a:gd name="connsiteY0" fmla="*/ 2159942 h 2159942"/>
                <a:gd name="connsiteX1" fmla="*/ 0 w 2160180"/>
                <a:gd name="connsiteY1" fmla="*/ 1079971 h 2159942"/>
                <a:gd name="connsiteX2" fmla="*/ 1080090 w 2160180"/>
                <a:gd name="connsiteY2" fmla="*/ 0 h 2159942"/>
                <a:gd name="connsiteX3" fmla="*/ 2160180 w 2160180"/>
                <a:gd name="connsiteY3" fmla="*/ 1079971 h 2159942"/>
                <a:gd name="connsiteX0" fmla="*/ 0 w 2160180"/>
                <a:gd name="connsiteY0" fmla="*/ 1079971 h 1079971"/>
                <a:gd name="connsiteX1" fmla="*/ 1080090 w 2160180"/>
                <a:gd name="connsiteY1" fmla="*/ 0 h 1079971"/>
                <a:gd name="connsiteX2" fmla="*/ 2160180 w 2160180"/>
                <a:gd name="connsiteY2" fmla="*/ 1079971 h 1079971"/>
                <a:gd name="connsiteX0" fmla="*/ -1 w 1080089"/>
                <a:gd name="connsiteY0" fmla="*/ 0 h 1079971"/>
                <a:gd name="connsiteX1" fmla="*/ 1080089 w 1080089"/>
                <a:gd name="connsiteY1" fmla="*/ 1079971 h 1079971"/>
              </a:gdLst>
              <a:ahLst/>
              <a:cxnLst>
                <a:cxn ang="0">
                  <a:pos x="connsiteX0" y="connsiteY0"/>
                </a:cxn>
                <a:cxn ang="0">
                  <a:pos x="connsiteX1" y="connsiteY1"/>
                </a:cxn>
              </a:cxnLst>
              <a:rect l="l" t="t" r="r" b="b"/>
              <a:pathLst>
                <a:path w="1080089" h="1079971">
                  <a:moveTo>
                    <a:pt x="-1" y="0"/>
                  </a:moveTo>
                  <a:cubicBezTo>
                    <a:pt x="596516" y="0"/>
                    <a:pt x="1080089" y="483519"/>
                    <a:pt x="1080089" y="1079971"/>
                  </a:cubicBezTo>
                </a:path>
              </a:pathLst>
            </a:custGeom>
            <a:noFill/>
            <a:ln w="6350" cap="rnd" cmpd="sng" algn="ctr">
              <a:solidFill>
                <a:srgbClr val="242852">
                  <a:lumMod val="20000"/>
                  <a:lumOff val="80000"/>
                </a:srgbClr>
              </a:solidFill>
              <a:prstDash val="solid"/>
              <a:round/>
              <a:headEnd type="none" w="med" len="med"/>
              <a:tailEnd type="none" w="med" len="med"/>
            </a:ln>
            <a:effectLst/>
          </p:spPr>
          <p:txBody>
            <a:bodyPr rtlCol="0" anchor="ctr"/>
            <a:lstStyle/>
            <a:p>
              <a:pPr algn="ctr"/>
              <a:endParaRPr lang="en-US" sz="1999">
                <a:latin typeface="Arial"/>
              </a:endParaRPr>
            </a:p>
          </p:txBody>
        </p:sp>
        <p:grpSp>
          <p:nvGrpSpPr>
            <p:cNvPr id="27" name="Gruppieren 35">
              <a:extLst>
                <a:ext uri="{FF2B5EF4-FFF2-40B4-BE49-F238E27FC236}">
                  <a16:creationId xmlns:a16="http://schemas.microsoft.com/office/drawing/2014/main" id="{C7C748E9-0B5D-2B14-52D4-D55B6A568521}"/>
                </a:ext>
              </a:extLst>
            </p:cNvPr>
            <p:cNvGrpSpPr>
              <a:grpSpLocks/>
            </p:cNvGrpSpPr>
            <p:nvPr/>
          </p:nvGrpSpPr>
          <p:grpSpPr>
            <a:xfrm>
              <a:off x="2696628" y="3633405"/>
              <a:ext cx="1076779" cy="1076719"/>
              <a:chOff x="8920994" y="3521645"/>
              <a:chExt cx="1076779" cy="1076719"/>
            </a:xfrm>
          </p:grpSpPr>
          <p:grpSp>
            <p:nvGrpSpPr>
              <p:cNvPr id="28" name="Gruppieren 36">
                <a:extLst>
                  <a:ext uri="{FF2B5EF4-FFF2-40B4-BE49-F238E27FC236}">
                    <a16:creationId xmlns:a16="http://schemas.microsoft.com/office/drawing/2014/main" id="{3B43B245-EC40-CBBF-3653-8F06BB403135}"/>
                  </a:ext>
                </a:extLst>
              </p:cNvPr>
              <p:cNvGrpSpPr>
                <a:grpSpLocks/>
              </p:cNvGrpSpPr>
              <p:nvPr/>
            </p:nvGrpSpPr>
            <p:grpSpPr bwMode="gray">
              <a:xfrm rot="16200000" flipH="1">
                <a:off x="8921113" y="3521705"/>
                <a:ext cx="1076719" cy="1076600"/>
                <a:chOff x="4118900" y="2294565"/>
                <a:chExt cx="1980165" cy="1979946"/>
              </a:xfrm>
            </p:grpSpPr>
            <p:sp>
              <p:nvSpPr>
                <p:cNvPr id="29" name="Ellipse 43">
                  <a:extLst>
                    <a:ext uri="{FF2B5EF4-FFF2-40B4-BE49-F238E27FC236}">
                      <a16:creationId xmlns:a16="http://schemas.microsoft.com/office/drawing/2014/main" id="{C243C488-13A8-224E-4AEF-205DA4D4DF2B}"/>
                    </a:ext>
                  </a:extLst>
                </p:cNvPr>
                <p:cNvSpPr>
                  <a:spLocks/>
                </p:cNvSpPr>
                <p:nvPr/>
              </p:nvSpPr>
              <p:spPr bwMode="gray">
                <a:xfrm flipH="1" flipV="1">
                  <a:off x="4118900" y="3284538"/>
                  <a:ext cx="1980165" cy="989973"/>
                </a:xfrm>
                <a:custGeom>
                  <a:avLst/>
                  <a:gdLst>
                    <a:gd name="connsiteX0" fmla="*/ 0 w 2160180"/>
                    <a:gd name="connsiteY0" fmla="*/ 1079971 h 2159942"/>
                    <a:gd name="connsiteX1" fmla="*/ 1080090 w 2160180"/>
                    <a:gd name="connsiteY1" fmla="*/ 0 h 2159942"/>
                    <a:gd name="connsiteX2" fmla="*/ 2160180 w 2160180"/>
                    <a:gd name="connsiteY2" fmla="*/ 1079971 h 2159942"/>
                    <a:gd name="connsiteX3" fmla="*/ 1080090 w 2160180"/>
                    <a:gd name="connsiteY3" fmla="*/ 2159942 h 2159942"/>
                    <a:gd name="connsiteX4" fmla="*/ 0 w 2160180"/>
                    <a:gd name="connsiteY4" fmla="*/ 1079971 h 2159942"/>
                    <a:gd name="connsiteX0" fmla="*/ 1080090 w 2160180"/>
                    <a:gd name="connsiteY0" fmla="*/ 2159942 h 2251382"/>
                    <a:gd name="connsiteX1" fmla="*/ 0 w 2160180"/>
                    <a:gd name="connsiteY1" fmla="*/ 1079971 h 2251382"/>
                    <a:gd name="connsiteX2" fmla="*/ 1080090 w 2160180"/>
                    <a:gd name="connsiteY2" fmla="*/ 0 h 2251382"/>
                    <a:gd name="connsiteX3" fmla="*/ 2160180 w 2160180"/>
                    <a:gd name="connsiteY3" fmla="*/ 1079971 h 2251382"/>
                    <a:gd name="connsiteX4" fmla="*/ 1171530 w 2160180"/>
                    <a:gd name="connsiteY4" fmla="*/ 2251382 h 2251382"/>
                    <a:gd name="connsiteX0" fmla="*/ 1080090 w 2160180"/>
                    <a:gd name="connsiteY0" fmla="*/ 2159942 h 2159942"/>
                    <a:gd name="connsiteX1" fmla="*/ 0 w 2160180"/>
                    <a:gd name="connsiteY1" fmla="*/ 1079971 h 2159942"/>
                    <a:gd name="connsiteX2" fmla="*/ 1080090 w 2160180"/>
                    <a:gd name="connsiteY2" fmla="*/ 0 h 2159942"/>
                    <a:gd name="connsiteX3" fmla="*/ 2160180 w 2160180"/>
                    <a:gd name="connsiteY3" fmla="*/ 1079971 h 2159942"/>
                    <a:gd name="connsiteX0" fmla="*/ 0 w 2160180"/>
                    <a:gd name="connsiteY0" fmla="*/ 1079971 h 1079971"/>
                    <a:gd name="connsiteX1" fmla="*/ 1080090 w 2160180"/>
                    <a:gd name="connsiteY1" fmla="*/ 0 h 1079971"/>
                    <a:gd name="connsiteX2" fmla="*/ 2160180 w 2160180"/>
                    <a:gd name="connsiteY2" fmla="*/ 1079971 h 1079971"/>
                  </a:gdLst>
                  <a:ahLst/>
                  <a:cxnLst>
                    <a:cxn ang="0">
                      <a:pos x="connsiteX0" y="connsiteY0"/>
                    </a:cxn>
                    <a:cxn ang="0">
                      <a:pos x="connsiteX1" y="connsiteY1"/>
                    </a:cxn>
                    <a:cxn ang="0">
                      <a:pos x="connsiteX2" y="connsiteY2"/>
                    </a:cxn>
                  </a:cxnLst>
                  <a:rect l="l" t="t" r="r" b="b"/>
                  <a:pathLst>
                    <a:path w="2160180" h="1079971">
                      <a:moveTo>
                        <a:pt x="0" y="1079971"/>
                      </a:moveTo>
                      <a:cubicBezTo>
                        <a:pt x="0" y="483519"/>
                        <a:pt x="483573" y="0"/>
                        <a:pt x="1080090" y="0"/>
                      </a:cubicBezTo>
                      <a:cubicBezTo>
                        <a:pt x="1676607" y="0"/>
                        <a:pt x="2160180" y="483519"/>
                        <a:pt x="2160180" y="1079971"/>
                      </a:cubicBezTo>
                    </a:path>
                  </a:pathLst>
                </a:custGeom>
                <a:noFill/>
                <a:ln w="76200" cap="flat" cmpd="sng" algn="ctr">
                  <a:solidFill>
                    <a:srgbClr val="242852"/>
                  </a:solidFill>
                  <a:prstDash val="solid"/>
                  <a:miter lim="800000"/>
                  <a:headEnd type="none" w="med" len="med"/>
                  <a:tailEnd type="none" w="med" len="med"/>
                </a:ln>
                <a:effectLst/>
              </p:spPr>
              <p:txBody>
                <a:bodyPr rtlCol="0" anchor="ctr"/>
                <a:lstStyle/>
                <a:p>
                  <a:pPr algn="ctr"/>
                  <a:endParaRPr lang="en-US" sz="1600" b="1">
                    <a:latin typeface="Arial"/>
                  </a:endParaRPr>
                </a:p>
              </p:txBody>
            </p:sp>
            <p:sp>
              <p:nvSpPr>
                <p:cNvPr id="30" name="Ellipse 43">
                  <a:extLst>
                    <a:ext uri="{FF2B5EF4-FFF2-40B4-BE49-F238E27FC236}">
                      <a16:creationId xmlns:a16="http://schemas.microsoft.com/office/drawing/2014/main" id="{43F3BC37-D128-25AA-4C25-2B4B0DA932CA}"/>
                    </a:ext>
                  </a:extLst>
                </p:cNvPr>
                <p:cNvSpPr>
                  <a:spLocks/>
                </p:cNvSpPr>
                <p:nvPr/>
              </p:nvSpPr>
              <p:spPr bwMode="gray">
                <a:xfrm flipH="1">
                  <a:off x="5108982" y="2294565"/>
                  <a:ext cx="990083" cy="989973"/>
                </a:xfrm>
                <a:custGeom>
                  <a:avLst/>
                  <a:gdLst>
                    <a:gd name="connsiteX0" fmla="*/ 0 w 2160180"/>
                    <a:gd name="connsiteY0" fmla="*/ 1079971 h 2159942"/>
                    <a:gd name="connsiteX1" fmla="*/ 1080090 w 2160180"/>
                    <a:gd name="connsiteY1" fmla="*/ 0 h 2159942"/>
                    <a:gd name="connsiteX2" fmla="*/ 2160180 w 2160180"/>
                    <a:gd name="connsiteY2" fmla="*/ 1079971 h 2159942"/>
                    <a:gd name="connsiteX3" fmla="*/ 1080090 w 2160180"/>
                    <a:gd name="connsiteY3" fmla="*/ 2159942 h 2159942"/>
                    <a:gd name="connsiteX4" fmla="*/ 0 w 2160180"/>
                    <a:gd name="connsiteY4" fmla="*/ 1079971 h 2159942"/>
                    <a:gd name="connsiteX0" fmla="*/ 1080090 w 2160180"/>
                    <a:gd name="connsiteY0" fmla="*/ 2159942 h 2251382"/>
                    <a:gd name="connsiteX1" fmla="*/ 0 w 2160180"/>
                    <a:gd name="connsiteY1" fmla="*/ 1079971 h 2251382"/>
                    <a:gd name="connsiteX2" fmla="*/ 1080090 w 2160180"/>
                    <a:gd name="connsiteY2" fmla="*/ 0 h 2251382"/>
                    <a:gd name="connsiteX3" fmla="*/ 2160180 w 2160180"/>
                    <a:gd name="connsiteY3" fmla="*/ 1079971 h 2251382"/>
                    <a:gd name="connsiteX4" fmla="*/ 1171530 w 2160180"/>
                    <a:gd name="connsiteY4" fmla="*/ 2251382 h 2251382"/>
                    <a:gd name="connsiteX0" fmla="*/ 1080090 w 2160180"/>
                    <a:gd name="connsiteY0" fmla="*/ 2159942 h 2159942"/>
                    <a:gd name="connsiteX1" fmla="*/ 0 w 2160180"/>
                    <a:gd name="connsiteY1" fmla="*/ 1079971 h 2159942"/>
                    <a:gd name="connsiteX2" fmla="*/ 1080090 w 2160180"/>
                    <a:gd name="connsiteY2" fmla="*/ 0 h 2159942"/>
                    <a:gd name="connsiteX3" fmla="*/ 2160180 w 2160180"/>
                    <a:gd name="connsiteY3" fmla="*/ 1079971 h 2159942"/>
                    <a:gd name="connsiteX0" fmla="*/ 0 w 2160180"/>
                    <a:gd name="connsiteY0" fmla="*/ 1079971 h 1079971"/>
                    <a:gd name="connsiteX1" fmla="*/ 1080090 w 2160180"/>
                    <a:gd name="connsiteY1" fmla="*/ 0 h 1079971"/>
                    <a:gd name="connsiteX2" fmla="*/ 2160180 w 2160180"/>
                    <a:gd name="connsiteY2" fmla="*/ 1079971 h 1079971"/>
                    <a:gd name="connsiteX0" fmla="*/ 0 w 1080091"/>
                    <a:gd name="connsiteY0" fmla="*/ 1079971 h 1079971"/>
                    <a:gd name="connsiteX1" fmla="*/ 1080090 w 1080091"/>
                    <a:gd name="connsiteY1" fmla="*/ 0 h 1079971"/>
                  </a:gdLst>
                  <a:ahLst/>
                  <a:cxnLst>
                    <a:cxn ang="0">
                      <a:pos x="connsiteX0" y="connsiteY0"/>
                    </a:cxn>
                    <a:cxn ang="0">
                      <a:pos x="connsiteX1" y="connsiteY1"/>
                    </a:cxn>
                  </a:cxnLst>
                  <a:rect l="l" t="t" r="r" b="b"/>
                  <a:pathLst>
                    <a:path w="1080091" h="1079971">
                      <a:moveTo>
                        <a:pt x="0" y="1079971"/>
                      </a:moveTo>
                      <a:cubicBezTo>
                        <a:pt x="0" y="483519"/>
                        <a:pt x="483573" y="0"/>
                        <a:pt x="1080090" y="0"/>
                      </a:cubicBezTo>
                    </a:path>
                  </a:pathLst>
                </a:custGeom>
                <a:noFill/>
                <a:ln w="76200" cap="sq" cmpd="sng" algn="ctr">
                  <a:solidFill>
                    <a:srgbClr val="242852"/>
                  </a:solidFill>
                  <a:prstDash val="solid"/>
                  <a:round/>
                  <a:headEnd type="none" w="med" len="med"/>
                  <a:tailEnd type="none" w="med" len="med"/>
                </a:ln>
                <a:effectLst/>
              </p:spPr>
              <p:txBody>
                <a:bodyPr rtlCol="0" anchor="ctr"/>
                <a:lstStyle/>
                <a:p>
                  <a:pPr algn="ctr"/>
                  <a:endParaRPr lang="en-US" sz="1600" b="1">
                    <a:latin typeface="Arial"/>
                  </a:endParaRPr>
                </a:p>
              </p:txBody>
            </p:sp>
          </p:grpSp>
          <p:sp>
            <p:nvSpPr>
              <p:cNvPr id="31" name="Textfeld 37">
                <a:extLst>
                  <a:ext uri="{FF2B5EF4-FFF2-40B4-BE49-F238E27FC236}">
                    <a16:creationId xmlns:a16="http://schemas.microsoft.com/office/drawing/2014/main" id="{D3C4DDA3-238B-05F7-E7D6-80B1A12DC96E}"/>
                  </a:ext>
                </a:extLst>
              </p:cNvPr>
              <p:cNvSpPr txBox="1">
                <a:spLocks/>
              </p:cNvSpPr>
              <p:nvPr/>
            </p:nvSpPr>
            <p:spPr bwMode="gray">
              <a:xfrm flipH="1">
                <a:off x="8920994" y="3938574"/>
                <a:ext cx="1076719" cy="246221"/>
              </a:xfrm>
              <a:prstGeom prst="rect">
                <a:avLst/>
              </a:prstGeom>
              <a:noFill/>
            </p:spPr>
            <p:txBody>
              <a:bodyPr wrap="square" lIns="0" tIns="0" rIns="0" bIns="0" rtlCol="0" anchor="ctr">
                <a:spAutoFit/>
              </a:bodyPr>
              <a:lstStyle/>
              <a:p>
                <a:pPr algn="ctr"/>
                <a:r>
                  <a:rPr lang="en-US" sz="1600" b="1">
                    <a:latin typeface="Arial"/>
                  </a:rPr>
                  <a:t>03</a:t>
                </a:r>
              </a:p>
            </p:txBody>
          </p:sp>
        </p:grpSp>
        <p:grpSp>
          <p:nvGrpSpPr>
            <p:cNvPr id="32" name="Gruppieren 41">
              <a:extLst>
                <a:ext uri="{FF2B5EF4-FFF2-40B4-BE49-F238E27FC236}">
                  <a16:creationId xmlns:a16="http://schemas.microsoft.com/office/drawing/2014/main" id="{EC4C925D-7069-B403-7490-45650D44CD4B}"/>
                </a:ext>
              </a:extLst>
            </p:cNvPr>
            <p:cNvGrpSpPr>
              <a:grpSpLocks/>
            </p:cNvGrpSpPr>
            <p:nvPr/>
          </p:nvGrpSpPr>
          <p:grpSpPr bwMode="gray">
            <a:xfrm rot="5400000" flipH="1">
              <a:off x="2696570" y="2556532"/>
              <a:ext cx="1076719" cy="1076600"/>
              <a:chOff x="4118900" y="2294565"/>
              <a:chExt cx="1980165" cy="1979946"/>
            </a:xfrm>
          </p:grpSpPr>
          <p:sp>
            <p:nvSpPr>
              <p:cNvPr id="33" name="Ellipse 43">
                <a:extLst>
                  <a:ext uri="{FF2B5EF4-FFF2-40B4-BE49-F238E27FC236}">
                    <a16:creationId xmlns:a16="http://schemas.microsoft.com/office/drawing/2014/main" id="{571EFDB0-D9DA-15DD-B9CB-A7D2F7A11A2A}"/>
                  </a:ext>
                </a:extLst>
              </p:cNvPr>
              <p:cNvSpPr>
                <a:spLocks/>
              </p:cNvSpPr>
              <p:nvPr/>
            </p:nvSpPr>
            <p:spPr bwMode="gray">
              <a:xfrm flipH="1" flipV="1">
                <a:off x="4118900" y="3284538"/>
                <a:ext cx="1980165" cy="989973"/>
              </a:xfrm>
              <a:custGeom>
                <a:avLst/>
                <a:gdLst>
                  <a:gd name="connsiteX0" fmla="*/ 0 w 2160180"/>
                  <a:gd name="connsiteY0" fmla="*/ 1079971 h 2159942"/>
                  <a:gd name="connsiteX1" fmla="*/ 1080090 w 2160180"/>
                  <a:gd name="connsiteY1" fmla="*/ 0 h 2159942"/>
                  <a:gd name="connsiteX2" fmla="*/ 2160180 w 2160180"/>
                  <a:gd name="connsiteY2" fmla="*/ 1079971 h 2159942"/>
                  <a:gd name="connsiteX3" fmla="*/ 1080090 w 2160180"/>
                  <a:gd name="connsiteY3" fmla="*/ 2159942 h 2159942"/>
                  <a:gd name="connsiteX4" fmla="*/ 0 w 2160180"/>
                  <a:gd name="connsiteY4" fmla="*/ 1079971 h 2159942"/>
                  <a:gd name="connsiteX0" fmla="*/ 1080090 w 2160180"/>
                  <a:gd name="connsiteY0" fmla="*/ 2159942 h 2251382"/>
                  <a:gd name="connsiteX1" fmla="*/ 0 w 2160180"/>
                  <a:gd name="connsiteY1" fmla="*/ 1079971 h 2251382"/>
                  <a:gd name="connsiteX2" fmla="*/ 1080090 w 2160180"/>
                  <a:gd name="connsiteY2" fmla="*/ 0 h 2251382"/>
                  <a:gd name="connsiteX3" fmla="*/ 2160180 w 2160180"/>
                  <a:gd name="connsiteY3" fmla="*/ 1079971 h 2251382"/>
                  <a:gd name="connsiteX4" fmla="*/ 1171530 w 2160180"/>
                  <a:gd name="connsiteY4" fmla="*/ 2251382 h 2251382"/>
                  <a:gd name="connsiteX0" fmla="*/ 1080090 w 2160180"/>
                  <a:gd name="connsiteY0" fmla="*/ 2159942 h 2159942"/>
                  <a:gd name="connsiteX1" fmla="*/ 0 w 2160180"/>
                  <a:gd name="connsiteY1" fmla="*/ 1079971 h 2159942"/>
                  <a:gd name="connsiteX2" fmla="*/ 1080090 w 2160180"/>
                  <a:gd name="connsiteY2" fmla="*/ 0 h 2159942"/>
                  <a:gd name="connsiteX3" fmla="*/ 2160180 w 2160180"/>
                  <a:gd name="connsiteY3" fmla="*/ 1079971 h 2159942"/>
                  <a:gd name="connsiteX0" fmla="*/ 0 w 2160180"/>
                  <a:gd name="connsiteY0" fmla="*/ 1079971 h 1079971"/>
                  <a:gd name="connsiteX1" fmla="*/ 1080090 w 2160180"/>
                  <a:gd name="connsiteY1" fmla="*/ 0 h 1079971"/>
                  <a:gd name="connsiteX2" fmla="*/ 2160180 w 2160180"/>
                  <a:gd name="connsiteY2" fmla="*/ 1079971 h 1079971"/>
                </a:gdLst>
                <a:ahLst/>
                <a:cxnLst>
                  <a:cxn ang="0">
                    <a:pos x="connsiteX0" y="connsiteY0"/>
                  </a:cxn>
                  <a:cxn ang="0">
                    <a:pos x="connsiteX1" y="connsiteY1"/>
                  </a:cxn>
                  <a:cxn ang="0">
                    <a:pos x="connsiteX2" y="connsiteY2"/>
                  </a:cxn>
                </a:cxnLst>
                <a:rect l="l" t="t" r="r" b="b"/>
                <a:pathLst>
                  <a:path w="2160180" h="1079971">
                    <a:moveTo>
                      <a:pt x="0" y="1079971"/>
                    </a:moveTo>
                    <a:cubicBezTo>
                      <a:pt x="0" y="483519"/>
                      <a:pt x="483573" y="0"/>
                      <a:pt x="1080090" y="0"/>
                    </a:cubicBezTo>
                    <a:cubicBezTo>
                      <a:pt x="1676607" y="0"/>
                      <a:pt x="2160180" y="483519"/>
                      <a:pt x="2160180" y="1079971"/>
                    </a:cubicBezTo>
                  </a:path>
                </a:pathLst>
              </a:custGeom>
              <a:noFill/>
              <a:ln w="76200" cap="flat" cmpd="sng" algn="ctr">
                <a:solidFill>
                  <a:srgbClr val="242852">
                    <a:lumMod val="75000"/>
                  </a:srgbClr>
                </a:solidFill>
                <a:prstDash val="solid"/>
                <a:miter lim="800000"/>
                <a:headEnd type="none" w="med" len="med"/>
                <a:tailEnd type="none" w="med" len="med"/>
              </a:ln>
              <a:effectLst/>
            </p:spPr>
            <p:txBody>
              <a:bodyPr rtlCol="0" anchor="ctr"/>
              <a:lstStyle/>
              <a:p>
                <a:pPr algn="ctr"/>
                <a:endParaRPr lang="en-US" sz="1600" b="1">
                  <a:latin typeface="Arial"/>
                </a:endParaRPr>
              </a:p>
            </p:txBody>
          </p:sp>
          <p:sp>
            <p:nvSpPr>
              <p:cNvPr id="34" name="Ellipse 43">
                <a:extLst>
                  <a:ext uri="{FF2B5EF4-FFF2-40B4-BE49-F238E27FC236}">
                    <a16:creationId xmlns:a16="http://schemas.microsoft.com/office/drawing/2014/main" id="{5AE8C155-01B3-2620-537C-512B7C2E23D7}"/>
                  </a:ext>
                </a:extLst>
              </p:cNvPr>
              <p:cNvSpPr>
                <a:spLocks/>
              </p:cNvSpPr>
              <p:nvPr/>
            </p:nvSpPr>
            <p:spPr bwMode="gray">
              <a:xfrm flipH="1">
                <a:off x="5108982" y="2294565"/>
                <a:ext cx="990083" cy="989973"/>
              </a:xfrm>
              <a:custGeom>
                <a:avLst/>
                <a:gdLst>
                  <a:gd name="connsiteX0" fmla="*/ 0 w 2160180"/>
                  <a:gd name="connsiteY0" fmla="*/ 1079971 h 2159942"/>
                  <a:gd name="connsiteX1" fmla="*/ 1080090 w 2160180"/>
                  <a:gd name="connsiteY1" fmla="*/ 0 h 2159942"/>
                  <a:gd name="connsiteX2" fmla="*/ 2160180 w 2160180"/>
                  <a:gd name="connsiteY2" fmla="*/ 1079971 h 2159942"/>
                  <a:gd name="connsiteX3" fmla="*/ 1080090 w 2160180"/>
                  <a:gd name="connsiteY3" fmla="*/ 2159942 h 2159942"/>
                  <a:gd name="connsiteX4" fmla="*/ 0 w 2160180"/>
                  <a:gd name="connsiteY4" fmla="*/ 1079971 h 2159942"/>
                  <a:gd name="connsiteX0" fmla="*/ 1080090 w 2160180"/>
                  <a:gd name="connsiteY0" fmla="*/ 2159942 h 2251382"/>
                  <a:gd name="connsiteX1" fmla="*/ 0 w 2160180"/>
                  <a:gd name="connsiteY1" fmla="*/ 1079971 h 2251382"/>
                  <a:gd name="connsiteX2" fmla="*/ 1080090 w 2160180"/>
                  <a:gd name="connsiteY2" fmla="*/ 0 h 2251382"/>
                  <a:gd name="connsiteX3" fmla="*/ 2160180 w 2160180"/>
                  <a:gd name="connsiteY3" fmla="*/ 1079971 h 2251382"/>
                  <a:gd name="connsiteX4" fmla="*/ 1171530 w 2160180"/>
                  <a:gd name="connsiteY4" fmla="*/ 2251382 h 2251382"/>
                  <a:gd name="connsiteX0" fmla="*/ 1080090 w 2160180"/>
                  <a:gd name="connsiteY0" fmla="*/ 2159942 h 2159942"/>
                  <a:gd name="connsiteX1" fmla="*/ 0 w 2160180"/>
                  <a:gd name="connsiteY1" fmla="*/ 1079971 h 2159942"/>
                  <a:gd name="connsiteX2" fmla="*/ 1080090 w 2160180"/>
                  <a:gd name="connsiteY2" fmla="*/ 0 h 2159942"/>
                  <a:gd name="connsiteX3" fmla="*/ 2160180 w 2160180"/>
                  <a:gd name="connsiteY3" fmla="*/ 1079971 h 2159942"/>
                  <a:gd name="connsiteX0" fmla="*/ 0 w 2160180"/>
                  <a:gd name="connsiteY0" fmla="*/ 1079971 h 1079971"/>
                  <a:gd name="connsiteX1" fmla="*/ 1080090 w 2160180"/>
                  <a:gd name="connsiteY1" fmla="*/ 0 h 1079971"/>
                  <a:gd name="connsiteX2" fmla="*/ 2160180 w 2160180"/>
                  <a:gd name="connsiteY2" fmla="*/ 1079971 h 1079971"/>
                  <a:gd name="connsiteX0" fmla="*/ 0 w 1080091"/>
                  <a:gd name="connsiteY0" fmla="*/ 1079971 h 1079971"/>
                  <a:gd name="connsiteX1" fmla="*/ 1080090 w 1080091"/>
                  <a:gd name="connsiteY1" fmla="*/ 0 h 1079971"/>
                </a:gdLst>
                <a:ahLst/>
                <a:cxnLst>
                  <a:cxn ang="0">
                    <a:pos x="connsiteX0" y="connsiteY0"/>
                  </a:cxn>
                  <a:cxn ang="0">
                    <a:pos x="connsiteX1" y="connsiteY1"/>
                  </a:cxn>
                </a:cxnLst>
                <a:rect l="l" t="t" r="r" b="b"/>
                <a:pathLst>
                  <a:path w="1080091" h="1079971">
                    <a:moveTo>
                      <a:pt x="0" y="1079971"/>
                    </a:moveTo>
                    <a:cubicBezTo>
                      <a:pt x="0" y="483519"/>
                      <a:pt x="483573" y="0"/>
                      <a:pt x="1080090" y="0"/>
                    </a:cubicBezTo>
                  </a:path>
                </a:pathLst>
              </a:custGeom>
              <a:noFill/>
              <a:ln w="76200" cap="sq" cmpd="sng" algn="ctr">
                <a:solidFill>
                  <a:srgbClr val="242852">
                    <a:lumMod val="75000"/>
                  </a:srgbClr>
                </a:solidFill>
                <a:prstDash val="solid"/>
                <a:round/>
                <a:headEnd type="none" w="med" len="med"/>
                <a:tailEnd type="none" w="med" len="med"/>
              </a:ln>
              <a:effectLst/>
            </p:spPr>
            <p:txBody>
              <a:bodyPr rtlCol="0" anchor="ctr"/>
              <a:lstStyle/>
              <a:p>
                <a:pPr algn="ctr"/>
                <a:endParaRPr lang="en-US" sz="1600" b="1">
                  <a:latin typeface="Arial"/>
                </a:endParaRPr>
              </a:p>
            </p:txBody>
          </p:sp>
        </p:grpSp>
        <p:sp>
          <p:nvSpPr>
            <p:cNvPr id="35" name="Textfeld 42">
              <a:extLst>
                <a:ext uri="{FF2B5EF4-FFF2-40B4-BE49-F238E27FC236}">
                  <a16:creationId xmlns:a16="http://schemas.microsoft.com/office/drawing/2014/main" id="{60DAAE98-6675-5DF7-4449-ACE382981E7B}"/>
                </a:ext>
              </a:extLst>
            </p:cNvPr>
            <p:cNvSpPr txBox="1">
              <a:spLocks/>
            </p:cNvSpPr>
            <p:nvPr/>
          </p:nvSpPr>
          <p:spPr bwMode="gray">
            <a:xfrm flipH="1">
              <a:off x="2696688" y="2970042"/>
              <a:ext cx="1076718" cy="246221"/>
            </a:xfrm>
            <a:prstGeom prst="rect">
              <a:avLst/>
            </a:prstGeom>
            <a:noFill/>
            <a:ln>
              <a:noFill/>
            </a:ln>
          </p:spPr>
          <p:txBody>
            <a:bodyPr wrap="square" lIns="0" tIns="0" rIns="0" bIns="0" rtlCol="0" anchor="ctr">
              <a:spAutoFit/>
            </a:bodyPr>
            <a:lstStyle/>
            <a:p>
              <a:pPr algn="ctr"/>
              <a:r>
                <a:rPr lang="en-US" sz="1600" b="1">
                  <a:latin typeface="Arial"/>
                </a:rPr>
                <a:t>04</a:t>
              </a:r>
            </a:p>
          </p:txBody>
        </p:sp>
        <p:grpSp>
          <p:nvGrpSpPr>
            <p:cNvPr id="36" name="Gruppieren 45">
              <a:extLst>
                <a:ext uri="{FF2B5EF4-FFF2-40B4-BE49-F238E27FC236}">
                  <a16:creationId xmlns:a16="http://schemas.microsoft.com/office/drawing/2014/main" id="{811E0295-364B-40DB-DAFD-37DCD222E95E}"/>
                </a:ext>
              </a:extLst>
            </p:cNvPr>
            <p:cNvGrpSpPr>
              <a:grpSpLocks/>
            </p:cNvGrpSpPr>
            <p:nvPr/>
          </p:nvGrpSpPr>
          <p:grpSpPr bwMode="gray">
            <a:xfrm rot="5400000" flipH="1">
              <a:off x="1620057" y="3629235"/>
              <a:ext cx="1076719" cy="1076777"/>
              <a:chOff x="1601140" y="2276781"/>
              <a:chExt cx="1672921" cy="1673011"/>
            </a:xfrm>
          </p:grpSpPr>
          <p:grpSp>
            <p:nvGrpSpPr>
              <p:cNvPr id="37" name="Gruppieren 46">
                <a:extLst>
                  <a:ext uri="{FF2B5EF4-FFF2-40B4-BE49-F238E27FC236}">
                    <a16:creationId xmlns:a16="http://schemas.microsoft.com/office/drawing/2014/main" id="{ABA920B2-0804-ADB7-1949-11DDA1736D7D}"/>
                  </a:ext>
                </a:extLst>
              </p:cNvPr>
              <p:cNvGrpSpPr>
                <a:grpSpLocks/>
              </p:cNvGrpSpPr>
              <p:nvPr/>
            </p:nvGrpSpPr>
            <p:grpSpPr bwMode="gray">
              <a:xfrm>
                <a:off x="1601140" y="2277056"/>
                <a:ext cx="1672921" cy="1672736"/>
                <a:chOff x="4118900" y="2294565"/>
                <a:chExt cx="1980165" cy="1979946"/>
              </a:xfrm>
            </p:grpSpPr>
            <p:sp>
              <p:nvSpPr>
                <p:cNvPr id="38" name="Ellipse 43">
                  <a:extLst>
                    <a:ext uri="{FF2B5EF4-FFF2-40B4-BE49-F238E27FC236}">
                      <a16:creationId xmlns:a16="http://schemas.microsoft.com/office/drawing/2014/main" id="{63ACE3F4-33A2-F825-494A-EFD3DB845172}"/>
                    </a:ext>
                  </a:extLst>
                </p:cNvPr>
                <p:cNvSpPr>
                  <a:spLocks/>
                </p:cNvSpPr>
                <p:nvPr/>
              </p:nvSpPr>
              <p:spPr bwMode="gray">
                <a:xfrm flipH="1" flipV="1">
                  <a:off x="4118900" y="3284538"/>
                  <a:ext cx="1980165" cy="989973"/>
                </a:xfrm>
                <a:custGeom>
                  <a:avLst/>
                  <a:gdLst>
                    <a:gd name="connsiteX0" fmla="*/ 0 w 2160180"/>
                    <a:gd name="connsiteY0" fmla="*/ 1079971 h 2159942"/>
                    <a:gd name="connsiteX1" fmla="*/ 1080090 w 2160180"/>
                    <a:gd name="connsiteY1" fmla="*/ 0 h 2159942"/>
                    <a:gd name="connsiteX2" fmla="*/ 2160180 w 2160180"/>
                    <a:gd name="connsiteY2" fmla="*/ 1079971 h 2159942"/>
                    <a:gd name="connsiteX3" fmla="*/ 1080090 w 2160180"/>
                    <a:gd name="connsiteY3" fmla="*/ 2159942 h 2159942"/>
                    <a:gd name="connsiteX4" fmla="*/ 0 w 2160180"/>
                    <a:gd name="connsiteY4" fmla="*/ 1079971 h 2159942"/>
                    <a:gd name="connsiteX0" fmla="*/ 1080090 w 2160180"/>
                    <a:gd name="connsiteY0" fmla="*/ 2159942 h 2251382"/>
                    <a:gd name="connsiteX1" fmla="*/ 0 w 2160180"/>
                    <a:gd name="connsiteY1" fmla="*/ 1079971 h 2251382"/>
                    <a:gd name="connsiteX2" fmla="*/ 1080090 w 2160180"/>
                    <a:gd name="connsiteY2" fmla="*/ 0 h 2251382"/>
                    <a:gd name="connsiteX3" fmla="*/ 2160180 w 2160180"/>
                    <a:gd name="connsiteY3" fmla="*/ 1079971 h 2251382"/>
                    <a:gd name="connsiteX4" fmla="*/ 1171530 w 2160180"/>
                    <a:gd name="connsiteY4" fmla="*/ 2251382 h 2251382"/>
                    <a:gd name="connsiteX0" fmla="*/ 1080090 w 2160180"/>
                    <a:gd name="connsiteY0" fmla="*/ 2159942 h 2159942"/>
                    <a:gd name="connsiteX1" fmla="*/ 0 w 2160180"/>
                    <a:gd name="connsiteY1" fmla="*/ 1079971 h 2159942"/>
                    <a:gd name="connsiteX2" fmla="*/ 1080090 w 2160180"/>
                    <a:gd name="connsiteY2" fmla="*/ 0 h 2159942"/>
                    <a:gd name="connsiteX3" fmla="*/ 2160180 w 2160180"/>
                    <a:gd name="connsiteY3" fmla="*/ 1079971 h 2159942"/>
                    <a:gd name="connsiteX0" fmla="*/ 0 w 2160180"/>
                    <a:gd name="connsiteY0" fmla="*/ 1079971 h 1079971"/>
                    <a:gd name="connsiteX1" fmla="*/ 1080090 w 2160180"/>
                    <a:gd name="connsiteY1" fmla="*/ 0 h 1079971"/>
                    <a:gd name="connsiteX2" fmla="*/ 2160180 w 2160180"/>
                    <a:gd name="connsiteY2" fmla="*/ 1079971 h 1079971"/>
                  </a:gdLst>
                  <a:ahLst/>
                  <a:cxnLst>
                    <a:cxn ang="0">
                      <a:pos x="connsiteX0" y="connsiteY0"/>
                    </a:cxn>
                    <a:cxn ang="0">
                      <a:pos x="connsiteX1" y="connsiteY1"/>
                    </a:cxn>
                    <a:cxn ang="0">
                      <a:pos x="connsiteX2" y="connsiteY2"/>
                    </a:cxn>
                  </a:cxnLst>
                  <a:rect l="l" t="t" r="r" b="b"/>
                  <a:pathLst>
                    <a:path w="2160180" h="1079971">
                      <a:moveTo>
                        <a:pt x="0" y="1079971"/>
                      </a:moveTo>
                      <a:cubicBezTo>
                        <a:pt x="0" y="483519"/>
                        <a:pt x="483573" y="0"/>
                        <a:pt x="1080090" y="0"/>
                      </a:cubicBezTo>
                      <a:cubicBezTo>
                        <a:pt x="1676607" y="0"/>
                        <a:pt x="2160180" y="483519"/>
                        <a:pt x="2160180" y="1079971"/>
                      </a:cubicBezTo>
                    </a:path>
                  </a:pathLst>
                </a:custGeom>
                <a:noFill/>
                <a:ln w="76200" cap="flat" cmpd="sng" algn="ctr">
                  <a:solidFill>
                    <a:srgbClr val="F2F2F2">
                      <a:lumMod val="75000"/>
                    </a:srgbClr>
                  </a:solidFill>
                  <a:prstDash val="solid"/>
                  <a:miter lim="800000"/>
                  <a:headEnd type="none" w="med" len="med"/>
                  <a:tailEnd type="none" w="med" len="med"/>
                </a:ln>
                <a:effectLst/>
              </p:spPr>
              <p:txBody>
                <a:bodyPr rtlCol="0" anchor="ctr"/>
                <a:lstStyle/>
                <a:p>
                  <a:pPr algn="ctr"/>
                  <a:endParaRPr lang="en-US" sz="1600" b="1">
                    <a:latin typeface="Arial"/>
                  </a:endParaRPr>
                </a:p>
              </p:txBody>
            </p:sp>
            <p:sp>
              <p:nvSpPr>
                <p:cNvPr id="39" name="Ellipse 43">
                  <a:extLst>
                    <a:ext uri="{FF2B5EF4-FFF2-40B4-BE49-F238E27FC236}">
                      <a16:creationId xmlns:a16="http://schemas.microsoft.com/office/drawing/2014/main" id="{D9CD6702-5B35-8C7F-B8F1-B34D2EB056EB}"/>
                    </a:ext>
                  </a:extLst>
                </p:cNvPr>
                <p:cNvSpPr>
                  <a:spLocks/>
                </p:cNvSpPr>
                <p:nvPr/>
              </p:nvSpPr>
              <p:spPr bwMode="gray">
                <a:xfrm flipH="1">
                  <a:off x="5108982" y="2294565"/>
                  <a:ext cx="990083" cy="989973"/>
                </a:xfrm>
                <a:custGeom>
                  <a:avLst/>
                  <a:gdLst>
                    <a:gd name="connsiteX0" fmla="*/ 0 w 2160180"/>
                    <a:gd name="connsiteY0" fmla="*/ 1079971 h 2159942"/>
                    <a:gd name="connsiteX1" fmla="*/ 1080090 w 2160180"/>
                    <a:gd name="connsiteY1" fmla="*/ 0 h 2159942"/>
                    <a:gd name="connsiteX2" fmla="*/ 2160180 w 2160180"/>
                    <a:gd name="connsiteY2" fmla="*/ 1079971 h 2159942"/>
                    <a:gd name="connsiteX3" fmla="*/ 1080090 w 2160180"/>
                    <a:gd name="connsiteY3" fmla="*/ 2159942 h 2159942"/>
                    <a:gd name="connsiteX4" fmla="*/ 0 w 2160180"/>
                    <a:gd name="connsiteY4" fmla="*/ 1079971 h 2159942"/>
                    <a:gd name="connsiteX0" fmla="*/ 1080090 w 2160180"/>
                    <a:gd name="connsiteY0" fmla="*/ 2159942 h 2251382"/>
                    <a:gd name="connsiteX1" fmla="*/ 0 w 2160180"/>
                    <a:gd name="connsiteY1" fmla="*/ 1079971 h 2251382"/>
                    <a:gd name="connsiteX2" fmla="*/ 1080090 w 2160180"/>
                    <a:gd name="connsiteY2" fmla="*/ 0 h 2251382"/>
                    <a:gd name="connsiteX3" fmla="*/ 2160180 w 2160180"/>
                    <a:gd name="connsiteY3" fmla="*/ 1079971 h 2251382"/>
                    <a:gd name="connsiteX4" fmla="*/ 1171530 w 2160180"/>
                    <a:gd name="connsiteY4" fmla="*/ 2251382 h 2251382"/>
                    <a:gd name="connsiteX0" fmla="*/ 1080090 w 2160180"/>
                    <a:gd name="connsiteY0" fmla="*/ 2159942 h 2159942"/>
                    <a:gd name="connsiteX1" fmla="*/ 0 w 2160180"/>
                    <a:gd name="connsiteY1" fmla="*/ 1079971 h 2159942"/>
                    <a:gd name="connsiteX2" fmla="*/ 1080090 w 2160180"/>
                    <a:gd name="connsiteY2" fmla="*/ 0 h 2159942"/>
                    <a:gd name="connsiteX3" fmla="*/ 2160180 w 2160180"/>
                    <a:gd name="connsiteY3" fmla="*/ 1079971 h 2159942"/>
                    <a:gd name="connsiteX0" fmla="*/ 0 w 2160180"/>
                    <a:gd name="connsiteY0" fmla="*/ 1079971 h 1079971"/>
                    <a:gd name="connsiteX1" fmla="*/ 1080090 w 2160180"/>
                    <a:gd name="connsiteY1" fmla="*/ 0 h 1079971"/>
                    <a:gd name="connsiteX2" fmla="*/ 2160180 w 2160180"/>
                    <a:gd name="connsiteY2" fmla="*/ 1079971 h 1079971"/>
                    <a:gd name="connsiteX0" fmla="*/ 0 w 1080091"/>
                    <a:gd name="connsiteY0" fmla="*/ 1079971 h 1079971"/>
                    <a:gd name="connsiteX1" fmla="*/ 1080090 w 1080091"/>
                    <a:gd name="connsiteY1" fmla="*/ 0 h 1079971"/>
                  </a:gdLst>
                  <a:ahLst/>
                  <a:cxnLst>
                    <a:cxn ang="0">
                      <a:pos x="connsiteX0" y="connsiteY0"/>
                    </a:cxn>
                    <a:cxn ang="0">
                      <a:pos x="connsiteX1" y="connsiteY1"/>
                    </a:cxn>
                  </a:cxnLst>
                  <a:rect l="l" t="t" r="r" b="b"/>
                  <a:pathLst>
                    <a:path w="1080091" h="1079971">
                      <a:moveTo>
                        <a:pt x="0" y="1079971"/>
                      </a:moveTo>
                      <a:cubicBezTo>
                        <a:pt x="0" y="483519"/>
                        <a:pt x="483573" y="0"/>
                        <a:pt x="1080090" y="0"/>
                      </a:cubicBezTo>
                    </a:path>
                  </a:pathLst>
                </a:custGeom>
                <a:noFill/>
                <a:ln w="76200" cap="sq" cmpd="sng" algn="ctr">
                  <a:solidFill>
                    <a:srgbClr val="F2F2F2">
                      <a:lumMod val="75000"/>
                    </a:srgbClr>
                  </a:solidFill>
                  <a:prstDash val="solid"/>
                  <a:round/>
                  <a:headEnd type="none" w="med" len="med"/>
                  <a:tailEnd type="none" w="med" len="med"/>
                </a:ln>
                <a:effectLst/>
              </p:spPr>
              <p:txBody>
                <a:bodyPr rtlCol="0" anchor="ctr"/>
                <a:lstStyle/>
                <a:p>
                  <a:pPr algn="ctr"/>
                  <a:endParaRPr lang="en-US" sz="1600" b="1">
                    <a:latin typeface="Arial"/>
                  </a:endParaRPr>
                </a:p>
              </p:txBody>
            </p:sp>
          </p:grpSp>
          <p:sp>
            <p:nvSpPr>
              <p:cNvPr id="40" name="Textfeld 47">
                <a:extLst>
                  <a:ext uri="{FF2B5EF4-FFF2-40B4-BE49-F238E27FC236}">
                    <a16:creationId xmlns:a16="http://schemas.microsoft.com/office/drawing/2014/main" id="{7AA62860-A93C-18E1-70A3-4E3A6EEAAF46}"/>
                  </a:ext>
                </a:extLst>
              </p:cNvPr>
              <p:cNvSpPr txBox="1">
                <a:spLocks/>
              </p:cNvSpPr>
              <p:nvPr/>
            </p:nvSpPr>
            <p:spPr bwMode="gray">
              <a:xfrm rot="5400000">
                <a:off x="1603751" y="2921961"/>
                <a:ext cx="1672919" cy="382559"/>
              </a:xfrm>
              <a:prstGeom prst="rect">
                <a:avLst/>
              </a:prstGeom>
              <a:noFill/>
              <a:ln>
                <a:noFill/>
              </a:ln>
            </p:spPr>
            <p:txBody>
              <a:bodyPr wrap="square" lIns="0" tIns="0" rIns="0" bIns="0" rtlCol="0" anchor="ctr">
                <a:spAutoFit/>
              </a:bodyPr>
              <a:lstStyle/>
              <a:p>
                <a:pPr algn="ctr"/>
                <a:r>
                  <a:rPr lang="en-US" sz="1600" b="1">
                    <a:latin typeface="Arial"/>
                  </a:rPr>
                  <a:t>02</a:t>
                </a:r>
              </a:p>
            </p:txBody>
          </p:sp>
        </p:grpSp>
        <p:grpSp>
          <p:nvGrpSpPr>
            <p:cNvPr id="41" name="Gruppieren 50">
              <a:extLst>
                <a:ext uri="{FF2B5EF4-FFF2-40B4-BE49-F238E27FC236}">
                  <a16:creationId xmlns:a16="http://schemas.microsoft.com/office/drawing/2014/main" id="{C1B762D3-6157-F157-2A6C-668D4DFE7402}"/>
                </a:ext>
              </a:extLst>
            </p:cNvPr>
            <p:cNvGrpSpPr>
              <a:grpSpLocks/>
            </p:cNvGrpSpPr>
            <p:nvPr/>
          </p:nvGrpSpPr>
          <p:grpSpPr bwMode="gray">
            <a:xfrm flipH="1" flipV="1">
              <a:off x="3773050" y="3118950"/>
              <a:ext cx="646887" cy="159869"/>
              <a:chOff x="9102726" y="944561"/>
              <a:chExt cx="1311824" cy="324199"/>
            </a:xfrm>
          </p:grpSpPr>
          <p:sp>
            <p:nvSpPr>
              <p:cNvPr id="42" name="Teilkreis 30">
                <a:extLst>
                  <a:ext uri="{FF2B5EF4-FFF2-40B4-BE49-F238E27FC236}">
                    <a16:creationId xmlns:a16="http://schemas.microsoft.com/office/drawing/2014/main" id="{D85DD544-8A59-1B15-AE40-06D75B5DEE6C}"/>
                  </a:ext>
                </a:extLst>
              </p:cNvPr>
              <p:cNvSpPr>
                <a:spLocks/>
              </p:cNvSpPr>
              <p:nvPr/>
            </p:nvSpPr>
            <p:spPr bwMode="gray">
              <a:xfrm rot="5400000">
                <a:off x="10090351" y="944561"/>
                <a:ext cx="324199" cy="324199"/>
              </a:xfrm>
              <a:custGeom>
                <a:avLst/>
                <a:gdLst>
                  <a:gd name="connsiteX0" fmla="*/ 0 w 1008112"/>
                  <a:gd name="connsiteY0" fmla="*/ 504056 h 1008112"/>
                  <a:gd name="connsiteX1" fmla="*/ 504056 w 1008112"/>
                  <a:gd name="connsiteY1" fmla="*/ 0 h 1008112"/>
                  <a:gd name="connsiteX2" fmla="*/ 504056 w 1008112"/>
                  <a:gd name="connsiteY2" fmla="*/ 504056 h 1008112"/>
                  <a:gd name="connsiteX3" fmla="*/ 0 w 1008112"/>
                  <a:gd name="connsiteY3" fmla="*/ 504056 h 1008112"/>
                  <a:gd name="connsiteX0" fmla="*/ 504056 w 595496"/>
                  <a:gd name="connsiteY0" fmla="*/ 504056 h 595496"/>
                  <a:gd name="connsiteX1" fmla="*/ 0 w 595496"/>
                  <a:gd name="connsiteY1" fmla="*/ 504056 h 595496"/>
                  <a:gd name="connsiteX2" fmla="*/ 504056 w 595496"/>
                  <a:gd name="connsiteY2" fmla="*/ 0 h 595496"/>
                  <a:gd name="connsiteX3" fmla="*/ 595496 w 595496"/>
                  <a:gd name="connsiteY3" fmla="*/ 595496 h 595496"/>
                  <a:gd name="connsiteX0" fmla="*/ 504056 w 504056"/>
                  <a:gd name="connsiteY0" fmla="*/ 504056 h 504056"/>
                  <a:gd name="connsiteX1" fmla="*/ 0 w 504056"/>
                  <a:gd name="connsiteY1" fmla="*/ 504056 h 504056"/>
                  <a:gd name="connsiteX2" fmla="*/ 504056 w 504056"/>
                  <a:gd name="connsiteY2" fmla="*/ 0 h 504056"/>
                  <a:gd name="connsiteX0" fmla="*/ 504056 w 504056"/>
                  <a:gd name="connsiteY0" fmla="*/ 504056 h 504056"/>
                  <a:gd name="connsiteX1" fmla="*/ 0 w 504056"/>
                  <a:gd name="connsiteY1" fmla="*/ 504056 h 504056"/>
                  <a:gd name="connsiteX2" fmla="*/ 504056 w 504056"/>
                  <a:gd name="connsiteY2" fmla="*/ 0 h 504056"/>
                  <a:gd name="connsiteX0" fmla="*/ 0 w 504056"/>
                  <a:gd name="connsiteY0" fmla="*/ 504056 h 504056"/>
                  <a:gd name="connsiteX1" fmla="*/ 504056 w 504056"/>
                  <a:gd name="connsiteY1" fmla="*/ 0 h 504056"/>
                </a:gdLst>
                <a:ahLst/>
                <a:cxnLst>
                  <a:cxn ang="0">
                    <a:pos x="connsiteX0" y="connsiteY0"/>
                  </a:cxn>
                  <a:cxn ang="0">
                    <a:pos x="connsiteX1" y="connsiteY1"/>
                  </a:cxn>
                </a:cxnLst>
                <a:rect l="l" t="t" r="r" b="b"/>
                <a:pathLst>
                  <a:path w="504056" h="504056">
                    <a:moveTo>
                      <a:pt x="0" y="504056"/>
                    </a:moveTo>
                    <a:cubicBezTo>
                      <a:pt x="0" y="225674"/>
                      <a:pt x="225674" y="0"/>
                      <a:pt x="504056" y="0"/>
                    </a:cubicBezTo>
                  </a:path>
                </a:pathLst>
              </a:custGeom>
              <a:noFill/>
              <a:ln w="76200" cap="sq" cmpd="sng" algn="ctr">
                <a:solidFill>
                  <a:srgbClr val="242852">
                    <a:lumMod val="75000"/>
                  </a:srgbClr>
                </a:solidFill>
                <a:prstDash val="solid"/>
                <a:round/>
                <a:headEnd type="none" w="med" len="med"/>
                <a:tailEnd type="none" w="med" len="med"/>
              </a:ln>
              <a:effectLst/>
            </p:spPr>
            <p:txBody>
              <a:bodyPr rtlCol="0" anchor="ctr"/>
              <a:lstStyle/>
              <a:p>
                <a:pPr algn="ctr"/>
                <a:endParaRPr lang="en-US" sz="1799">
                  <a:latin typeface="Arial"/>
                </a:endParaRPr>
              </a:p>
            </p:txBody>
          </p:sp>
          <p:cxnSp>
            <p:nvCxnSpPr>
              <p:cNvPr id="43" name="Gerader Verbinder 52">
                <a:extLst>
                  <a:ext uri="{FF2B5EF4-FFF2-40B4-BE49-F238E27FC236}">
                    <a16:creationId xmlns:a16="http://schemas.microsoft.com/office/drawing/2014/main" id="{44D99028-6EC3-FE8D-4D3D-C76AB41DF7DF}"/>
                  </a:ext>
                </a:extLst>
              </p:cNvPr>
              <p:cNvCxnSpPr>
                <a:cxnSpLocks/>
                <a:stCxn id="40" idx="0"/>
              </p:cNvCxnSpPr>
              <p:nvPr/>
            </p:nvCxnSpPr>
            <p:spPr bwMode="gray">
              <a:xfrm flipH="1" flipV="1">
                <a:off x="9102726" y="944561"/>
                <a:ext cx="987624" cy="0"/>
              </a:xfrm>
              <a:prstGeom prst="line">
                <a:avLst/>
              </a:prstGeom>
              <a:ln w="76200" cap="flat" cmpd="sng" algn="ctr">
                <a:solidFill>
                  <a:srgbClr val="242852">
                    <a:lumMod val="75000"/>
                  </a:srgbClr>
                </a:solidFill>
                <a:prstDash val="solid"/>
                <a:round/>
                <a:headEnd type="none" w="med" len="med"/>
                <a:tailEnd type="none" w="med" len="med"/>
              </a:ln>
            </p:spPr>
            <p:style>
              <a:lnRef idx="1">
                <a:srgbClr val="242852"/>
              </a:lnRef>
              <a:fillRef idx="0">
                <a:srgbClr val="242852"/>
              </a:fillRef>
              <a:effectRef idx="0">
                <a:srgbClr val="242852"/>
              </a:effectRef>
              <a:fontRef idx="minor">
                <a:srgbClr val="000000"/>
              </a:fontRef>
            </p:style>
          </p:cxnSp>
        </p:grpSp>
        <p:grpSp>
          <p:nvGrpSpPr>
            <p:cNvPr id="44" name="Gruppieren 53">
              <a:extLst>
                <a:ext uri="{FF2B5EF4-FFF2-40B4-BE49-F238E27FC236}">
                  <a16:creationId xmlns:a16="http://schemas.microsoft.com/office/drawing/2014/main" id="{98F8CF85-75A0-6611-86DC-243D508A2BFA}"/>
                </a:ext>
              </a:extLst>
            </p:cNvPr>
            <p:cNvGrpSpPr>
              <a:grpSpLocks/>
            </p:cNvGrpSpPr>
            <p:nvPr/>
          </p:nvGrpSpPr>
          <p:grpSpPr bwMode="gray">
            <a:xfrm rot="10800000" flipH="1" flipV="1">
              <a:off x="973321" y="5046444"/>
              <a:ext cx="646886" cy="159869"/>
              <a:chOff x="9102728" y="944561"/>
              <a:chExt cx="1311822" cy="324199"/>
            </a:xfrm>
          </p:grpSpPr>
          <p:sp>
            <p:nvSpPr>
              <p:cNvPr id="45" name="Teilkreis 30">
                <a:extLst>
                  <a:ext uri="{FF2B5EF4-FFF2-40B4-BE49-F238E27FC236}">
                    <a16:creationId xmlns:a16="http://schemas.microsoft.com/office/drawing/2014/main" id="{246BC041-3A8E-EDD4-0829-1FB2C2C7D701}"/>
                  </a:ext>
                </a:extLst>
              </p:cNvPr>
              <p:cNvSpPr>
                <a:spLocks/>
              </p:cNvSpPr>
              <p:nvPr/>
            </p:nvSpPr>
            <p:spPr bwMode="gray">
              <a:xfrm rot="5400000">
                <a:off x="10090351" y="944561"/>
                <a:ext cx="324199" cy="324199"/>
              </a:xfrm>
              <a:custGeom>
                <a:avLst/>
                <a:gdLst>
                  <a:gd name="connsiteX0" fmla="*/ 0 w 1008112"/>
                  <a:gd name="connsiteY0" fmla="*/ 504056 h 1008112"/>
                  <a:gd name="connsiteX1" fmla="*/ 504056 w 1008112"/>
                  <a:gd name="connsiteY1" fmla="*/ 0 h 1008112"/>
                  <a:gd name="connsiteX2" fmla="*/ 504056 w 1008112"/>
                  <a:gd name="connsiteY2" fmla="*/ 504056 h 1008112"/>
                  <a:gd name="connsiteX3" fmla="*/ 0 w 1008112"/>
                  <a:gd name="connsiteY3" fmla="*/ 504056 h 1008112"/>
                  <a:gd name="connsiteX0" fmla="*/ 504056 w 595496"/>
                  <a:gd name="connsiteY0" fmla="*/ 504056 h 595496"/>
                  <a:gd name="connsiteX1" fmla="*/ 0 w 595496"/>
                  <a:gd name="connsiteY1" fmla="*/ 504056 h 595496"/>
                  <a:gd name="connsiteX2" fmla="*/ 504056 w 595496"/>
                  <a:gd name="connsiteY2" fmla="*/ 0 h 595496"/>
                  <a:gd name="connsiteX3" fmla="*/ 595496 w 595496"/>
                  <a:gd name="connsiteY3" fmla="*/ 595496 h 595496"/>
                  <a:gd name="connsiteX0" fmla="*/ 504056 w 504056"/>
                  <a:gd name="connsiteY0" fmla="*/ 504056 h 504056"/>
                  <a:gd name="connsiteX1" fmla="*/ 0 w 504056"/>
                  <a:gd name="connsiteY1" fmla="*/ 504056 h 504056"/>
                  <a:gd name="connsiteX2" fmla="*/ 504056 w 504056"/>
                  <a:gd name="connsiteY2" fmla="*/ 0 h 504056"/>
                  <a:gd name="connsiteX0" fmla="*/ 504056 w 504056"/>
                  <a:gd name="connsiteY0" fmla="*/ 504056 h 504056"/>
                  <a:gd name="connsiteX1" fmla="*/ 0 w 504056"/>
                  <a:gd name="connsiteY1" fmla="*/ 504056 h 504056"/>
                  <a:gd name="connsiteX2" fmla="*/ 504056 w 504056"/>
                  <a:gd name="connsiteY2" fmla="*/ 0 h 504056"/>
                  <a:gd name="connsiteX0" fmla="*/ 0 w 504056"/>
                  <a:gd name="connsiteY0" fmla="*/ 504056 h 504056"/>
                  <a:gd name="connsiteX1" fmla="*/ 504056 w 504056"/>
                  <a:gd name="connsiteY1" fmla="*/ 0 h 504056"/>
                </a:gdLst>
                <a:ahLst/>
                <a:cxnLst>
                  <a:cxn ang="0">
                    <a:pos x="connsiteX0" y="connsiteY0"/>
                  </a:cxn>
                  <a:cxn ang="0">
                    <a:pos x="connsiteX1" y="connsiteY1"/>
                  </a:cxn>
                </a:cxnLst>
                <a:rect l="l" t="t" r="r" b="b"/>
                <a:pathLst>
                  <a:path w="504056" h="504056">
                    <a:moveTo>
                      <a:pt x="0" y="504056"/>
                    </a:moveTo>
                    <a:cubicBezTo>
                      <a:pt x="0" y="225674"/>
                      <a:pt x="225674" y="0"/>
                      <a:pt x="504056" y="0"/>
                    </a:cubicBezTo>
                  </a:path>
                </a:pathLst>
              </a:custGeom>
              <a:noFill/>
              <a:ln w="76200" cap="sq" cmpd="sng" algn="ctr">
                <a:solidFill>
                  <a:srgbClr val="F2F2F2">
                    <a:lumMod val="90000"/>
                  </a:srgbClr>
                </a:solidFill>
                <a:prstDash val="solid"/>
                <a:round/>
                <a:headEnd type="none" w="med" len="med"/>
                <a:tailEnd type="none" w="med" len="med"/>
              </a:ln>
              <a:effectLst/>
            </p:spPr>
            <p:txBody>
              <a:bodyPr rtlCol="0" anchor="ctr"/>
              <a:lstStyle/>
              <a:p>
                <a:pPr algn="ctr"/>
                <a:endParaRPr lang="en-US" sz="1799">
                  <a:latin typeface="Arial"/>
                </a:endParaRPr>
              </a:p>
            </p:txBody>
          </p:sp>
          <p:cxnSp>
            <p:nvCxnSpPr>
              <p:cNvPr id="46" name="Gerader Verbinder 55">
                <a:extLst>
                  <a:ext uri="{FF2B5EF4-FFF2-40B4-BE49-F238E27FC236}">
                    <a16:creationId xmlns:a16="http://schemas.microsoft.com/office/drawing/2014/main" id="{BE609BB1-88AE-F5C4-E6C2-3FE8B23BBA56}"/>
                  </a:ext>
                </a:extLst>
              </p:cNvPr>
              <p:cNvCxnSpPr>
                <a:cxnSpLocks/>
                <a:stCxn id="43" idx="0"/>
              </p:cNvCxnSpPr>
              <p:nvPr/>
            </p:nvCxnSpPr>
            <p:spPr bwMode="gray">
              <a:xfrm rot="10800000" flipV="1">
                <a:off x="9102728" y="944561"/>
                <a:ext cx="987622" cy="0"/>
              </a:xfrm>
              <a:prstGeom prst="line">
                <a:avLst/>
              </a:prstGeom>
              <a:ln w="76200" cap="flat" cmpd="sng" algn="ctr">
                <a:solidFill>
                  <a:srgbClr val="F2F2F2">
                    <a:lumMod val="90000"/>
                  </a:srgbClr>
                </a:solidFill>
                <a:prstDash val="solid"/>
                <a:round/>
                <a:headEnd type="none" w="med" len="med"/>
                <a:tailEnd type="none" w="med" len="med"/>
              </a:ln>
            </p:spPr>
            <p:style>
              <a:lnRef idx="1">
                <a:srgbClr val="242852"/>
              </a:lnRef>
              <a:fillRef idx="0">
                <a:srgbClr val="242852"/>
              </a:fillRef>
              <a:effectRef idx="0">
                <a:srgbClr val="242852"/>
              </a:effectRef>
              <a:fontRef idx="minor">
                <a:srgbClr val="000000"/>
              </a:fontRef>
            </p:style>
          </p:cxnSp>
        </p:grpSp>
        <p:grpSp>
          <p:nvGrpSpPr>
            <p:cNvPr id="47" name="Gruppieren 57">
              <a:extLst>
                <a:ext uri="{FF2B5EF4-FFF2-40B4-BE49-F238E27FC236}">
                  <a16:creationId xmlns:a16="http://schemas.microsoft.com/office/drawing/2014/main" id="{89224D99-DC64-3986-CB2B-C4BB218ECBDB}"/>
                </a:ext>
              </a:extLst>
            </p:cNvPr>
            <p:cNvGrpSpPr>
              <a:grpSpLocks/>
            </p:cNvGrpSpPr>
            <p:nvPr/>
          </p:nvGrpSpPr>
          <p:grpSpPr bwMode="gray">
            <a:xfrm rot="16200000" flipH="1">
              <a:off x="1620146" y="4706256"/>
              <a:ext cx="1076719" cy="1076600"/>
              <a:chOff x="4118900" y="2294565"/>
              <a:chExt cx="1980165" cy="1979946"/>
            </a:xfrm>
          </p:grpSpPr>
          <p:sp>
            <p:nvSpPr>
              <p:cNvPr id="48" name="Ellipse 43">
                <a:extLst>
                  <a:ext uri="{FF2B5EF4-FFF2-40B4-BE49-F238E27FC236}">
                    <a16:creationId xmlns:a16="http://schemas.microsoft.com/office/drawing/2014/main" id="{70B1DE97-F394-DC18-7DA9-F26A54161AFB}"/>
                  </a:ext>
                </a:extLst>
              </p:cNvPr>
              <p:cNvSpPr>
                <a:spLocks/>
              </p:cNvSpPr>
              <p:nvPr/>
            </p:nvSpPr>
            <p:spPr bwMode="gray">
              <a:xfrm flipH="1" flipV="1">
                <a:off x="4118900" y="3284538"/>
                <a:ext cx="1980165" cy="989973"/>
              </a:xfrm>
              <a:custGeom>
                <a:avLst/>
                <a:gdLst>
                  <a:gd name="connsiteX0" fmla="*/ 0 w 2160180"/>
                  <a:gd name="connsiteY0" fmla="*/ 1079971 h 2159942"/>
                  <a:gd name="connsiteX1" fmla="*/ 1080090 w 2160180"/>
                  <a:gd name="connsiteY1" fmla="*/ 0 h 2159942"/>
                  <a:gd name="connsiteX2" fmla="*/ 2160180 w 2160180"/>
                  <a:gd name="connsiteY2" fmla="*/ 1079971 h 2159942"/>
                  <a:gd name="connsiteX3" fmla="*/ 1080090 w 2160180"/>
                  <a:gd name="connsiteY3" fmla="*/ 2159942 h 2159942"/>
                  <a:gd name="connsiteX4" fmla="*/ 0 w 2160180"/>
                  <a:gd name="connsiteY4" fmla="*/ 1079971 h 2159942"/>
                  <a:gd name="connsiteX0" fmla="*/ 1080090 w 2160180"/>
                  <a:gd name="connsiteY0" fmla="*/ 2159942 h 2251382"/>
                  <a:gd name="connsiteX1" fmla="*/ 0 w 2160180"/>
                  <a:gd name="connsiteY1" fmla="*/ 1079971 h 2251382"/>
                  <a:gd name="connsiteX2" fmla="*/ 1080090 w 2160180"/>
                  <a:gd name="connsiteY2" fmla="*/ 0 h 2251382"/>
                  <a:gd name="connsiteX3" fmla="*/ 2160180 w 2160180"/>
                  <a:gd name="connsiteY3" fmla="*/ 1079971 h 2251382"/>
                  <a:gd name="connsiteX4" fmla="*/ 1171530 w 2160180"/>
                  <a:gd name="connsiteY4" fmla="*/ 2251382 h 2251382"/>
                  <a:gd name="connsiteX0" fmla="*/ 1080090 w 2160180"/>
                  <a:gd name="connsiteY0" fmla="*/ 2159942 h 2159942"/>
                  <a:gd name="connsiteX1" fmla="*/ 0 w 2160180"/>
                  <a:gd name="connsiteY1" fmla="*/ 1079971 h 2159942"/>
                  <a:gd name="connsiteX2" fmla="*/ 1080090 w 2160180"/>
                  <a:gd name="connsiteY2" fmla="*/ 0 h 2159942"/>
                  <a:gd name="connsiteX3" fmla="*/ 2160180 w 2160180"/>
                  <a:gd name="connsiteY3" fmla="*/ 1079971 h 2159942"/>
                  <a:gd name="connsiteX0" fmla="*/ 0 w 2160180"/>
                  <a:gd name="connsiteY0" fmla="*/ 1079971 h 1079971"/>
                  <a:gd name="connsiteX1" fmla="*/ 1080090 w 2160180"/>
                  <a:gd name="connsiteY1" fmla="*/ 0 h 1079971"/>
                  <a:gd name="connsiteX2" fmla="*/ 2160180 w 2160180"/>
                  <a:gd name="connsiteY2" fmla="*/ 1079971 h 1079971"/>
                </a:gdLst>
                <a:ahLst/>
                <a:cxnLst>
                  <a:cxn ang="0">
                    <a:pos x="connsiteX0" y="connsiteY0"/>
                  </a:cxn>
                  <a:cxn ang="0">
                    <a:pos x="connsiteX1" y="connsiteY1"/>
                  </a:cxn>
                  <a:cxn ang="0">
                    <a:pos x="connsiteX2" y="connsiteY2"/>
                  </a:cxn>
                </a:cxnLst>
                <a:rect l="l" t="t" r="r" b="b"/>
                <a:pathLst>
                  <a:path w="2160180" h="1079971">
                    <a:moveTo>
                      <a:pt x="0" y="1079971"/>
                    </a:moveTo>
                    <a:cubicBezTo>
                      <a:pt x="0" y="483519"/>
                      <a:pt x="483573" y="0"/>
                      <a:pt x="1080090" y="0"/>
                    </a:cubicBezTo>
                    <a:cubicBezTo>
                      <a:pt x="1676607" y="0"/>
                      <a:pt x="2160180" y="483519"/>
                      <a:pt x="2160180" y="1079971"/>
                    </a:cubicBezTo>
                  </a:path>
                </a:pathLst>
              </a:custGeom>
              <a:noFill/>
              <a:ln w="76200" cap="flat" cmpd="sng" algn="ctr">
                <a:solidFill>
                  <a:srgbClr val="F2F2F2">
                    <a:lumMod val="90000"/>
                  </a:srgbClr>
                </a:solidFill>
                <a:prstDash val="solid"/>
                <a:miter lim="800000"/>
                <a:headEnd type="none" w="med" len="med"/>
                <a:tailEnd type="none" w="med" len="med"/>
              </a:ln>
              <a:effectLst/>
            </p:spPr>
            <p:txBody>
              <a:bodyPr rtlCol="0" anchor="ctr"/>
              <a:lstStyle/>
              <a:p>
                <a:pPr algn="ctr"/>
                <a:endParaRPr lang="en-US" sz="1600" b="1">
                  <a:latin typeface="Arial"/>
                </a:endParaRPr>
              </a:p>
            </p:txBody>
          </p:sp>
          <p:sp>
            <p:nvSpPr>
              <p:cNvPr id="49" name="Ellipse 43">
                <a:extLst>
                  <a:ext uri="{FF2B5EF4-FFF2-40B4-BE49-F238E27FC236}">
                    <a16:creationId xmlns:a16="http://schemas.microsoft.com/office/drawing/2014/main" id="{B2E09553-E32F-A926-3379-89C136D20F09}"/>
                  </a:ext>
                </a:extLst>
              </p:cNvPr>
              <p:cNvSpPr>
                <a:spLocks/>
              </p:cNvSpPr>
              <p:nvPr/>
            </p:nvSpPr>
            <p:spPr bwMode="gray">
              <a:xfrm flipH="1">
                <a:off x="5108982" y="2294565"/>
                <a:ext cx="990083" cy="989973"/>
              </a:xfrm>
              <a:custGeom>
                <a:avLst/>
                <a:gdLst>
                  <a:gd name="connsiteX0" fmla="*/ 0 w 2160180"/>
                  <a:gd name="connsiteY0" fmla="*/ 1079971 h 2159942"/>
                  <a:gd name="connsiteX1" fmla="*/ 1080090 w 2160180"/>
                  <a:gd name="connsiteY1" fmla="*/ 0 h 2159942"/>
                  <a:gd name="connsiteX2" fmla="*/ 2160180 w 2160180"/>
                  <a:gd name="connsiteY2" fmla="*/ 1079971 h 2159942"/>
                  <a:gd name="connsiteX3" fmla="*/ 1080090 w 2160180"/>
                  <a:gd name="connsiteY3" fmla="*/ 2159942 h 2159942"/>
                  <a:gd name="connsiteX4" fmla="*/ 0 w 2160180"/>
                  <a:gd name="connsiteY4" fmla="*/ 1079971 h 2159942"/>
                  <a:gd name="connsiteX0" fmla="*/ 1080090 w 2160180"/>
                  <a:gd name="connsiteY0" fmla="*/ 2159942 h 2251382"/>
                  <a:gd name="connsiteX1" fmla="*/ 0 w 2160180"/>
                  <a:gd name="connsiteY1" fmla="*/ 1079971 h 2251382"/>
                  <a:gd name="connsiteX2" fmla="*/ 1080090 w 2160180"/>
                  <a:gd name="connsiteY2" fmla="*/ 0 h 2251382"/>
                  <a:gd name="connsiteX3" fmla="*/ 2160180 w 2160180"/>
                  <a:gd name="connsiteY3" fmla="*/ 1079971 h 2251382"/>
                  <a:gd name="connsiteX4" fmla="*/ 1171530 w 2160180"/>
                  <a:gd name="connsiteY4" fmla="*/ 2251382 h 2251382"/>
                  <a:gd name="connsiteX0" fmla="*/ 1080090 w 2160180"/>
                  <a:gd name="connsiteY0" fmla="*/ 2159942 h 2159942"/>
                  <a:gd name="connsiteX1" fmla="*/ 0 w 2160180"/>
                  <a:gd name="connsiteY1" fmla="*/ 1079971 h 2159942"/>
                  <a:gd name="connsiteX2" fmla="*/ 1080090 w 2160180"/>
                  <a:gd name="connsiteY2" fmla="*/ 0 h 2159942"/>
                  <a:gd name="connsiteX3" fmla="*/ 2160180 w 2160180"/>
                  <a:gd name="connsiteY3" fmla="*/ 1079971 h 2159942"/>
                  <a:gd name="connsiteX0" fmla="*/ 0 w 2160180"/>
                  <a:gd name="connsiteY0" fmla="*/ 1079971 h 1079971"/>
                  <a:gd name="connsiteX1" fmla="*/ 1080090 w 2160180"/>
                  <a:gd name="connsiteY1" fmla="*/ 0 h 1079971"/>
                  <a:gd name="connsiteX2" fmla="*/ 2160180 w 2160180"/>
                  <a:gd name="connsiteY2" fmla="*/ 1079971 h 1079971"/>
                  <a:gd name="connsiteX0" fmla="*/ 0 w 1080091"/>
                  <a:gd name="connsiteY0" fmla="*/ 1079971 h 1079971"/>
                  <a:gd name="connsiteX1" fmla="*/ 1080090 w 1080091"/>
                  <a:gd name="connsiteY1" fmla="*/ 0 h 1079971"/>
                </a:gdLst>
                <a:ahLst/>
                <a:cxnLst>
                  <a:cxn ang="0">
                    <a:pos x="connsiteX0" y="connsiteY0"/>
                  </a:cxn>
                  <a:cxn ang="0">
                    <a:pos x="connsiteX1" y="connsiteY1"/>
                  </a:cxn>
                </a:cxnLst>
                <a:rect l="l" t="t" r="r" b="b"/>
                <a:pathLst>
                  <a:path w="1080091" h="1079971">
                    <a:moveTo>
                      <a:pt x="0" y="1079971"/>
                    </a:moveTo>
                    <a:cubicBezTo>
                      <a:pt x="0" y="483519"/>
                      <a:pt x="483573" y="0"/>
                      <a:pt x="1080090" y="0"/>
                    </a:cubicBezTo>
                  </a:path>
                </a:pathLst>
              </a:custGeom>
              <a:noFill/>
              <a:ln w="76200" cap="sq" cmpd="sng" algn="ctr">
                <a:solidFill>
                  <a:srgbClr val="F2F2F2">
                    <a:lumMod val="90000"/>
                  </a:srgbClr>
                </a:solidFill>
                <a:prstDash val="solid"/>
                <a:round/>
                <a:headEnd type="none" w="med" len="med"/>
                <a:tailEnd type="none" w="med" len="med"/>
              </a:ln>
              <a:effectLst/>
            </p:spPr>
            <p:txBody>
              <a:bodyPr rtlCol="0" anchor="ctr"/>
              <a:lstStyle/>
              <a:p>
                <a:pPr algn="ctr"/>
                <a:endParaRPr lang="en-US" sz="1600" b="1">
                  <a:latin typeface="Arial"/>
                </a:endParaRPr>
              </a:p>
            </p:txBody>
          </p:sp>
        </p:grpSp>
        <p:sp>
          <p:nvSpPr>
            <p:cNvPr id="50" name="Textfeld 58">
              <a:extLst>
                <a:ext uri="{FF2B5EF4-FFF2-40B4-BE49-F238E27FC236}">
                  <a16:creationId xmlns:a16="http://schemas.microsoft.com/office/drawing/2014/main" id="{2EF81D83-9F42-09E4-27A4-1FACCE8519FE}"/>
                </a:ext>
              </a:extLst>
            </p:cNvPr>
            <p:cNvSpPr txBox="1">
              <a:spLocks/>
            </p:cNvSpPr>
            <p:nvPr/>
          </p:nvSpPr>
          <p:spPr bwMode="gray">
            <a:xfrm flipH="1">
              <a:off x="1620028" y="5123125"/>
              <a:ext cx="1076719" cy="246221"/>
            </a:xfrm>
            <a:prstGeom prst="rect">
              <a:avLst/>
            </a:prstGeom>
            <a:noFill/>
          </p:spPr>
          <p:txBody>
            <a:bodyPr wrap="square" lIns="0" tIns="0" rIns="0" bIns="0" rtlCol="0" anchor="ctr">
              <a:spAutoFit/>
            </a:bodyPr>
            <a:lstStyle/>
            <a:p>
              <a:pPr algn="ctr"/>
              <a:r>
                <a:rPr lang="en-US" sz="1600" b="1" dirty="0">
                  <a:latin typeface="Arial"/>
                </a:rPr>
                <a:t>01</a:t>
              </a:r>
            </a:p>
          </p:txBody>
        </p:sp>
        <p:grpSp>
          <p:nvGrpSpPr>
            <p:cNvPr id="51" name="Grafik 80">
              <a:extLst>
                <a:ext uri="{FF2B5EF4-FFF2-40B4-BE49-F238E27FC236}">
                  <a16:creationId xmlns:a16="http://schemas.microsoft.com/office/drawing/2014/main" id="{D7964D7A-FCCE-54C8-2E70-8CF29430B9D5}"/>
                </a:ext>
              </a:extLst>
            </p:cNvPr>
            <p:cNvGrpSpPr>
              <a:grpSpLocks/>
            </p:cNvGrpSpPr>
            <p:nvPr/>
          </p:nvGrpSpPr>
          <p:grpSpPr>
            <a:xfrm>
              <a:off x="419099" y="4746582"/>
              <a:ext cx="392535" cy="599722"/>
              <a:chOff x="6577765" y="4658884"/>
              <a:chExt cx="392535" cy="599722"/>
            </a:xfrm>
            <a:solidFill>
              <a:srgbClr val="242852"/>
            </a:solidFill>
          </p:grpSpPr>
          <p:sp>
            <p:nvSpPr>
              <p:cNvPr id="52" name="Freihandform: Form 62">
                <a:extLst>
                  <a:ext uri="{FF2B5EF4-FFF2-40B4-BE49-F238E27FC236}">
                    <a16:creationId xmlns:a16="http://schemas.microsoft.com/office/drawing/2014/main" id="{8673B0E6-081F-15F0-78C2-4290F46D19B6}"/>
                  </a:ext>
                </a:extLst>
              </p:cNvPr>
              <p:cNvSpPr>
                <a:spLocks/>
              </p:cNvSpPr>
              <p:nvPr/>
            </p:nvSpPr>
            <p:spPr>
              <a:xfrm>
                <a:off x="6760111" y="4658884"/>
                <a:ext cx="111389" cy="111389"/>
              </a:xfrm>
              <a:custGeom>
                <a:avLst/>
                <a:gdLst>
                  <a:gd name="connsiteX0" fmla="*/ 55695 w 111389"/>
                  <a:gd name="connsiteY0" fmla="*/ 111390 h 111389"/>
                  <a:gd name="connsiteX1" fmla="*/ 111390 w 111389"/>
                  <a:gd name="connsiteY1" fmla="*/ 55695 h 111389"/>
                  <a:gd name="connsiteX2" fmla="*/ 55695 w 111389"/>
                  <a:gd name="connsiteY2" fmla="*/ 0 h 111389"/>
                  <a:gd name="connsiteX3" fmla="*/ 0 w 111389"/>
                  <a:gd name="connsiteY3" fmla="*/ 55695 h 111389"/>
                  <a:gd name="connsiteX4" fmla="*/ 55695 w 111389"/>
                  <a:gd name="connsiteY4" fmla="*/ 111390 h 111389"/>
                  <a:gd name="connsiteX5" fmla="*/ 55695 w 111389"/>
                  <a:gd name="connsiteY5" fmla="*/ 13924 h 111389"/>
                  <a:gd name="connsiteX6" fmla="*/ 97466 w 111389"/>
                  <a:gd name="connsiteY6" fmla="*/ 55695 h 111389"/>
                  <a:gd name="connsiteX7" fmla="*/ 55695 w 111389"/>
                  <a:gd name="connsiteY7" fmla="*/ 97466 h 111389"/>
                  <a:gd name="connsiteX8" fmla="*/ 13924 w 111389"/>
                  <a:gd name="connsiteY8" fmla="*/ 55695 h 111389"/>
                  <a:gd name="connsiteX9" fmla="*/ 55695 w 111389"/>
                  <a:gd name="connsiteY9" fmla="*/ 13896 h 1113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1389" h="111389">
                    <a:moveTo>
                      <a:pt x="55695" y="111390"/>
                    </a:moveTo>
                    <a:cubicBezTo>
                      <a:pt x="86454" y="111390"/>
                      <a:pt x="111390" y="86454"/>
                      <a:pt x="111390" y="55695"/>
                    </a:cubicBezTo>
                    <a:cubicBezTo>
                      <a:pt x="111390" y="24935"/>
                      <a:pt x="86454" y="0"/>
                      <a:pt x="55695" y="0"/>
                    </a:cubicBezTo>
                    <a:cubicBezTo>
                      <a:pt x="24935" y="0"/>
                      <a:pt x="0" y="24935"/>
                      <a:pt x="0" y="55695"/>
                    </a:cubicBezTo>
                    <a:cubicBezTo>
                      <a:pt x="0" y="86454"/>
                      <a:pt x="24935" y="111390"/>
                      <a:pt x="55695" y="111390"/>
                    </a:cubicBezTo>
                    <a:close/>
                    <a:moveTo>
                      <a:pt x="55695" y="13924"/>
                    </a:moveTo>
                    <a:cubicBezTo>
                      <a:pt x="78764" y="13924"/>
                      <a:pt x="97466" y="32625"/>
                      <a:pt x="97466" y="55695"/>
                    </a:cubicBezTo>
                    <a:cubicBezTo>
                      <a:pt x="97466" y="78764"/>
                      <a:pt x="78764" y="97466"/>
                      <a:pt x="55695" y="97466"/>
                    </a:cubicBezTo>
                    <a:cubicBezTo>
                      <a:pt x="32625" y="97466"/>
                      <a:pt x="13924" y="78764"/>
                      <a:pt x="13924" y="55695"/>
                    </a:cubicBezTo>
                    <a:cubicBezTo>
                      <a:pt x="13939" y="32627"/>
                      <a:pt x="32627" y="13927"/>
                      <a:pt x="55695" y="13896"/>
                    </a:cubicBezTo>
                    <a:close/>
                  </a:path>
                </a:pathLst>
              </a:custGeom>
              <a:grpFill/>
              <a:ln w="6945" cap="flat">
                <a:noFill/>
                <a:prstDash val="solid"/>
                <a:miter/>
              </a:ln>
            </p:spPr>
            <p:txBody>
              <a:bodyPr rtlCol="0" anchor="ctr"/>
              <a:lstStyle/>
              <a:p>
                <a:endParaRPr lang="en-US">
                  <a:latin typeface="Arial"/>
                </a:endParaRPr>
              </a:p>
            </p:txBody>
          </p:sp>
          <p:sp>
            <p:nvSpPr>
              <p:cNvPr id="53" name="Freihandform: Form 63">
                <a:extLst>
                  <a:ext uri="{FF2B5EF4-FFF2-40B4-BE49-F238E27FC236}">
                    <a16:creationId xmlns:a16="http://schemas.microsoft.com/office/drawing/2014/main" id="{BA71AA65-37E2-B39D-84F4-888DEBCC20F9}"/>
                  </a:ext>
                </a:extLst>
              </p:cNvPr>
              <p:cNvSpPr>
                <a:spLocks/>
              </p:cNvSpPr>
              <p:nvPr/>
            </p:nvSpPr>
            <p:spPr>
              <a:xfrm>
                <a:off x="6577765" y="5016877"/>
                <a:ext cx="172209" cy="241730"/>
              </a:xfrm>
              <a:custGeom>
                <a:avLst/>
                <a:gdLst>
                  <a:gd name="connsiteX0" fmla="*/ 147537 w 172209"/>
                  <a:gd name="connsiteY0" fmla="*/ 97118 h 241730"/>
                  <a:gd name="connsiteX1" fmla="*/ 143631 w 172209"/>
                  <a:gd name="connsiteY1" fmla="*/ 105319 h 241730"/>
                  <a:gd name="connsiteX2" fmla="*/ 48950 w 172209"/>
                  <a:gd name="connsiteY2" fmla="*/ 220266 h 241730"/>
                  <a:gd name="connsiteX3" fmla="*/ 33474 w 172209"/>
                  <a:gd name="connsiteY3" fmla="*/ 227792 h 241730"/>
                  <a:gd name="connsiteX4" fmla="*/ 21012 w 172209"/>
                  <a:gd name="connsiteY4" fmla="*/ 223295 h 241730"/>
                  <a:gd name="connsiteX5" fmla="*/ 18589 w 172209"/>
                  <a:gd name="connsiteY5" fmla="*/ 195252 h 241730"/>
                  <a:gd name="connsiteX6" fmla="*/ 109093 w 172209"/>
                  <a:gd name="connsiteY6" fmla="*/ 85109 h 241730"/>
                  <a:gd name="connsiteX7" fmla="*/ 110541 w 172209"/>
                  <a:gd name="connsiteY7" fmla="*/ 82087 h 241730"/>
                  <a:gd name="connsiteX8" fmla="*/ 124757 w 172209"/>
                  <a:gd name="connsiteY8" fmla="*/ 12622 h 241730"/>
                  <a:gd name="connsiteX9" fmla="*/ 113131 w 172209"/>
                  <a:gd name="connsiteY9" fmla="*/ 0 h 241730"/>
                  <a:gd name="connsiteX10" fmla="*/ 97258 w 172209"/>
                  <a:gd name="connsiteY10" fmla="*/ 77604 h 241730"/>
                  <a:gd name="connsiteX11" fmla="*/ 7833 w 172209"/>
                  <a:gd name="connsiteY11" fmla="*/ 186411 h 241730"/>
                  <a:gd name="connsiteX12" fmla="*/ 12059 w 172209"/>
                  <a:gd name="connsiteY12" fmla="*/ 233960 h 241730"/>
                  <a:gd name="connsiteX13" fmla="*/ 59337 w 172209"/>
                  <a:gd name="connsiteY13" fmla="*/ 229635 h 241730"/>
                  <a:gd name="connsiteX14" fmla="*/ 59817 w 172209"/>
                  <a:gd name="connsiteY14" fmla="*/ 229045 h 241730"/>
                  <a:gd name="connsiteX15" fmla="*/ 154498 w 172209"/>
                  <a:gd name="connsiteY15" fmla="*/ 114091 h 241730"/>
                  <a:gd name="connsiteX16" fmla="*/ 161279 w 172209"/>
                  <a:gd name="connsiteY16" fmla="*/ 99673 h 241730"/>
                  <a:gd name="connsiteX17" fmla="*/ 172209 w 172209"/>
                  <a:gd name="connsiteY17" fmla="*/ 46846 h 241730"/>
                  <a:gd name="connsiteX18" fmla="*/ 159831 w 172209"/>
                  <a:gd name="connsiteY18" fmla="*/ 37928 h 2417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72209" h="241730">
                    <a:moveTo>
                      <a:pt x="147537" y="97118"/>
                    </a:moveTo>
                    <a:cubicBezTo>
                      <a:pt x="146936" y="100134"/>
                      <a:pt x="145594" y="102952"/>
                      <a:pt x="143631" y="105319"/>
                    </a:cubicBezTo>
                    <a:lnTo>
                      <a:pt x="48950" y="220266"/>
                    </a:lnTo>
                    <a:cubicBezTo>
                      <a:pt x="45259" y="225065"/>
                      <a:pt x="39528" y="227852"/>
                      <a:pt x="33474" y="227792"/>
                    </a:cubicBezTo>
                    <a:cubicBezTo>
                      <a:pt x="28915" y="227836"/>
                      <a:pt x="24492" y="226240"/>
                      <a:pt x="21012" y="223295"/>
                    </a:cubicBezTo>
                    <a:cubicBezTo>
                      <a:pt x="12614" y="216212"/>
                      <a:pt x="11531" y="203670"/>
                      <a:pt x="18589" y="195252"/>
                    </a:cubicBezTo>
                    <a:lnTo>
                      <a:pt x="109093" y="85109"/>
                    </a:lnTo>
                    <a:cubicBezTo>
                      <a:pt x="109814" y="84234"/>
                      <a:pt x="110312" y="83197"/>
                      <a:pt x="110541" y="82087"/>
                    </a:cubicBezTo>
                    <a:lnTo>
                      <a:pt x="124757" y="12622"/>
                    </a:lnTo>
                    <a:cubicBezTo>
                      <a:pt x="120163" y="9138"/>
                      <a:pt x="116226" y="4864"/>
                      <a:pt x="113131" y="0"/>
                    </a:cubicBezTo>
                    <a:lnTo>
                      <a:pt x="97258" y="77604"/>
                    </a:lnTo>
                    <a:lnTo>
                      <a:pt x="7833" y="186411"/>
                    </a:lnTo>
                    <a:cubicBezTo>
                      <a:pt x="-4081" y="200724"/>
                      <a:pt x="-2193" y="221972"/>
                      <a:pt x="12059" y="233960"/>
                    </a:cubicBezTo>
                    <a:cubicBezTo>
                      <a:pt x="26308" y="245822"/>
                      <a:pt x="47475" y="243886"/>
                      <a:pt x="59337" y="229635"/>
                    </a:cubicBezTo>
                    <a:cubicBezTo>
                      <a:pt x="59499" y="229440"/>
                      <a:pt x="59659" y="229243"/>
                      <a:pt x="59817" y="229045"/>
                    </a:cubicBezTo>
                    <a:lnTo>
                      <a:pt x="154498" y="114091"/>
                    </a:lnTo>
                    <a:cubicBezTo>
                      <a:pt x="157919" y="109921"/>
                      <a:pt x="160249" y="104967"/>
                      <a:pt x="161279" y="99673"/>
                    </a:cubicBezTo>
                    <a:lnTo>
                      <a:pt x="172209" y="46846"/>
                    </a:lnTo>
                    <a:lnTo>
                      <a:pt x="159831" y="37928"/>
                    </a:lnTo>
                    <a:close/>
                  </a:path>
                </a:pathLst>
              </a:custGeom>
              <a:grpFill/>
              <a:ln w="6945" cap="flat">
                <a:noFill/>
                <a:prstDash val="solid"/>
                <a:miter/>
              </a:ln>
            </p:spPr>
            <p:txBody>
              <a:bodyPr rtlCol="0" anchor="ctr"/>
              <a:lstStyle/>
              <a:p>
                <a:endParaRPr lang="en-US">
                  <a:latin typeface="Arial"/>
                </a:endParaRPr>
              </a:p>
            </p:txBody>
          </p:sp>
          <p:sp>
            <p:nvSpPr>
              <p:cNvPr id="54" name="Freihandform: Form 64">
                <a:extLst>
                  <a:ext uri="{FF2B5EF4-FFF2-40B4-BE49-F238E27FC236}">
                    <a16:creationId xmlns:a16="http://schemas.microsoft.com/office/drawing/2014/main" id="{B4903ED6-1AFD-FFC4-9F93-91B133040E7F}"/>
                  </a:ext>
                </a:extLst>
              </p:cNvPr>
              <p:cNvSpPr>
                <a:spLocks/>
              </p:cNvSpPr>
              <p:nvPr/>
            </p:nvSpPr>
            <p:spPr>
              <a:xfrm>
                <a:off x="6613141" y="4785186"/>
                <a:ext cx="357159" cy="473400"/>
              </a:xfrm>
              <a:custGeom>
                <a:avLst/>
                <a:gdLst>
                  <a:gd name="connsiteX0" fmla="*/ 334007 w 357159"/>
                  <a:gd name="connsiteY0" fmla="*/ 143602 h 473400"/>
                  <a:gd name="connsiteX1" fmla="*/ 267410 w 357159"/>
                  <a:gd name="connsiteY1" fmla="*/ 121610 h 473400"/>
                  <a:gd name="connsiteX2" fmla="*/ 228458 w 357159"/>
                  <a:gd name="connsiteY2" fmla="*/ 31941 h 473400"/>
                  <a:gd name="connsiteX3" fmla="*/ 175096 w 357159"/>
                  <a:gd name="connsiteY3" fmla="*/ 0 h 473400"/>
                  <a:gd name="connsiteX4" fmla="*/ 149573 w 357159"/>
                  <a:gd name="connsiteY4" fmla="*/ 5890 h 473400"/>
                  <a:gd name="connsiteX5" fmla="*/ 54955 w 357159"/>
                  <a:gd name="connsiteY5" fmla="*/ 43073 h 473400"/>
                  <a:gd name="connsiteX6" fmla="*/ 36276 w 357159"/>
                  <a:gd name="connsiteY6" fmla="*/ 61717 h 473400"/>
                  <a:gd name="connsiteX7" fmla="*/ 2442 w 357159"/>
                  <a:gd name="connsiteY7" fmla="*/ 142899 h 473400"/>
                  <a:gd name="connsiteX8" fmla="*/ 2894 w 357159"/>
                  <a:gd name="connsiteY8" fmla="*/ 169535 h 473400"/>
                  <a:gd name="connsiteX9" fmla="*/ 21190 w 357159"/>
                  <a:gd name="connsiteY9" fmla="*/ 187086 h 473400"/>
                  <a:gd name="connsiteX10" fmla="*/ 33902 w 357159"/>
                  <a:gd name="connsiteY10" fmla="*/ 189606 h 473400"/>
                  <a:gd name="connsiteX11" fmla="*/ 65377 w 357159"/>
                  <a:gd name="connsiteY11" fmla="*/ 168303 h 473400"/>
                  <a:gd name="connsiteX12" fmla="*/ 91971 w 357159"/>
                  <a:gd name="connsiteY12" fmla="*/ 100891 h 473400"/>
                  <a:gd name="connsiteX13" fmla="*/ 105512 w 357159"/>
                  <a:gd name="connsiteY13" fmla="*/ 95732 h 473400"/>
                  <a:gd name="connsiteX14" fmla="*/ 105598 w 357159"/>
                  <a:gd name="connsiteY14" fmla="*/ 95754 h 473400"/>
                  <a:gd name="connsiteX15" fmla="*/ 105602 w 357159"/>
                  <a:gd name="connsiteY15" fmla="*/ 95809 h 473400"/>
                  <a:gd name="connsiteX16" fmla="*/ 85866 w 357159"/>
                  <a:gd name="connsiteY16" fmla="*/ 192147 h 473400"/>
                  <a:gd name="connsiteX17" fmla="*/ 98355 w 357159"/>
                  <a:gd name="connsiteY17" fmla="*/ 233716 h 473400"/>
                  <a:gd name="connsiteX18" fmla="*/ 98355 w 357159"/>
                  <a:gd name="connsiteY18" fmla="*/ 233716 h 473400"/>
                  <a:gd name="connsiteX19" fmla="*/ 201272 w 357159"/>
                  <a:gd name="connsiteY19" fmla="*/ 307832 h 473400"/>
                  <a:gd name="connsiteX20" fmla="*/ 201272 w 357159"/>
                  <a:gd name="connsiteY20" fmla="*/ 437901 h 473400"/>
                  <a:gd name="connsiteX21" fmla="*/ 231856 w 357159"/>
                  <a:gd name="connsiteY21" fmla="*/ 473232 h 473400"/>
                  <a:gd name="connsiteX22" fmla="*/ 269075 w 357159"/>
                  <a:gd name="connsiteY22" fmla="*/ 442724 h 473400"/>
                  <a:gd name="connsiteX23" fmla="*/ 269241 w 357159"/>
                  <a:gd name="connsiteY23" fmla="*/ 439411 h 473400"/>
                  <a:gd name="connsiteX24" fmla="*/ 269241 w 357159"/>
                  <a:gd name="connsiteY24" fmla="*/ 290762 h 473400"/>
                  <a:gd name="connsiteX25" fmla="*/ 255575 w 357159"/>
                  <a:gd name="connsiteY25" fmla="*/ 263520 h 473400"/>
                  <a:gd name="connsiteX26" fmla="*/ 193614 w 357159"/>
                  <a:gd name="connsiteY26" fmla="*/ 218171 h 473400"/>
                  <a:gd name="connsiteX27" fmla="*/ 201210 w 357159"/>
                  <a:gd name="connsiteY27" fmla="*/ 180215 h 473400"/>
                  <a:gd name="connsiteX28" fmla="*/ 204057 w 357159"/>
                  <a:gd name="connsiteY28" fmla="*/ 165177 h 473400"/>
                  <a:gd name="connsiteX29" fmla="*/ 215892 w 357159"/>
                  <a:gd name="connsiteY29" fmla="*/ 103446 h 473400"/>
                  <a:gd name="connsiteX30" fmla="*/ 210618 w 357159"/>
                  <a:gd name="connsiteY30" fmla="*/ 95132 h 473400"/>
                  <a:gd name="connsiteX31" fmla="*/ 202304 w 357159"/>
                  <a:gd name="connsiteY31" fmla="*/ 100407 h 473400"/>
                  <a:gd name="connsiteX32" fmla="*/ 202219 w 357159"/>
                  <a:gd name="connsiteY32" fmla="*/ 100856 h 473400"/>
                  <a:gd name="connsiteX33" fmla="*/ 190544 w 357159"/>
                  <a:gd name="connsiteY33" fmla="*/ 162504 h 473400"/>
                  <a:gd name="connsiteX34" fmla="*/ 179085 w 357159"/>
                  <a:gd name="connsiteY34" fmla="*/ 219800 h 473400"/>
                  <a:gd name="connsiteX35" fmla="*/ 181800 w 357159"/>
                  <a:gd name="connsiteY35" fmla="*/ 226762 h 473400"/>
                  <a:gd name="connsiteX36" fmla="*/ 247450 w 357159"/>
                  <a:gd name="connsiteY36" fmla="*/ 274798 h 473400"/>
                  <a:gd name="connsiteX37" fmla="*/ 255289 w 357159"/>
                  <a:gd name="connsiteY37" fmla="*/ 290720 h 473400"/>
                  <a:gd name="connsiteX38" fmla="*/ 255289 w 357159"/>
                  <a:gd name="connsiteY38" fmla="*/ 438597 h 473400"/>
                  <a:gd name="connsiteX39" fmla="*/ 239221 w 357159"/>
                  <a:gd name="connsiteY39" fmla="*/ 459065 h 473400"/>
                  <a:gd name="connsiteX40" fmla="*/ 215584 w 357159"/>
                  <a:gd name="connsiteY40" fmla="*/ 443295 h 473400"/>
                  <a:gd name="connsiteX41" fmla="*/ 215196 w 357159"/>
                  <a:gd name="connsiteY41" fmla="*/ 439418 h 473400"/>
                  <a:gd name="connsiteX42" fmla="*/ 215196 w 357159"/>
                  <a:gd name="connsiteY42" fmla="*/ 304275 h 473400"/>
                  <a:gd name="connsiteX43" fmla="*/ 212314 w 357159"/>
                  <a:gd name="connsiteY43" fmla="*/ 298636 h 473400"/>
                  <a:gd name="connsiteX44" fmla="*/ 106494 w 357159"/>
                  <a:gd name="connsiteY44" fmla="*/ 222383 h 473400"/>
                  <a:gd name="connsiteX45" fmla="*/ 98237 w 357159"/>
                  <a:gd name="connsiteY45" fmla="*/ 201253 h 473400"/>
                  <a:gd name="connsiteX46" fmla="*/ 121817 w 357159"/>
                  <a:gd name="connsiteY46" fmla="*/ 86062 h 473400"/>
                  <a:gd name="connsiteX47" fmla="*/ 116393 w 357159"/>
                  <a:gd name="connsiteY47" fmla="*/ 77845 h 473400"/>
                  <a:gd name="connsiteX48" fmla="*/ 112516 w 357159"/>
                  <a:gd name="connsiteY48" fmla="*/ 78161 h 473400"/>
                  <a:gd name="connsiteX49" fmla="*/ 84118 w 357159"/>
                  <a:gd name="connsiteY49" fmla="*/ 88972 h 473400"/>
                  <a:gd name="connsiteX50" fmla="*/ 80122 w 357159"/>
                  <a:gd name="connsiteY50" fmla="*/ 92927 h 473400"/>
                  <a:gd name="connsiteX51" fmla="*/ 52379 w 357159"/>
                  <a:gd name="connsiteY51" fmla="*/ 163311 h 473400"/>
                  <a:gd name="connsiteX52" fmla="*/ 33902 w 357159"/>
                  <a:gd name="connsiteY52" fmla="*/ 175682 h 473400"/>
                  <a:gd name="connsiteX53" fmla="*/ 26244 w 357159"/>
                  <a:gd name="connsiteY53" fmla="*/ 174116 h 473400"/>
                  <a:gd name="connsiteX54" fmla="*/ 15634 w 357159"/>
                  <a:gd name="connsiteY54" fmla="*/ 163945 h 473400"/>
                  <a:gd name="connsiteX55" fmla="*/ 15328 w 357159"/>
                  <a:gd name="connsiteY55" fmla="*/ 148162 h 473400"/>
                  <a:gd name="connsiteX56" fmla="*/ 49142 w 357159"/>
                  <a:gd name="connsiteY56" fmla="*/ 66987 h 473400"/>
                  <a:gd name="connsiteX57" fmla="*/ 60086 w 357159"/>
                  <a:gd name="connsiteY57" fmla="*/ 56008 h 473400"/>
                  <a:gd name="connsiteX58" fmla="*/ 155233 w 357159"/>
                  <a:gd name="connsiteY58" fmla="*/ 18595 h 473400"/>
                  <a:gd name="connsiteX59" fmla="*/ 175096 w 357159"/>
                  <a:gd name="connsiteY59" fmla="*/ 13924 h 473400"/>
                  <a:gd name="connsiteX60" fmla="*/ 216171 w 357159"/>
                  <a:gd name="connsiteY60" fmla="*/ 38422 h 473400"/>
                  <a:gd name="connsiteX61" fmla="*/ 255909 w 357159"/>
                  <a:gd name="connsiteY61" fmla="*/ 130054 h 473400"/>
                  <a:gd name="connsiteX62" fmla="*/ 260086 w 357159"/>
                  <a:gd name="connsiteY62" fmla="*/ 133849 h 473400"/>
                  <a:gd name="connsiteX63" fmla="*/ 329649 w 357159"/>
                  <a:gd name="connsiteY63" fmla="*/ 156823 h 473400"/>
                  <a:gd name="connsiteX64" fmla="*/ 342222 w 357159"/>
                  <a:gd name="connsiteY64" fmla="*/ 182233 h 473400"/>
                  <a:gd name="connsiteX65" fmla="*/ 323070 w 357159"/>
                  <a:gd name="connsiteY65" fmla="*/ 195962 h 473400"/>
                  <a:gd name="connsiteX66" fmla="*/ 316463 w 357159"/>
                  <a:gd name="connsiteY66" fmla="*/ 194932 h 473400"/>
                  <a:gd name="connsiteX67" fmla="*/ 235573 w 357159"/>
                  <a:gd name="connsiteY67" fmla="*/ 167997 h 473400"/>
                  <a:gd name="connsiteX68" fmla="*/ 223369 w 357159"/>
                  <a:gd name="connsiteY68" fmla="*/ 156913 h 473400"/>
                  <a:gd name="connsiteX69" fmla="*/ 220870 w 357159"/>
                  <a:gd name="connsiteY69" fmla="*/ 151135 h 473400"/>
                  <a:gd name="connsiteX70" fmla="*/ 216992 w 357159"/>
                  <a:gd name="connsiteY70" fmla="*/ 171631 h 473400"/>
                  <a:gd name="connsiteX71" fmla="*/ 230985 w 357159"/>
                  <a:gd name="connsiteY71" fmla="*/ 181147 h 473400"/>
                  <a:gd name="connsiteX72" fmla="*/ 312627 w 357159"/>
                  <a:gd name="connsiteY72" fmla="*/ 208299 h 473400"/>
                  <a:gd name="connsiteX73" fmla="*/ 323070 w 357159"/>
                  <a:gd name="connsiteY73" fmla="*/ 209844 h 473400"/>
                  <a:gd name="connsiteX74" fmla="*/ 355352 w 357159"/>
                  <a:gd name="connsiteY74" fmla="*/ 186870 h 473400"/>
                  <a:gd name="connsiteX75" fmla="*/ 334007 w 357159"/>
                  <a:gd name="connsiteY75" fmla="*/ 143602 h 473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Lst>
                <a:rect l="l" t="t" r="r" b="b"/>
                <a:pathLst>
                  <a:path w="357159" h="473400">
                    <a:moveTo>
                      <a:pt x="334007" y="143602"/>
                    </a:moveTo>
                    <a:lnTo>
                      <a:pt x="267410" y="121610"/>
                    </a:lnTo>
                    <a:cubicBezTo>
                      <a:pt x="258847" y="101817"/>
                      <a:pt x="229892" y="34809"/>
                      <a:pt x="228458" y="31941"/>
                    </a:cubicBezTo>
                    <a:cubicBezTo>
                      <a:pt x="217751" y="12432"/>
                      <a:pt x="197349" y="219"/>
                      <a:pt x="175096" y="0"/>
                    </a:cubicBezTo>
                    <a:cubicBezTo>
                      <a:pt x="166252" y="6"/>
                      <a:pt x="157525" y="2020"/>
                      <a:pt x="149573" y="5890"/>
                    </a:cubicBezTo>
                    <a:lnTo>
                      <a:pt x="54955" y="43073"/>
                    </a:lnTo>
                    <a:cubicBezTo>
                      <a:pt x="46454" y="46491"/>
                      <a:pt x="39711" y="53223"/>
                      <a:pt x="36276" y="61717"/>
                    </a:cubicBezTo>
                    <a:lnTo>
                      <a:pt x="2442" y="142899"/>
                    </a:lnTo>
                    <a:cubicBezTo>
                      <a:pt x="-964" y="151483"/>
                      <a:pt x="-801" y="161072"/>
                      <a:pt x="2894" y="169535"/>
                    </a:cubicBezTo>
                    <a:cubicBezTo>
                      <a:pt x="6376" y="177614"/>
                      <a:pt x="12974" y="183943"/>
                      <a:pt x="21190" y="187086"/>
                    </a:cubicBezTo>
                    <a:cubicBezTo>
                      <a:pt x="25228" y="188728"/>
                      <a:pt x="29543" y="189583"/>
                      <a:pt x="33902" y="189606"/>
                    </a:cubicBezTo>
                    <a:cubicBezTo>
                      <a:pt x="47829" y="189827"/>
                      <a:pt x="60406" y="181314"/>
                      <a:pt x="65377" y="168303"/>
                    </a:cubicBezTo>
                    <a:lnTo>
                      <a:pt x="91971" y="100891"/>
                    </a:lnTo>
                    <a:lnTo>
                      <a:pt x="105512" y="95732"/>
                    </a:lnTo>
                    <a:cubicBezTo>
                      <a:pt x="105542" y="95715"/>
                      <a:pt x="105580" y="95724"/>
                      <a:pt x="105598" y="95754"/>
                    </a:cubicBezTo>
                    <a:cubicBezTo>
                      <a:pt x="105608" y="95771"/>
                      <a:pt x="105609" y="95791"/>
                      <a:pt x="105602" y="95809"/>
                    </a:cubicBezTo>
                    <a:lnTo>
                      <a:pt x="85866" y="192147"/>
                    </a:lnTo>
                    <a:cubicBezTo>
                      <a:pt x="83671" y="207169"/>
                      <a:pt x="88245" y="222392"/>
                      <a:pt x="98355" y="233716"/>
                    </a:cubicBezTo>
                    <a:lnTo>
                      <a:pt x="98355" y="233716"/>
                    </a:lnTo>
                    <a:lnTo>
                      <a:pt x="201272" y="307832"/>
                    </a:lnTo>
                    <a:lnTo>
                      <a:pt x="201272" y="437901"/>
                    </a:lnTo>
                    <a:cubicBezTo>
                      <a:pt x="200966" y="455754"/>
                      <a:pt x="214143" y="470976"/>
                      <a:pt x="231856" y="473232"/>
                    </a:cubicBezTo>
                    <a:cubicBezTo>
                      <a:pt x="250558" y="475085"/>
                      <a:pt x="267222" y="461426"/>
                      <a:pt x="269075" y="442724"/>
                    </a:cubicBezTo>
                    <a:cubicBezTo>
                      <a:pt x="269184" y="441623"/>
                      <a:pt x="269239" y="440518"/>
                      <a:pt x="269241" y="439411"/>
                    </a:cubicBezTo>
                    <a:lnTo>
                      <a:pt x="269241" y="290762"/>
                    </a:lnTo>
                    <a:cubicBezTo>
                      <a:pt x="269378" y="280001"/>
                      <a:pt x="264283" y="269844"/>
                      <a:pt x="255575" y="263520"/>
                    </a:cubicBezTo>
                    <a:lnTo>
                      <a:pt x="193614" y="218171"/>
                    </a:lnTo>
                    <a:lnTo>
                      <a:pt x="201210" y="180215"/>
                    </a:lnTo>
                    <a:lnTo>
                      <a:pt x="204057" y="165177"/>
                    </a:lnTo>
                    <a:lnTo>
                      <a:pt x="215892" y="103446"/>
                    </a:lnTo>
                    <a:cubicBezTo>
                      <a:pt x="216732" y="99694"/>
                      <a:pt x="214370" y="95972"/>
                      <a:pt x="210618" y="95132"/>
                    </a:cubicBezTo>
                    <a:cubicBezTo>
                      <a:pt x="206865" y="94293"/>
                      <a:pt x="203144" y="96655"/>
                      <a:pt x="202304" y="100407"/>
                    </a:cubicBezTo>
                    <a:cubicBezTo>
                      <a:pt x="202271" y="100556"/>
                      <a:pt x="202243" y="100705"/>
                      <a:pt x="202219" y="100856"/>
                    </a:cubicBezTo>
                    <a:lnTo>
                      <a:pt x="190544" y="162504"/>
                    </a:lnTo>
                    <a:lnTo>
                      <a:pt x="179085" y="219800"/>
                    </a:lnTo>
                    <a:cubicBezTo>
                      <a:pt x="178562" y="222451"/>
                      <a:pt x="179621" y="225164"/>
                      <a:pt x="181800" y="226762"/>
                    </a:cubicBezTo>
                    <a:lnTo>
                      <a:pt x="247450" y="274798"/>
                    </a:lnTo>
                    <a:cubicBezTo>
                      <a:pt x="252497" y="278515"/>
                      <a:pt x="255421" y="284454"/>
                      <a:pt x="255289" y="290720"/>
                    </a:cubicBezTo>
                    <a:lnTo>
                      <a:pt x="255289" y="438597"/>
                    </a:lnTo>
                    <a:cubicBezTo>
                      <a:pt x="255465" y="448367"/>
                      <a:pt x="248754" y="456916"/>
                      <a:pt x="239221" y="459065"/>
                    </a:cubicBezTo>
                    <a:cubicBezTo>
                      <a:pt x="228340" y="461237"/>
                      <a:pt x="217757" y="454177"/>
                      <a:pt x="215584" y="443295"/>
                    </a:cubicBezTo>
                    <a:cubicBezTo>
                      <a:pt x="215330" y="442019"/>
                      <a:pt x="215199" y="440720"/>
                      <a:pt x="215196" y="439418"/>
                    </a:cubicBezTo>
                    <a:lnTo>
                      <a:pt x="215196" y="304275"/>
                    </a:lnTo>
                    <a:cubicBezTo>
                      <a:pt x="215195" y="302041"/>
                      <a:pt x="214123" y="299945"/>
                      <a:pt x="212314" y="298636"/>
                    </a:cubicBezTo>
                    <a:lnTo>
                      <a:pt x="106494" y="222383"/>
                    </a:lnTo>
                    <a:cubicBezTo>
                      <a:pt x="99823" y="217578"/>
                      <a:pt x="96591" y="209307"/>
                      <a:pt x="98237" y="201253"/>
                    </a:cubicBezTo>
                    <a:lnTo>
                      <a:pt x="121817" y="86062"/>
                    </a:lnTo>
                    <a:cubicBezTo>
                      <a:pt x="122588" y="82295"/>
                      <a:pt x="120160" y="78617"/>
                      <a:pt x="116393" y="77845"/>
                    </a:cubicBezTo>
                    <a:cubicBezTo>
                      <a:pt x="115097" y="77580"/>
                      <a:pt x="113752" y="77689"/>
                      <a:pt x="112516" y="78161"/>
                    </a:cubicBezTo>
                    <a:lnTo>
                      <a:pt x="84118" y="88972"/>
                    </a:lnTo>
                    <a:cubicBezTo>
                      <a:pt x="82289" y="89670"/>
                      <a:pt x="80839" y="91106"/>
                      <a:pt x="80122" y="92927"/>
                    </a:cubicBezTo>
                    <a:lnTo>
                      <a:pt x="52379" y="163311"/>
                    </a:lnTo>
                    <a:cubicBezTo>
                      <a:pt x="49495" y="170958"/>
                      <a:pt x="42071" y="175929"/>
                      <a:pt x="33902" y="175682"/>
                    </a:cubicBezTo>
                    <a:cubicBezTo>
                      <a:pt x="31273" y="175657"/>
                      <a:pt x="28673" y="175125"/>
                      <a:pt x="26244" y="174116"/>
                    </a:cubicBezTo>
                    <a:cubicBezTo>
                      <a:pt x="21480" y="172295"/>
                      <a:pt x="17654" y="168628"/>
                      <a:pt x="15634" y="163945"/>
                    </a:cubicBezTo>
                    <a:cubicBezTo>
                      <a:pt x="13442" y="158933"/>
                      <a:pt x="13332" y="153255"/>
                      <a:pt x="15328" y="148162"/>
                    </a:cubicBezTo>
                    <a:lnTo>
                      <a:pt x="49142" y="66987"/>
                    </a:lnTo>
                    <a:cubicBezTo>
                      <a:pt x="51146" y="61992"/>
                      <a:pt x="55097" y="58028"/>
                      <a:pt x="60086" y="56008"/>
                    </a:cubicBezTo>
                    <a:lnTo>
                      <a:pt x="155233" y="18595"/>
                    </a:lnTo>
                    <a:cubicBezTo>
                      <a:pt x="161411" y="15544"/>
                      <a:pt x="168205" y="13946"/>
                      <a:pt x="175096" y="13924"/>
                    </a:cubicBezTo>
                    <a:cubicBezTo>
                      <a:pt x="192200" y="14097"/>
                      <a:pt x="207889" y="23455"/>
                      <a:pt x="216171" y="38422"/>
                    </a:cubicBezTo>
                    <a:cubicBezTo>
                      <a:pt x="217459" y="41110"/>
                      <a:pt x="240655" y="94716"/>
                      <a:pt x="255909" y="130054"/>
                    </a:cubicBezTo>
                    <a:cubicBezTo>
                      <a:pt x="256689" y="131862"/>
                      <a:pt x="258211" y="133246"/>
                      <a:pt x="260086" y="133849"/>
                    </a:cubicBezTo>
                    <a:lnTo>
                      <a:pt x="329649" y="156823"/>
                    </a:lnTo>
                    <a:cubicBezTo>
                      <a:pt x="340083" y="160431"/>
                      <a:pt x="345683" y="171750"/>
                      <a:pt x="342222" y="182233"/>
                    </a:cubicBezTo>
                    <a:cubicBezTo>
                      <a:pt x="339297" y="190334"/>
                      <a:pt x="331681" y="195794"/>
                      <a:pt x="323070" y="195962"/>
                    </a:cubicBezTo>
                    <a:cubicBezTo>
                      <a:pt x="320833" y="195895"/>
                      <a:pt x="318614" y="195549"/>
                      <a:pt x="316463" y="194932"/>
                    </a:cubicBezTo>
                    <a:lnTo>
                      <a:pt x="235573" y="167997"/>
                    </a:lnTo>
                    <a:cubicBezTo>
                      <a:pt x="230245" y="165987"/>
                      <a:pt x="225881" y="162024"/>
                      <a:pt x="223369" y="156913"/>
                    </a:cubicBezTo>
                    <a:lnTo>
                      <a:pt x="220870" y="151135"/>
                    </a:lnTo>
                    <a:lnTo>
                      <a:pt x="216992" y="171631"/>
                    </a:lnTo>
                    <a:cubicBezTo>
                      <a:pt x="220816" y="175891"/>
                      <a:pt x="225618" y="179157"/>
                      <a:pt x="230985" y="181147"/>
                    </a:cubicBezTo>
                    <a:lnTo>
                      <a:pt x="312627" y="208299"/>
                    </a:lnTo>
                    <a:cubicBezTo>
                      <a:pt x="316026" y="209266"/>
                      <a:pt x="319537" y="209785"/>
                      <a:pt x="323070" y="209844"/>
                    </a:cubicBezTo>
                    <a:cubicBezTo>
                      <a:pt x="337558" y="209635"/>
                      <a:pt x="350408" y="200490"/>
                      <a:pt x="355352" y="186870"/>
                    </a:cubicBezTo>
                    <a:cubicBezTo>
                      <a:pt x="361382" y="169029"/>
                      <a:pt x="351834" y="149674"/>
                      <a:pt x="334007" y="143602"/>
                    </a:cubicBezTo>
                    <a:close/>
                  </a:path>
                </a:pathLst>
              </a:custGeom>
              <a:grpFill/>
              <a:ln w="6945" cap="flat">
                <a:noFill/>
                <a:prstDash val="solid"/>
                <a:miter/>
              </a:ln>
            </p:spPr>
            <p:txBody>
              <a:bodyPr rtlCol="0" anchor="ctr"/>
              <a:lstStyle/>
              <a:p>
                <a:endParaRPr lang="en-US">
                  <a:latin typeface="Arial"/>
                </a:endParaRPr>
              </a:p>
            </p:txBody>
          </p:sp>
        </p:grpSp>
        <p:grpSp>
          <p:nvGrpSpPr>
            <p:cNvPr id="55" name="Grafik 82">
              <a:extLst>
                <a:ext uri="{FF2B5EF4-FFF2-40B4-BE49-F238E27FC236}">
                  <a16:creationId xmlns:a16="http://schemas.microsoft.com/office/drawing/2014/main" id="{466D69A4-3D8D-6D8E-7A75-60482657FB4F}"/>
                </a:ext>
              </a:extLst>
            </p:cNvPr>
            <p:cNvGrpSpPr>
              <a:grpSpLocks/>
            </p:cNvGrpSpPr>
            <p:nvPr/>
          </p:nvGrpSpPr>
          <p:grpSpPr>
            <a:xfrm>
              <a:off x="4579629" y="3006988"/>
              <a:ext cx="543664" cy="543661"/>
              <a:chOff x="10821117" y="2939671"/>
              <a:chExt cx="543664" cy="543661"/>
            </a:xfrm>
            <a:solidFill>
              <a:srgbClr val="242852"/>
            </a:solidFill>
          </p:grpSpPr>
          <p:sp>
            <p:nvSpPr>
              <p:cNvPr id="56" name="Freihandform: Form 66">
                <a:extLst>
                  <a:ext uri="{FF2B5EF4-FFF2-40B4-BE49-F238E27FC236}">
                    <a16:creationId xmlns:a16="http://schemas.microsoft.com/office/drawing/2014/main" id="{FAC5E7AD-8305-9D21-AB13-8BD3EDB3C945}"/>
                  </a:ext>
                </a:extLst>
              </p:cNvPr>
              <p:cNvSpPr>
                <a:spLocks/>
              </p:cNvSpPr>
              <p:nvPr/>
            </p:nvSpPr>
            <p:spPr>
              <a:xfrm>
                <a:off x="10821117" y="2974438"/>
                <a:ext cx="508854" cy="508894"/>
              </a:xfrm>
              <a:custGeom>
                <a:avLst/>
                <a:gdLst>
                  <a:gd name="connsiteX0" fmla="*/ 457336 w 508854"/>
                  <a:gd name="connsiteY0" fmla="*/ 125354 h 508894"/>
                  <a:gd name="connsiteX1" fmla="*/ 383541 w 508854"/>
                  <a:gd name="connsiteY1" fmla="*/ 457417 h 508894"/>
                  <a:gd name="connsiteX2" fmla="*/ 51478 w 508854"/>
                  <a:gd name="connsiteY2" fmla="*/ 383621 h 508894"/>
                  <a:gd name="connsiteX3" fmla="*/ 125274 w 508854"/>
                  <a:gd name="connsiteY3" fmla="*/ 51559 h 508894"/>
                  <a:gd name="connsiteX4" fmla="*/ 383541 w 508854"/>
                  <a:gd name="connsiteY4" fmla="*/ 51559 h 508894"/>
                  <a:gd name="connsiteX5" fmla="*/ 383541 w 508854"/>
                  <a:gd name="connsiteY5" fmla="*/ 35226 h 508894"/>
                  <a:gd name="connsiteX6" fmla="*/ 35226 w 508854"/>
                  <a:gd name="connsiteY6" fmla="*/ 125354 h 508894"/>
                  <a:gd name="connsiteX7" fmla="*/ 125355 w 508854"/>
                  <a:gd name="connsiteY7" fmla="*/ 473668 h 508894"/>
                  <a:gd name="connsiteX8" fmla="*/ 473669 w 508854"/>
                  <a:gd name="connsiteY8" fmla="*/ 383540 h 508894"/>
                  <a:gd name="connsiteX9" fmla="*/ 473669 w 508854"/>
                  <a:gd name="connsiteY9" fmla="*/ 125354 h 508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08854" h="508894">
                    <a:moveTo>
                      <a:pt x="457336" y="125354"/>
                    </a:moveTo>
                    <a:cubicBezTo>
                      <a:pt x="528655" y="237429"/>
                      <a:pt x="495615" y="386099"/>
                      <a:pt x="383541" y="457417"/>
                    </a:cubicBezTo>
                    <a:cubicBezTo>
                      <a:pt x="271466" y="528735"/>
                      <a:pt x="122796" y="495696"/>
                      <a:pt x="51478" y="383621"/>
                    </a:cubicBezTo>
                    <a:cubicBezTo>
                      <a:pt x="-19840" y="271546"/>
                      <a:pt x="13199" y="122877"/>
                      <a:pt x="125274" y="51559"/>
                    </a:cubicBezTo>
                    <a:cubicBezTo>
                      <a:pt x="204063" y="1422"/>
                      <a:pt x="304751" y="1422"/>
                      <a:pt x="383541" y="51559"/>
                    </a:cubicBezTo>
                    <a:lnTo>
                      <a:pt x="383541" y="35226"/>
                    </a:lnTo>
                    <a:cubicBezTo>
                      <a:pt x="262468" y="-36070"/>
                      <a:pt x="106522" y="4282"/>
                      <a:pt x="35226" y="125354"/>
                    </a:cubicBezTo>
                    <a:cubicBezTo>
                      <a:pt x="-36070" y="246427"/>
                      <a:pt x="4282" y="402373"/>
                      <a:pt x="125355" y="473668"/>
                    </a:cubicBezTo>
                    <a:cubicBezTo>
                      <a:pt x="246427" y="544965"/>
                      <a:pt x="402372" y="504613"/>
                      <a:pt x="473669" y="383540"/>
                    </a:cubicBezTo>
                    <a:cubicBezTo>
                      <a:pt x="520583" y="303872"/>
                      <a:pt x="520583" y="205023"/>
                      <a:pt x="473669" y="125354"/>
                    </a:cubicBezTo>
                    <a:close/>
                  </a:path>
                </a:pathLst>
              </a:custGeom>
              <a:grpFill/>
              <a:ln w="6945" cap="flat">
                <a:noFill/>
                <a:prstDash val="solid"/>
                <a:miter/>
              </a:ln>
            </p:spPr>
            <p:txBody>
              <a:bodyPr rtlCol="0" anchor="ctr"/>
              <a:lstStyle/>
              <a:p>
                <a:endParaRPr lang="en-US">
                  <a:latin typeface="Arial"/>
                </a:endParaRPr>
              </a:p>
            </p:txBody>
          </p:sp>
          <p:sp>
            <p:nvSpPr>
              <p:cNvPr id="57" name="Freihandform: Form 67">
                <a:extLst>
                  <a:ext uri="{FF2B5EF4-FFF2-40B4-BE49-F238E27FC236}">
                    <a16:creationId xmlns:a16="http://schemas.microsoft.com/office/drawing/2014/main" id="{684735F0-BED3-8C60-9B5D-B97FD95B0A5F}"/>
                  </a:ext>
                </a:extLst>
              </p:cNvPr>
              <p:cNvSpPr>
                <a:spLocks/>
              </p:cNvSpPr>
              <p:nvPr/>
            </p:nvSpPr>
            <p:spPr>
              <a:xfrm>
                <a:off x="10911731" y="3064969"/>
                <a:ext cx="327735" cy="327749"/>
              </a:xfrm>
              <a:custGeom>
                <a:avLst/>
                <a:gdLst>
                  <a:gd name="connsiteX0" fmla="*/ 258361 w 327735"/>
                  <a:gd name="connsiteY0" fmla="*/ 29998 h 327749"/>
                  <a:gd name="connsiteX1" fmla="*/ 29999 w 327735"/>
                  <a:gd name="connsiteY1" fmla="*/ 69389 h 327749"/>
                  <a:gd name="connsiteX2" fmla="*/ 69389 w 327735"/>
                  <a:gd name="connsiteY2" fmla="*/ 297751 h 327749"/>
                  <a:gd name="connsiteX3" fmla="*/ 297751 w 327735"/>
                  <a:gd name="connsiteY3" fmla="*/ 258360 h 327749"/>
                  <a:gd name="connsiteX4" fmla="*/ 297751 w 327735"/>
                  <a:gd name="connsiteY4" fmla="*/ 69389 h 327749"/>
                  <a:gd name="connsiteX5" fmla="*/ 287754 w 327735"/>
                  <a:gd name="connsiteY5" fmla="*/ 79379 h 327749"/>
                  <a:gd name="connsiteX6" fmla="*/ 248370 w 327735"/>
                  <a:gd name="connsiteY6" fmla="*/ 287683 h 327749"/>
                  <a:gd name="connsiteX7" fmla="*/ 40066 w 327735"/>
                  <a:gd name="connsiteY7" fmla="*/ 248300 h 327749"/>
                  <a:gd name="connsiteX8" fmla="*/ 79449 w 327735"/>
                  <a:gd name="connsiteY8" fmla="*/ 39996 h 327749"/>
                  <a:gd name="connsiteX9" fmla="*/ 248370 w 327735"/>
                  <a:gd name="connsiteY9" fmla="*/ 39996 h 327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27735" h="327749">
                    <a:moveTo>
                      <a:pt x="258361" y="29998"/>
                    </a:moveTo>
                    <a:cubicBezTo>
                      <a:pt x="184423" y="-22185"/>
                      <a:pt x="82181" y="-4549"/>
                      <a:pt x="29999" y="69389"/>
                    </a:cubicBezTo>
                    <a:cubicBezTo>
                      <a:pt x="-22185" y="143326"/>
                      <a:pt x="-4550" y="245568"/>
                      <a:pt x="69389" y="297751"/>
                    </a:cubicBezTo>
                    <a:cubicBezTo>
                      <a:pt x="143326" y="349934"/>
                      <a:pt x="245568" y="332299"/>
                      <a:pt x="297751" y="258360"/>
                    </a:cubicBezTo>
                    <a:cubicBezTo>
                      <a:pt x="337731" y="201714"/>
                      <a:pt x="337731" y="126036"/>
                      <a:pt x="297751" y="69389"/>
                    </a:cubicBezTo>
                    <a:lnTo>
                      <a:pt x="287754" y="79379"/>
                    </a:lnTo>
                    <a:cubicBezTo>
                      <a:pt x="334400" y="147776"/>
                      <a:pt x="316767" y="241037"/>
                      <a:pt x="248370" y="287683"/>
                    </a:cubicBezTo>
                    <a:cubicBezTo>
                      <a:pt x="179974" y="334329"/>
                      <a:pt x="86713" y="316697"/>
                      <a:pt x="40066" y="248300"/>
                    </a:cubicBezTo>
                    <a:cubicBezTo>
                      <a:pt x="-6580" y="179902"/>
                      <a:pt x="11053" y="86642"/>
                      <a:pt x="79449" y="39996"/>
                    </a:cubicBezTo>
                    <a:cubicBezTo>
                      <a:pt x="130396" y="5250"/>
                      <a:pt x="197424" y="5250"/>
                      <a:pt x="248370" y="39996"/>
                    </a:cubicBezTo>
                    <a:close/>
                  </a:path>
                </a:pathLst>
              </a:custGeom>
              <a:grpFill/>
              <a:ln w="6945" cap="flat">
                <a:noFill/>
                <a:prstDash val="solid"/>
                <a:miter/>
              </a:ln>
            </p:spPr>
            <p:txBody>
              <a:bodyPr rtlCol="0" anchor="ctr"/>
              <a:lstStyle/>
              <a:p>
                <a:endParaRPr lang="en-US">
                  <a:latin typeface="Arial"/>
                </a:endParaRPr>
              </a:p>
            </p:txBody>
          </p:sp>
          <p:sp>
            <p:nvSpPr>
              <p:cNvPr id="58" name="Freihandform: Form 68">
                <a:extLst>
                  <a:ext uri="{FF2B5EF4-FFF2-40B4-BE49-F238E27FC236}">
                    <a16:creationId xmlns:a16="http://schemas.microsoft.com/office/drawing/2014/main" id="{9EC7179A-65E2-9D95-568E-C638443F4F57}"/>
                  </a:ext>
                </a:extLst>
              </p:cNvPr>
              <p:cNvSpPr>
                <a:spLocks/>
              </p:cNvSpPr>
              <p:nvPr/>
            </p:nvSpPr>
            <p:spPr>
              <a:xfrm>
                <a:off x="11002606" y="3155467"/>
                <a:ext cx="146357" cy="146376"/>
              </a:xfrm>
              <a:custGeom>
                <a:avLst/>
                <a:gdLst>
                  <a:gd name="connsiteX0" fmla="*/ 73257 w 146357"/>
                  <a:gd name="connsiteY0" fmla="*/ 13944 h 146376"/>
                  <a:gd name="connsiteX1" fmla="*/ 90474 w 146357"/>
                  <a:gd name="connsiteY1" fmla="*/ 16513 h 146376"/>
                  <a:gd name="connsiteX2" fmla="*/ 101341 w 146357"/>
                  <a:gd name="connsiteY2" fmla="*/ 5652 h 146376"/>
                  <a:gd name="connsiteX3" fmla="*/ 5652 w 146357"/>
                  <a:gd name="connsiteY3" fmla="*/ 45035 h 146376"/>
                  <a:gd name="connsiteX4" fmla="*/ 45035 w 146357"/>
                  <a:gd name="connsiteY4" fmla="*/ 140725 h 146376"/>
                  <a:gd name="connsiteX5" fmla="*/ 140724 w 146357"/>
                  <a:gd name="connsiteY5" fmla="*/ 101341 h 146376"/>
                  <a:gd name="connsiteX6" fmla="*/ 140724 w 146357"/>
                  <a:gd name="connsiteY6" fmla="*/ 45035 h 146376"/>
                  <a:gd name="connsiteX7" fmla="*/ 129864 w 146357"/>
                  <a:gd name="connsiteY7" fmla="*/ 55903 h 146376"/>
                  <a:gd name="connsiteX8" fmla="*/ 90465 w 146357"/>
                  <a:gd name="connsiteY8" fmla="*/ 129735 h 146376"/>
                  <a:gd name="connsiteX9" fmla="*/ 16632 w 146357"/>
                  <a:gd name="connsiteY9" fmla="*/ 90336 h 146376"/>
                  <a:gd name="connsiteX10" fmla="*/ 56031 w 146357"/>
                  <a:gd name="connsiteY10" fmla="*/ 16504 h 146376"/>
                  <a:gd name="connsiteX11" fmla="*/ 73257 w 146357"/>
                  <a:gd name="connsiteY11" fmla="*/ 13944 h 1463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46357" h="146376">
                    <a:moveTo>
                      <a:pt x="73257" y="13944"/>
                    </a:moveTo>
                    <a:cubicBezTo>
                      <a:pt x="79091" y="13946"/>
                      <a:pt x="84893" y="14811"/>
                      <a:pt x="90474" y="16513"/>
                    </a:cubicBezTo>
                    <a:lnTo>
                      <a:pt x="101341" y="5652"/>
                    </a:lnTo>
                    <a:cubicBezTo>
                      <a:pt x="64042" y="-9896"/>
                      <a:pt x="21200" y="7736"/>
                      <a:pt x="5652" y="45035"/>
                    </a:cubicBezTo>
                    <a:cubicBezTo>
                      <a:pt x="-9896" y="82335"/>
                      <a:pt x="7736" y="125176"/>
                      <a:pt x="45035" y="140725"/>
                    </a:cubicBezTo>
                    <a:cubicBezTo>
                      <a:pt x="82335" y="156273"/>
                      <a:pt x="125176" y="138640"/>
                      <a:pt x="140724" y="101341"/>
                    </a:cubicBezTo>
                    <a:cubicBezTo>
                      <a:pt x="148235" y="83324"/>
                      <a:pt x="148235" y="63053"/>
                      <a:pt x="140724" y="45035"/>
                    </a:cubicBezTo>
                    <a:lnTo>
                      <a:pt x="129864" y="55903"/>
                    </a:lnTo>
                    <a:cubicBezTo>
                      <a:pt x="139372" y="87171"/>
                      <a:pt x="121732" y="120227"/>
                      <a:pt x="90465" y="129735"/>
                    </a:cubicBezTo>
                    <a:cubicBezTo>
                      <a:pt x="59197" y="139244"/>
                      <a:pt x="26141" y="121604"/>
                      <a:pt x="16632" y="90336"/>
                    </a:cubicBezTo>
                    <a:cubicBezTo>
                      <a:pt x="7124" y="59068"/>
                      <a:pt x="24763" y="26012"/>
                      <a:pt x="56031" y="16504"/>
                    </a:cubicBezTo>
                    <a:cubicBezTo>
                      <a:pt x="61615" y="14806"/>
                      <a:pt x="67420" y="13943"/>
                      <a:pt x="73257" y="13944"/>
                    </a:cubicBezTo>
                    <a:close/>
                  </a:path>
                </a:pathLst>
              </a:custGeom>
              <a:grpFill/>
              <a:ln w="6945" cap="flat">
                <a:noFill/>
                <a:prstDash val="solid"/>
                <a:miter/>
              </a:ln>
            </p:spPr>
            <p:txBody>
              <a:bodyPr rtlCol="0" anchor="ctr"/>
              <a:lstStyle/>
              <a:p>
                <a:endParaRPr lang="en-US">
                  <a:latin typeface="Arial"/>
                </a:endParaRPr>
              </a:p>
            </p:txBody>
          </p:sp>
          <p:sp>
            <p:nvSpPr>
              <p:cNvPr id="59" name="Freihandform: Form 69">
                <a:extLst>
                  <a:ext uri="{FF2B5EF4-FFF2-40B4-BE49-F238E27FC236}">
                    <a16:creationId xmlns:a16="http://schemas.microsoft.com/office/drawing/2014/main" id="{223C7394-FE77-64E6-640D-E06EA28F3ED6}"/>
                  </a:ext>
                </a:extLst>
              </p:cNvPr>
              <p:cNvSpPr>
                <a:spLocks/>
              </p:cNvSpPr>
              <p:nvPr/>
            </p:nvSpPr>
            <p:spPr>
              <a:xfrm>
                <a:off x="11068815" y="2939671"/>
                <a:ext cx="295965" cy="295963"/>
              </a:xfrm>
              <a:custGeom>
                <a:avLst/>
                <a:gdLst>
                  <a:gd name="connsiteX0" fmla="*/ 295436 w 295965"/>
                  <a:gd name="connsiteY0" fmla="*/ 66951 h 295963"/>
                  <a:gd name="connsiteX1" fmla="*/ 289003 w 295965"/>
                  <a:gd name="connsiteY1" fmla="*/ 62655 h 295963"/>
                  <a:gd name="connsiteX2" fmla="*/ 233308 w 295965"/>
                  <a:gd name="connsiteY2" fmla="*/ 62655 h 295963"/>
                  <a:gd name="connsiteX3" fmla="*/ 233308 w 295965"/>
                  <a:gd name="connsiteY3" fmla="*/ 6960 h 295963"/>
                  <a:gd name="connsiteX4" fmla="*/ 226345 w 295965"/>
                  <a:gd name="connsiteY4" fmla="*/ 0 h 295963"/>
                  <a:gd name="connsiteX5" fmla="*/ 221424 w 295965"/>
                  <a:gd name="connsiteY5" fmla="*/ 2038 h 295963"/>
                  <a:gd name="connsiteX6" fmla="*/ 158767 w 295965"/>
                  <a:gd name="connsiteY6" fmla="*/ 64695 h 295963"/>
                  <a:gd name="connsiteX7" fmla="*/ 156728 w 295965"/>
                  <a:gd name="connsiteY7" fmla="*/ 69617 h 295963"/>
                  <a:gd name="connsiteX8" fmla="*/ 156728 w 295965"/>
                  <a:gd name="connsiteY8" fmla="*/ 129392 h 295963"/>
                  <a:gd name="connsiteX9" fmla="*/ 2126 w 295965"/>
                  <a:gd name="connsiteY9" fmla="*/ 283993 h 295963"/>
                  <a:gd name="connsiteX10" fmla="*/ 1954 w 295965"/>
                  <a:gd name="connsiteY10" fmla="*/ 293838 h 295963"/>
                  <a:gd name="connsiteX11" fmla="*/ 11798 w 295965"/>
                  <a:gd name="connsiteY11" fmla="*/ 294009 h 295963"/>
                  <a:gd name="connsiteX12" fmla="*/ 11970 w 295965"/>
                  <a:gd name="connsiteY12" fmla="*/ 293838 h 295963"/>
                  <a:gd name="connsiteX13" fmla="*/ 166572 w 295965"/>
                  <a:gd name="connsiteY13" fmla="*/ 139236 h 295963"/>
                  <a:gd name="connsiteX14" fmla="*/ 226346 w 295965"/>
                  <a:gd name="connsiteY14" fmla="*/ 139236 h 295963"/>
                  <a:gd name="connsiteX15" fmla="*/ 231268 w 295965"/>
                  <a:gd name="connsiteY15" fmla="*/ 137196 h 295963"/>
                  <a:gd name="connsiteX16" fmla="*/ 293925 w 295965"/>
                  <a:gd name="connsiteY16" fmla="*/ 74539 h 295963"/>
                  <a:gd name="connsiteX17" fmla="*/ 295436 w 295965"/>
                  <a:gd name="connsiteY17" fmla="*/ 66951 h 295963"/>
                  <a:gd name="connsiteX18" fmla="*/ 170651 w 295965"/>
                  <a:gd name="connsiteY18" fmla="*/ 72499 h 295963"/>
                  <a:gd name="connsiteX19" fmla="*/ 219266 w 295965"/>
                  <a:gd name="connsiteY19" fmla="*/ 23885 h 295963"/>
                  <a:gd name="connsiteX20" fmla="*/ 219384 w 295965"/>
                  <a:gd name="connsiteY20" fmla="*/ 23933 h 295963"/>
                  <a:gd name="connsiteX21" fmla="*/ 219384 w 295965"/>
                  <a:gd name="connsiteY21" fmla="*/ 66735 h 295963"/>
                  <a:gd name="connsiteX22" fmla="*/ 170651 w 295965"/>
                  <a:gd name="connsiteY22" fmla="*/ 115468 h 295963"/>
                  <a:gd name="connsiteX23" fmla="*/ 223464 w 295965"/>
                  <a:gd name="connsiteY23" fmla="*/ 125312 h 295963"/>
                  <a:gd name="connsiteX24" fmla="*/ 180495 w 295965"/>
                  <a:gd name="connsiteY24" fmla="*/ 125312 h 295963"/>
                  <a:gd name="connsiteX25" fmla="*/ 229228 w 295965"/>
                  <a:gd name="connsiteY25" fmla="*/ 76579 h 295963"/>
                  <a:gd name="connsiteX26" fmla="*/ 272030 w 295965"/>
                  <a:gd name="connsiteY26" fmla="*/ 76579 h 295963"/>
                  <a:gd name="connsiteX27" fmla="*/ 272079 w 295965"/>
                  <a:gd name="connsiteY27" fmla="*/ 76697 h 2959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95965" h="295963">
                    <a:moveTo>
                      <a:pt x="295436" y="66951"/>
                    </a:moveTo>
                    <a:cubicBezTo>
                      <a:pt x="294357" y="64350"/>
                      <a:pt x="291818" y="62655"/>
                      <a:pt x="289003" y="62655"/>
                    </a:cubicBezTo>
                    <a:lnTo>
                      <a:pt x="233308" y="62655"/>
                    </a:lnTo>
                    <a:lnTo>
                      <a:pt x="233308" y="6960"/>
                    </a:lnTo>
                    <a:cubicBezTo>
                      <a:pt x="233307" y="3115"/>
                      <a:pt x="230190" y="-1"/>
                      <a:pt x="226345" y="0"/>
                    </a:cubicBezTo>
                    <a:cubicBezTo>
                      <a:pt x="224499" y="0"/>
                      <a:pt x="222729" y="734"/>
                      <a:pt x="221424" y="2038"/>
                    </a:cubicBezTo>
                    <a:lnTo>
                      <a:pt x="158767" y="64695"/>
                    </a:lnTo>
                    <a:cubicBezTo>
                      <a:pt x="157462" y="66000"/>
                      <a:pt x="156728" y="67771"/>
                      <a:pt x="156728" y="69617"/>
                    </a:cubicBezTo>
                    <a:lnTo>
                      <a:pt x="156728" y="129392"/>
                    </a:lnTo>
                    <a:lnTo>
                      <a:pt x="2126" y="283993"/>
                    </a:lnTo>
                    <a:cubicBezTo>
                      <a:pt x="-640" y="286665"/>
                      <a:pt x="-717" y="291072"/>
                      <a:pt x="1954" y="293838"/>
                    </a:cubicBezTo>
                    <a:cubicBezTo>
                      <a:pt x="4626" y="296603"/>
                      <a:pt x="9033" y="296680"/>
                      <a:pt x="11798" y="294009"/>
                    </a:cubicBezTo>
                    <a:cubicBezTo>
                      <a:pt x="11857" y="293952"/>
                      <a:pt x="11914" y="293895"/>
                      <a:pt x="11970" y="293838"/>
                    </a:cubicBezTo>
                    <a:lnTo>
                      <a:pt x="166572" y="139236"/>
                    </a:lnTo>
                    <a:lnTo>
                      <a:pt x="226346" y="139236"/>
                    </a:lnTo>
                    <a:cubicBezTo>
                      <a:pt x="228192" y="139235"/>
                      <a:pt x="229963" y="138502"/>
                      <a:pt x="231268" y="137196"/>
                    </a:cubicBezTo>
                    <a:lnTo>
                      <a:pt x="293925" y="74539"/>
                    </a:lnTo>
                    <a:cubicBezTo>
                      <a:pt x="295917" y="72548"/>
                      <a:pt x="296513" y="69553"/>
                      <a:pt x="295436" y="66951"/>
                    </a:cubicBezTo>
                    <a:close/>
                    <a:moveTo>
                      <a:pt x="170651" y="72499"/>
                    </a:moveTo>
                    <a:lnTo>
                      <a:pt x="219266" y="23885"/>
                    </a:lnTo>
                    <a:cubicBezTo>
                      <a:pt x="219329" y="23822"/>
                      <a:pt x="219384" y="23843"/>
                      <a:pt x="219384" y="23933"/>
                    </a:cubicBezTo>
                    <a:lnTo>
                      <a:pt x="219384" y="66735"/>
                    </a:lnTo>
                    <a:lnTo>
                      <a:pt x="170651" y="115468"/>
                    </a:lnTo>
                    <a:close/>
                    <a:moveTo>
                      <a:pt x="223464" y="125312"/>
                    </a:moveTo>
                    <a:lnTo>
                      <a:pt x="180495" y="125312"/>
                    </a:lnTo>
                    <a:lnTo>
                      <a:pt x="229228" y="76579"/>
                    </a:lnTo>
                    <a:lnTo>
                      <a:pt x="272030" y="76579"/>
                    </a:lnTo>
                    <a:cubicBezTo>
                      <a:pt x="272120" y="76579"/>
                      <a:pt x="272141" y="76635"/>
                      <a:pt x="272079" y="76697"/>
                    </a:cubicBezTo>
                    <a:close/>
                  </a:path>
                </a:pathLst>
              </a:custGeom>
              <a:grpFill/>
              <a:ln w="6945" cap="flat">
                <a:noFill/>
                <a:prstDash val="solid"/>
                <a:miter/>
              </a:ln>
            </p:spPr>
            <p:txBody>
              <a:bodyPr rtlCol="0" anchor="ctr"/>
              <a:lstStyle/>
              <a:p>
                <a:endParaRPr lang="en-US">
                  <a:latin typeface="Arial"/>
                </a:endParaRPr>
              </a:p>
            </p:txBody>
          </p:sp>
        </p:grpSp>
      </p:gr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t>Five Layers of the Moat</a:t>
            </a:r>
          </a:p>
        </p:txBody>
      </p:sp>
      <p:sp>
        <p:nvSpPr>
          <p:cNvPr id="4" name="Subtitle 3"/>
          <p:cNvSpPr>
            <a:spLocks noGrp="1"/>
          </p:cNvSpPr>
          <p:nvPr>
            <p:ph type="subTitle" idx="1"/>
          </p:nvPr>
        </p:nvSpPr>
        <p:spPr/>
        <p:txBody>
          <a:bodyPr/>
          <a:lstStyle/>
          <a:p>
            <a:r>
              <a:t>think-cell 'Pyramid with five layers' (tc:4) with icons recoloured</a:t>
            </a:r>
          </a:p>
        </p:txBody>
      </p:sp>
      <p:sp>
        <p:nvSpPr>
          <p:cNvPr id="5" name="Text Placeholder 4"/>
          <p:cNvSpPr>
            <a:spLocks noGrp="1"/>
          </p:cNvSpPr>
          <p:nvPr>
            <p:ph type="body" idx="14" sz="quarter"/>
          </p:nvPr>
        </p:nvSpPr>
        <p:spPr/>
        <p:txBody>
          <a:bodyPr/>
          <a:lstStyle/>
          <a:p>
            <a:r>
              <a:t>Illustrative data - structural gallery</a:t>
            </a:r>
          </a:p>
        </p:txBody>
      </p:sp>
      <p:sp>
        <p:nvSpPr>
          <p:cNvPr id="6" name="TextBox 5"/>
          <p:cNvSpPr txBox="1"/>
          <p:nvPr/>
        </p:nvSpPr>
        <p:spPr>
          <a:xfrm>
            <a:off x="11353190" y="6355994"/>
            <a:ext cx="421538" cy="274320"/>
          </a:xfrm>
          <a:prstGeom prst="rect">
            <a:avLst/>
          </a:prstGeom>
          <a:noFill/>
        </p:spPr>
        <p:txBody>
          <a:bodyPr wrap="square" lIns="0" rIns="0" tIns="0" bIns="0" anchor="t"/>
          <a:lstStyle/>
          <a:p>
            <a:pPr algn="r"/>
            <a:r>
              <a:rPr sz="1100" b="0" i="0">
                <a:solidFill>
                  <a:srgbClr val="002060"/>
                </a:solidFill>
                <a:latin typeface="Arial"/>
              </a:rPr>
              <a:t>11</a:t>
            </a:r>
          </a:p>
        </p:txBody>
      </p:sp>
      <p:grpSp>
        <p:nvGrpSpPr>
          <p:cNvPr id="7" name="tclib Thinkcell.pptx #4"/>
          <p:cNvGrpSpPr/>
          <p:nvPr/>
        </p:nvGrpSpPr>
        <p:grpSpPr>
          <a:xfrm>
            <a:off x="525780" y="1483133"/>
            <a:ext cx="11248948" cy="4440374"/>
            <a:chOff x="407987" y="1557337"/>
            <a:chExt cx="11401426" cy="4500563"/>
          </a:xfrm>
        </p:grpSpPr>
        <p:sp>
          <p:nvSpPr>
            <p:cNvPr id="8" name="Subtitle 2">
              <a:extLst>
                <a:ext uri="{FF2B5EF4-FFF2-40B4-BE49-F238E27FC236}">
                  <a16:creationId xmlns:a16="http://schemas.microsoft.com/office/drawing/2014/main" id="{6AF46052-360C-D2B4-C2F0-DAA8C637D381}"/>
                </a:ext>
              </a:extLst>
            </p:cNvPr>
            <p:cNvSpPr txBox="1">
              <a:spLocks/>
            </p:cNvSpPr>
            <p:nvPr/>
          </p:nvSpPr>
          <p:spPr>
            <a:xfrm>
              <a:off x="407987" y="1557337"/>
              <a:ext cx="2332680" cy="1033463"/>
            </a:xfrm>
            <a:prstGeom prst="rect">
              <a:avLst/>
            </a:prstGeom>
          </p:spPr>
          <p:txBody>
            <a:bodyPr vert="horz" wrap="square" lIns="0" tIns="0" rIns="0" bIns="0" rtlCol="0" anchor="t" anchorCtr="0">
              <a:noAutofit/>
            </a:bodyPr>
            <a:lstStyle>
              <a:lvl1pPr marL="0" indent="0" algn="ctr" defTabSz="1087636" rtl="0" eaLnBrk="1" latinLnBrk="0" hangingPunct="1">
                <a:lnSpc>
                  <a:spcPct val="120000"/>
                </a:lnSpc>
                <a:spcBef>
                  <a:spcPct val="20000"/>
                </a:spcBef>
                <a:buFont typeface="Arial"/>
                <a:buNone/>
                <a:defRPr sz="2400" kern="1200">
                  <a:solidFill>
                    <a:srgbClr val="242852"/>
                  </a:solidFill>
                  <a:latin typeface="Arial"/>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rgbClr val="000000">
                      <a:tint val="75000"/>
                    </a:srgbClr>
                  </a:solidFill>
                  <a:latin typeface="Arial"/>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rgbClr val="000000">
                      <a:tint val="75000"/>
                    </a:srgbClr>
                  </a:solidFill>
                  <a:latin typeface="Arial"/>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rgbClr val="000000">
                      <a:tint val="75000"/>
                    </a:srgbClr>
                  </a:solidFill>
                  <a:latin typeface="Arial"/>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rgbClr val="000000">
                      <a:tint val="75000"/>
                    </a:srgbClr>
                  </a:solidFill>
                  <a:latin typeface="Arial"/>
                  <a:ea typeface="+mn-ea"/>
                  <a:cs typeface="Open Sans"/>
                </a:defRPr>
              </a:lvl5pPr>
              <a:lvl6pPr marL="5438184" indent="0" algn="ctr" defTabSz="1087636" rtl="0" eaLnBrk="1" latinLnBrk="0" hangingPunct="1">
                <a:spcBef>
                  <a:spcPct val="20000"/>
                </a:spcBef>
                <a:buFont typeface="Arial"/>
                <a:buNone/>
                <a:defRPr sz="4800" kern="1200">
                  <a:solidFill>
                    <a:srgbClr val="000000">
                      <a:tint val="75000"/>
                    </a:srgbClr>
                  </a:solidFill>
                  <a:latin typeface="Arial"/>
                  <a:ea typeface="+mn-ea"/>
                  <a:cs typeface="+mn-cs"/>
                </a:defRPr>
              </a:lvl6pPr>
              <a:lvl7pPr marL="6525820" indent="0" algn="ctr" defTabSz="1087636" rtl="0" eaLnBrk="1" latinLnBrk="0" hangingPunct="1">
                <a:spcBef>
                  <a:spcPct val="20000"/>
                </a:spcBef>
                <a:buFont typeface="Arial"/>
                <a:buNone/>
                <a:defRPr sz="4800" kern="1200">
                  <a:solidFill>
                    <a:srgbClr val="000000">
                      <a:tint val="75000"/>
                    </a:srgbClr>
                  </a:solidFill>
                  <a:latin typeface="Arial"/>
                  <a:ea typeface="+mn-ea"/>
                  <a:cs typeface="+mn-cs"/>
                </a:defRPr>
              </a:lvl7pPr>
              <a:lvl8pPr marL="7613455" indent="0" algn="ctr" defTabSz="1087636" rtl="0" eaLnBrk="1" latinLnBrk="0" hangingPunct="1">
                <a:spcBef>
                  <a:spcPct val="20000"/>
                </a:spcBef>
                <a:buFont typeface="Arial"/>
                <a:buNone/>
                <a:defRPr sz="4800" kern="1200">
                  <a:solidFill>
                    <a:srgbClr val="000000">
                      <a:tint val="75000"/>
                    </a:srgbClr>
                  </a:solidFill>
                  <a:latin typeface="Arial"/>
                  <a:ea typeface="+mn-ea"/>
                  <a:cs typeface="+mn-cs"/>
                </a:defRPr>
              </a:lvl8pPr>
              <a:lvl9pPr marL="8701091" indent="0" algn="ctr" defTabSz="1087636" rtl="0" eaLnBrk="1" latinLnBrk="0" hangingPunct="1">
                <a:spcBef>
                  <a:spcPct val="20000"/>
                </a:spcBef>
                <a:buFont typeface="Arial"/>
                <a:buNone/>
                <a:defRPr sz="4800" kern="1200">
                  <a:solidFill>
                    <a:srgbClr val="000000">
                      <a:tint val="75000"/>
                    </a:srgbClr>
                  </a:solidFill>
                  <a:latin typeface="Arial"/>
                  <a:ea typeface="+mn-ea"/>
                  <a:cs typeface="+mn-cs"/>
                </a:defRPr>
              </a:lvl9pPr>
            </a:lstStyle>
            <a:p>
              <a:pPr marL="0" marR="0" lvl="0" indent="0" algn="l" defTabSz="1087636" eaLnBrk="1" fontAlgn="auto" latinLnBrk="0" hangingPunct="1">
                <a:lnSpc>
                  <a:spcPct val="100000"/>
                </a:lnSpc>
                <a:spcBef>
                  <a:spcPts val="0"/>
                </a:spcBef>
                <a:spcAft>
                  <a:spcPts val="0"/>
                </a:spcAft>
                <a:buClrTx/>
                <a:buSzTx/>
                <a:buFont typeface="Arial"/>
                <a:buNone/>
                <a:tabLst/>
                <a:defRPr>
                  <a:latin typeface="Arial"/>
                </a:defRPr>
              </a:pPr>
              <a:r>
                <a:rPr kumimoji="0" lang="en-US" sz="2000" b="0" i="0" u="none" strike="noStrike" kern="1200" cap="none" spc="0" normalizeH="0" baseline="0" noProof="0" dirty="0">
                  <a:ln>
                    <a:noFill/>
                  </a:ln>
                  <a:solidFill>
                    <a:srgbClr val="000000"/>
                  </a:solidFill>
                  <a:effectLst/>
                  <a:uLnTx/>
                  <a:uFillTx/>
                  <a:latin typeface="Arial"/>
                  <a:ea typeface="Open Sans Light" panose="020B0306030504020204" pitchFamily="34" charset="0"/>
                  <a:cs typeface="Open Sans Light" panose="020B0306030504020204" pitchFamily="34" charset="0"/>
                </a:rPr>
                <a:t>A moat is only as strong as its weakest layer</a:t>
              </a:r>
              <a:endParaRPr kumimoji="0" lang="en-US" sz="2000" b="0" i="0" u="none" strike="noStrike" kern="1200" cap="none" spc="0" normalizeH="0" baseline="0" noProof="0" dirty="0">
                <a:ln>
                  <a:noFill/>
                </a:ln>
                <a:solidFill>
                  <a:srgbClr val="000000"/>
                </a:solidFill>
                <a:effectLst/>
                <a:uLnTx/>
                <a:uFillTx/>
                <a:latin typeface="Arial"/>
                <a:ea typeface="Open Sans Light" panose="020B0306030504020204" pitchFamily="34" charset="0"/>
                <a:cs typeface="Open Sans Light" panose="020B0306030504020204" pitchFamily="34" charset="0"/>
              </a:endParaRPr>
            </a:p>
          </p:txBody>
        </p:sp>
        <p:sp>
          <p:nvSpPr>
            <p:cNvPr id="9" name="Freihandform: Form 57">
              <a:extLst>
                <a:ext uri="{FF2B5EF4-FFF2-40B4-BE49-F238E27FC236}">
                  <a16:creationId xmlns:a16="http://schemas.microsoft.com/office/drawing/2014/main" id="{DCD2F7B7-6449-1612-3E87-E05F6001FB79}"/>
                </a:ext>
              </a:extLst>
            </p:cNvPr>
            <p:cNvSpPr>
              <a:spLocks/>
            </p:cNvSpPr>
            <p:nvPr/>
          </p:nvSpPr>
          <p:spPr bwMode="auto">
            <a:xfrm>
              <a:off x="407987" y="5219632"/>
              <a:ext cx="3227530" cy="838268"/>
            </a:xfrm>
            <a:custGeom>
              <a:avLst/>
              <a:gdLst>
                <a:gd name="connsiteX0" fmla="*/ 428847 w 2297482"/>
                <a:gd name="connsiteY0" fmla="*/ 0 h 750483"/>
                <a:gd name="connsiteX1" fmla="*/ 2297482 w 2297482"/>
                <a:gd name="connsiteY1" fmla="*/ 0 h 750483"/>
                <a:gd name="connsiteX2" fmla="*/ 2297482 w 2297482"/>
                <a:gd name="connsiteY2" fmla="*/ 750483 h 750483"/>
                <a:gd name="connsiteX3" fmla="*/ 0 w 2297482"/>
                <a:gd name="connsiteY3" fmla="*/ 750483 h 750483"/>
              </a:gdLst>
              <a:ahLst/>
              <a:cxnLst>
                <a:cxn ang="0">
                  <a:pos x="connsiteX0" y="connsiteY0"/>
                </a:cxn>
                <a:cxn ang="0">
                  <a:pos x="connsiteX1" y="connsiteY1"/>
                </a:cxn>
                <a:cxn ang="0">
                  <a:pos x="connsiteX2" y="connsiteY2"/>
                </a:cxn>
                <a:cxn ang="0">
                  <a:pos x="connsiteX3" y="connsiteY3"/>
                </a:cxn>
              </a:cxnLst>
              <a:rect l="l" t="t" r="r" b="b"/>
              <a:pathLst>
                <a:path w="2297482" h="750483">
                  <a:moveTo>
                    <a:pt x="428847" y="0"/>
                  </a:moveTo>
                  <a:lnTo>
                    <a:pt x="2297482" y="0"/>
                  </a:lnTo>
                  <a:lnTo>
                    <a:pt x="2297482" y="750483"/>
                  </a:lnTo>
                  <a:lnTo>
                    <a:pt x="0" y="750483"/>
                  </a:lnTo>
                  <a:close/>
                </a:path>
              </a:pathLst>
            </a:custGeom>
            <a:solidFill>
              <a:srgbClr val="F2F2F2">
                <a:lumMod val="90000"/>
              </a:srgbClr>
            </a:solidFill>
            <a:ln w="95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solidFill>
                  <a:srgbClr val="454545"/>
                </a:solidFill>
                <a:latin typeface="Arial"/>
              </a:endParaRPr>
            </a:p>
          </p:txBody>
        </p:sp>
        <p:sp>
          <p:nvSpPr>
            <p:cNvPr id="10" name="Freihandform: Form 53">
              <a:extLst>
                <a:ext uri="{FF2B5EF4-FFF2-40B4-BE49-F238E27FC236}">
                  <a16:creationId xmlns:a16="http://schemas.microsoft.com/office/drawing/2014/main" id="{28E3FE41-1CA7-4897-65E7-107ED25A7ED1}"/>
                </a:ext>
              </a:extLst>
            </p:cNvPr>
            <p:cNvSpPr>
              <a:spLocks/>
            </p:cNvSpPr>
            <p:nvPr/>
          </p:nvSpPr>
          <p:spPr bwMode="auto">
            <a:xfrm>
              <a:off x="1061414" y="4304449"/>
              <a:ext cx="2574103" cy="838268"/>
            </a:xfrm>
            <a:custGeom>
              <a:avLst/>
              <a:gdLst>
                <a:gd name="connsiteX0" fmla="*/ 428847 w 1832347"/>
                <a:gd name="connsiteY0" fmla="*/ 0 h 750483"/>
                <a:gd name="connsiteX1" fmla="*/ 1832347 w 1832347"/>
                <a:gd name="connsiteY1" fmla="*/ 0 h 750483"/>
                <a:gd name="connsiteX2" fmla="*/ 1832347 w 1832347"/>
                <a:gd name="connsiteY2" fmla="*/ 750483 h 750483"/>
                <a:gd name="connsiteX3" fmla="*/ 0 w 1832347"/>
                <a:gd name="connsiteY3" fmla="*/ 750483 h 750483"/>
              </a:gdLst>
              <a:ahLst/>
              <a:cxnLst>
                <a:cxn ang="0">
                  <a:pos x="connsiteX0" y="connsiteY0"/>
                </a:cxn>
                <a:cxn ang="0">
                  <a:pos x="connsiteX1" y="connsiteY1"/>
                </a:cxn>
                <a:cxn ang="0">
                  <a:pos x="connsiteX2" y="connsiteY2"/>
                </a:cxn>
                <a:cxn ang="0">
                  <a:pos x="connsiteX3" y="connsiteY3"/>
                </a:cxn>
              </a:cxnLst>
              <a:rect l="l" t="t" r="r" b="b"/>
              <a:pathLst>
                <a:path w="1832347" h="750483">
                  <a:moveTo>
                    <a:pt x="428847" y="0"/>
                  </a:moveTo>
                  <a:lnTo>
                    <a:pt x="1832347" y="0"/>
                  </a:lnTo>
                  <a:lnTo>
                    <a:pt x="1832347" y="750483"/>
                  </a:lnTo>
                  <a:lnTo>
                    <a:pt x="0" y="750483"/>
                  </a:lnTo>
                  <a:close/>
                </a:path>
              </a:pathLst>
            </a:custGeom>
            <a:solidFill>
              <a:srgbClr val="F2F2F2">
                <a:lumMod val="75000"/>
              </a:srgbClr>
            </a:solidFill>
            <a:ln w="95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solidFill>
                  <a:srgbClr val="454545"/>
                </a:solidFill>
                <a:latin typeface="Arial"/>
              </a:endParaRPr>
            </a:p>
          </p:txBody>
        </p:sp>
        <p:sp>
          <p:nvSpPr>
            <p:cNvPr id="11" name="Freihandform: Form 38">
              <a:extLst>
                <a:ext uri="{FF2B5EF4-FFF2-40B4-BE49-F238E27FC236}">
                  <a16:creationId xmlns:a16="http://schemas.microsoft.com/office/drawing/2014/main" id="{67315516-C59A-E8B0-3D13-B30813ACE5AF}"/>
                </a:ext>
              </a:extLst>
            </p:cNvPr>
            <p:cNvSpPr>
              <a:spLocks/>
            </p:cNvSpPr>
            <p:nvPr/>
          </p:nvSpPr>
          <p:spPr bwMode="auto">
            <a:xfrm>
              <a:off x="1719473" y="3387421"/>
              <a:ext cx="1916044" cy="840110"/>
            </a:xfrm>
            <a:custGeom>
              <a:avLst/>
              <a:gdLst>
                <a:gd name="connsiteX0" fmla="*/ 428847 w 1363915"/>
                <a:gd name="connsiteY0" fmla="*/ 0 h 752132"/>
                <a:gd name="connsiteX1" fmla="*/ 1363915 w 1363915"/>
                <a:gd name="connsiteY1" fmla="*/ 0 h 752132"/>
                <a:gd name="connsiteX2" fmla="*/ 1363915 w 1363915"/>
                <a:gd name="connsiteY2" fmla="*/ 752132 h 752132"/>
                <a:gd name="connsiteX3" fmla="*/ 0 w 1363915"/>
                <a:gd name="connsiteY3" fmla="*/ 752132 h 752132"/>
              </a:gdLst>
              <a:ahLst/>
              <a:cxnLst>
                <a:cxn ang="0">
                  <a:pos x="connsiteX0" y="connsiteY0"/>
                </a:cxn>
                <a:cxn ang="0">
                  <a:pos x="connsiteX1" y="connsiteY1"/>
                </a:cxn>
                <a:cxn ang="0">
                  <a:pos x="connsiteX2" y="connsiteY2"/>
                </a:cxn>
                <a:cxn ang="0">
                  <a:pos x="connsiteX3" y="connsiteY3"/>
                </a:cxn>
              </a:cxnLst>
              <a:rect l="l" t="t" r="r" b="b"/>
              <a:pathLst>
                <a:path w="1363915" h="752132">
                  <a:moveTo>
                    <a:pt x="428847" y="0"/>
                  </a:moveTo>
                  <a:lnTo>
                    <a:pt x="1363915" y="0"/>
                  </a:lnTo>
                  <a:lnTo>
                    <a:pt x="1363915" y="752132"/>
                  </a:lnTo>
                  <a:lnTo>
                    <a:pt x="0" y="752132"/>
                  </a:lnTo>
                  <a:close/>
                </a:path>
              </a:pathLst>
            </a:custGeom>
            <a:solidFill>
              <a:srgbClr val="F2F2F2">
                <a:lumMod val="50000"/>
              </a:srgbClr>
            </a:solidFill>
            <a:ln w="95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solidFill>
                  <a:srgbClr val="FFFFFF"/>
                </a:solidFill>
                <a:latin typeface="Arial"/>
              </a:endParaRPr>
            </a:p>
          </p:txBody>
        </p:sp>
        <p:sp>
          <p:nvSpPr>
            <p:cNvPr id="12" name="Freihandform: Form 36">
              <a:extLst>
                <a:ext uri="{FF2B5EF4-FFF2-40B4-BE49-F238E27FC236}">
                  <a16:creationId xmlns:a16="http://schemas.microsoft.com/office/drawing/2014/main" id="{DAFE1A5C-C34A-4BF6-BB43-FCF79A1143EF}"/>
                </a:ext>
              </a:extLst>
            </p:cNvPr>
            <p:cNvSpPr>
              <a:spLocks/>
            </p:cNvSpPr>
            <p:nvPr/>
          </p:nvSpPr>
          <p:spPr bwMode="auto">
            <a:xfrm>
              <a:off x="2379849" y="2472235"/>
              <a:ext cx="1255667" cy="838268"/>
            </a:xfrm>
            <a:custGeom>
              <a:avLst/>
              <a:gdLst>
                <a:gd name="connsiteX0" fmla="*/ 428847 w 893833"/>
                <a:gd name="connsiteY0" fmla="*/ 0 h 750483"/>
                <a:gd name="connsiteX1" fmla="*/ 893833 w 893833"/>
                <a:gd name="connsiteY1" fmla="*/ 0 h 750483"/>
                <a:gd name="connsiteX2" fmla="*/ 893833 w 893833"/>
                <a:gd name="connsiteY2" fmla="*/ 750483 h 750483"/>
                <a:gd name="connsiteX3" fmla="*/ 0 w 893833"/>
                <a:gd name="connsiteY3" fmla="*/ 750483 h 750483"/>
              </a:gdLst>
              <a:ahLst/>
              <a:cxnLst>
                <a:cxn ang="0">
                  <a:pos x="connsiteX0" y="connsiteY0"/>
                </a:cxn>
                <a:cxn ang="0">
                  <a:pos x="connsiteX1" y="connsiteY1"/>
                </a:cxn>
                <a:cxn ang="0">
                  <a:pos x="connsiteX2" y="connsiteY2"/>
                </a:cxn>
                <a:cxn ang="0">
                  <a:pos x="connsiteX3" y="connsiteY3"/>
                </a:cxn>
              </a:cxnLst>
              <a:rect l="l" t="t" r="r" b="b"/>
              <a:pathLst>
                <a:path w="893833" h="750483">
                  <a:moveTo>
                    <a:pt x="428847" y="0"/>
                  </a:moveTo>
                  <a:lnTo>
                    <a:pt x="893833" y="0"/>
                  </a:lnTo>
                  <a:lnTo>
                    <a:pt x="893833" y="750483"/>
                  </a:lnTo>
                  <a:lnTo>
                    <a:pt x="0" y="750483"/>
                  </a:lnTo>
                  <a:close/>
                </a:path>
              </a:pathLst>
            </a:custGeom>
            <a:solidFill>
              <a:srgbClr val="242852">
                <a:lumMod val="75000"/>
              </a:srgbClr>
            </a:solidFill>
            <a:ln w="95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solidFill>
                  <a:srgbClr val="454545"/>
                </a:solidFill>
                <a:latin typeface="Arial"/>
              </a:endParaRPr>
            </a:p>
          </p:txBody>
        </p:sp>
        <p:sp>
          <p:nvSpPr>
            <p:cNvPr id="13" name="Freihandform: Form 34">
              <a:extLst>
                <a:ext uri="{FF2B5EF4-FFF2-40B4-BE49-F238E27FC236}">
                  <a16:creationId xmlns:a16="http://schemas.microsoft.com/office/drawing/2014/main" id="{FC82BF3C-0215-35DB-0F90-8D962841A8CF}"/>
                </a:ext>
              </a:extLst>
            </p:cNvPr>
            <p:cNvSpPr>
              <a:spLocks/>
            </p:cNvSpPr>
            <p:nvPr/>
          </p:nvSpPr>
          <p:spPr bwMode="auto">
            <a:xfrm>
              <a:off x="3033274" y="1557337"/>
              <a:ext cx="602242" cy="837980"/>
            </a:xfrm>
            <a:custGeom>
              <a:avLst/>
              <a:gdLst>
                <a:gd name="connsiteX0" fmla="*/ 428700 w 428700"/>
                <a:gd name="connsiteY0" fmla="*/ 0 h 750226"/>
                <a:gd name="connsiteX1" fmla="*/ 428700 w 428700"/>
                <a:gd name="connsiteY1" fmla="*/ 750226 h 750226"/>
                <a:gd name="connsiteX2" fmla="*/ 0 w 428700"/>
                <a:gd name="connsiteY2" fmla="*/ 750226 h 750226"/>
              </a:gdLst>
              <a:ahLst/>
              <a:cxnLst>
                <a:cxn ang="0">
                  <a:pos x="connsiteX0" y="connsiteY0"/>
                </a:cxn>
                <a:cxn ang="0">
                  <a:pos x="connsiteX1" y="connsiteY1"/>
                </a:cxn>
                <a:cxn ang="0">
                  <a:pos x="connsiteX2" y="connsiteY2"/>
                </a:cxn>
              </a:cxnLst>
              <a:rect l="l" t="t" r="r" b="b"/>
              <a:pathLst>
                <a:path w="428700" h="750226">
                  <a:moveTo>
                    <a:pt x="428700" y="0"/>
                  </a:moveTo>
                  <a:lnTo>
                    <a:pt x="428700" y="750226"/>
                  </a:lnTo>
                  <a:lnTo>
                    <a:pt x="0" y="750226"/>
                  </a:lnTo>
                  <a:close/>
                </a:path>
              </a:pathLst>
            </a:custGeom>
            <a:solidFill>
              <a:srgbClr val="242852"/>
            </a:solidFill>
            <a:ln w="95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solidFill>
                  <a:srgbClr val="454545"/>
                </a:solidFill>
                <a:latin typeface="Arial"/>
              </a:endParaRPr>
            </a:p>
          </p:txBody>
        </p:sp>
        <p:cxnSp>
          <p:nvCxnSpPr>
            <p:cNvPr id="14" name="MIO_LINE5">
              <a:extLst>
                <a:ext uri="{FF2B5EF4-FFF2-40B4-BE49-F238E27FC236}">
                  <a16:creationId xmlns:a16="http://schemas.microsoft.com/office/drawing/2014/main" id="{CF605CBF-816F-2936-EB01-2C7645DF9AEE}"/>
                </a:ext>
              </a:extLst>
            </p:cNvPr>
            <p:cNvCxnSpPr>
              <a:cxnSpLocks noChangeAspect="1"/>
            </p:cNvCxnSpPr>
            <p:nvPr/>
          </p:nvCxnSpPr>
          <p:spPr>
            <a:xfrm>
              <a:off x="3746500" y="2433776"/>
              <a:ext cx="8062913" cy="0"/>
            </a:xfrm>
            <a:prstGeom prst="line">
              <a:avLst/>
            </a:prstGeom>
            <a:ln w="9525">
              <a:solidFill>
                <a:srgbClr val="F2F2F2">
                  <a:lumMod val="90000"/>
                </a:srgbClr>
              </a:solidFill>
            </a:ln>
          </p:spPr>
          <p:style>
            <a:lnRef idx="1">
              <a:srgbClr val="242852"/>
            </a:lnRef>
            <a:fillRef idx="0">
              <a:srgbClr val="242852"/>
            </a:fillRef>
            <a:effectRef idx="0">
              <a:srgbClr val="242852"/>
            </a:effectRef>
            <a:fontRef idx="minor">
              <a:srgbClr val="000000"/>
            </a:fontRef>
          </p:style>
        </p:cxnSp>
        <p:cxnSp>
          <p:nvCxnSpPr>
            <p:cNvPr id="15" name="MIO_LINE5">
              <a:extLst>
                <a:ext uri="{FF2B5EF4-FFF2-40B4-BE49-F238E27FC236}">
                  <a16:creationId xmlns:a16="http://schemas.microsoft.com/office/drawing/2014/main" id="{E3F0CBF5-D0F3-14E9-F655-A55BCBCAE0CD}"/>
                </a:ext>
              </a:extLst>
            </p:cNvPr>
            <p:cNvCxnSpPr>
              <a:cxnSpLocks noChangeAspect="1"/>
            </p:cNvCxnSpPr>
            <p:nvPr/>
          </p:nvCxnSpPr>
          <p:spPr>
            <a:xfrm>
              <a:off x="3746500" y="3348962"/>
              <a:ext cx="8062913" cy="0"/>
            </a:xfrm>
            <a:prstGeom prst="line">
              <a:avLst/>
            </a:prstGeom>
            <a:ln w="9525">
              <a:solidFill>
                <a:srgbClr val="F2F2F2">
                  <a:lumMod val="90000"/>
                </a:srgbClr>
              </a:solidFill>
            </a:ln>
          </p:spPr>
          <p:style>
            <a:lnRef idx="1">
              <a:srgbClr val="242852"/>
            </a:lnRef>
            <a:fillRef idx="0">
              <a:srgbClr val="242852"/>
            </a:fillRef>
            <a:effectRef idx="0">
              <a:srgbClr val="242852"/>
            </a:effectRef>
            <a:fontRef idx="minor">
              <a:srgbClr val="000000"/>
            </a:fontRef>
          </p:style>
        </p:cxnSp>
        <p:cxnSp>
          <p:nvCxnSpPr>
            <p:cNvPr id="16" name="MIO_LINE5">
              <a:extLst>
                <a:ext uri="{FF2B5EF4-FFF2-40B4-BE49-F238E27FC236}">
                  <a16:creationId xmlns:a16="http://schemas.microsoft.com/office/drawing/2014/main" id="{9B595798-6201-2439-226B-AA2222E49AAA}"/>
                </a:ext>
              </a:extLst>
            </p:cNvPr>
            <p:cNvCxnSpPr>
              <a:cxnSpLocks noChangeAspect="1"/>
            </p:cNvCxnSpPr>
            <p:nvPr/>
          </p:nvCxnSpPr>
          <p:spPr>
            <a:xfrm>
              <a:off x="3746500" y="4265990"/>
              <a:ext cx="8062913" cy="0"/>
            </a:xfrm>
            <a:prstGeom prst="line">
              <a:avLst/>
            </a:prstGeom>
            <a:ln w="9525">
              <a:solidFill>
                <a:srgbClr val="F2F2F2">
                  <a:lumMod val="90000"/>
                </a:srgbClr>
              </a:solidFill>
            </a:ln>
          </p:spPr>
          <p:style>
            <a:lnRef idx="1">
              <a:srgbClr val="242852"/>
            </a:lnRef>
            <a:fillRef idx="0">
              <a:srgbClr val="242852"/>
            </a:fillRef>
            <a:effectRef idx="0">
              <a:srgbClr val="242852"/>
            </a:effectRef>
            <a:fontRef idx="minor">
              <a:srgbClr val="000000"/>
            </a:fontRef>
          </p:style>
        </p:cxnSp>
        <p:cxnSp>
          <p:nvCxnSpPr>
            <p:cNvPr id="17" name="MIO_LINE5">
              <a:extLst>
                <a:ext uri="{FF2B5EF4-FFF2-40B4-BE49-F238E27FC236}">
                  <a16:creationId xmlns:a16="http://schemas.microsoft.com/office/drawing/2014/main" id="{F1DD1269-E12F-238E-2F4D-EC5F63255343}"/>
                </a:ext>
              </a:extLst>
            </p:cNvPr>
            <p:cNvCxnSpPr>
              <a:cxnSpLocks noChangeAspect="1"/>
            </p:cNvCxnSpPr>
            <p:nvPr/>
          </p:nvCxnSpPr>
          <p:spPr>
            <a:xfrm>
              <a:off x="3746500" y="5181176"/>
              <a:ext cx="8062913" cy="0"/>
            </a:xfrm>
            <a:prstGeom prst="line">
              <a:avLst/>
            </a:prstGeom>
            <a:ln w="9525">
              <a:solidFill>
                <a:srgbClr val="F2F2F2">
                  <a:lumMod val="90000"/>
                </a:srgbClr>
              </a:solidFill>
            </a:ln>
          </p:spPr>
          <p:style>
            <a:lnRef idx="1">
              <a:srgbClr val="242852"/>
            </a:lnRef>
            <a:fillRef idx="0">
              <a:srgbClr val="242852"/>
            </a:fillRef>
            <a:effectRef idx="0">
              <a:srgbClr val="242852"/>
            </a:effectRef>
            <a:fontRef idx="minor">
              <a:srgbClr val="000000"/>
            </a:fontRef>
          </p:style>
        </p:cxnSp>
        <p:sp>
          <p:nvSpPr>
            <p:cNvPr id="18" name="Subtitle 2">
              <a:extLst>
                <a:ext uri="{FF2B5EF4-FFF2-40B4-BE49-F238E27FC236}">
                  <a16:creationId xmlns:a16="http://schemas.microsoft.com/office/drawing/2014/main" id="{05F3B8B4-65AA-4AE2-04AA-A16BE14ABF62}"/>
                </a:ext>
              </a:extLst>
            </p:cNvPr>
            <p:cNvSpPr txBox="1">
              <a:spLocks/>
            </p:cNvSpPr>
            <p:nvPr/>
          </p:nvSpPr>
          <p:spPr>
            <a:xfrm>
              <a:off x="3746500" y="1557338"/>
              <a:ext cx="6387064" cy="837975"/>
            </a:xfrm>
            <a:prstGeom prst="rect">
              <a:avLst/>
            </a:prstGeom>
          </p:spPr>
          <p:txBody>
            <a:bodyPr vert="horz" wrap="square" lIns="0" tIns="0" rIns="0" bIns="0" rtlCol="0" anchor="ctr">
              <a:noAutofit/>
            </a:bodyPr>
            <a:lstStyle>
              <a:lvl1pPr marL="0" indent="0" algn="ctr" defTabSz="1087636" rtl="0" eaLnBrk="1" latinLnBrk="0" hangingPunct="1">
                <a:lnSpc>
                  <a:spcPct val="120000"/>
                </a:lnSpc>
                <a:spcBef>
                  <a:spcPct val="20000"/>
                </a:spcBef>
                <a:buFont typeface="Arial"/>
                <a:buNone/>
                <a:defRPr sz="2400" kern="1200">
                  <a:solidFill>
                    <a:srgbClr val="242852"/>
                  </a:solidFill>
                  <a:latin typeface="Arial"/>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rgbClr val="000000">
                      <a:tint val="75000"/>
                    </a:srgbClr>
                  </a:solidFill>
                  <a:latin typeface="Arial"/>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rgbClr val="000000">
                      <a:tint val="75000"/>
                    </a:srgbClr>
                  </a:solidFill>
                  <a:latin typeface="Arial"/>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rgbClr val="000000">
                      <a:tint val="75000"/>
                    </a:srgbClr>
                  </a:solidFill>
                  <a:latin typeface="Arial"/>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rgbClr val="000000">
                      <a:tint val="75000"/>
                    </a:srgbClr>
                  </a:solidFill>
                  <a:latin typeface="Arial"/>
                  <a:ea typeface="+mn-ea"/>
                  <a:cs typeface="Open Sans"/>
                </a:defRPr>
              </a:lvl5pPr>
              <a:lvl6pPr marL="5438184" indent="0" algn="ctr" defTabSz="1087636" rtl="0" eaLnBrk="1" latinLnBrk="0" hangingPunct="1">
                <a:spcBef>
                  <a:spcPct val="20000"/>
                </a:spcBef>
                <a:buFont typeface="Arial"/>
                <a:buNone/>
                <a:defRPr sz="4800" kern="1200">
                  <a:solidFill>
                    <a:srgbClr val="000000">
                      <a:tint val="75000"/>
                    </a:srgbClr>
                  </a:solidFill>
                  <a:latin typeface="Arial"/>
                  <a:ea typeface="+mn-ea"/>
                  <a:cs typeface="+mn-cs"/>
                </a:defRPr>
              </a:lvl6pPr>
              <a:lvl7pPr marL="6525820" indent="0" algn="ctr" defTabSz="1087636" rtl="0" eaLnBrk="1" latinLnBrk="0" hangingPunct="1">
                <a:spcBef>
                  <a:spcPct val="20000"/>
                </a:spcBef>
                <a:buFont typeface="Arial"/>
                <a:buNone/>
                <a:defRPr sz="4800" kern="1200">
                  <a:solidFill>
                    <a:srgbClr val="000000">
                      <a:tint val="75000"/>
                    </a:srgbClr>
                  </a:solidFill>
                  <a:latin typeface="Arial"/>
                  <a:ea typeface="+mn-ea"/>
                  <a:cs typeface="+mn-cs"/>
                </a:defRPr>
              </a:lvl7pPr>
              <a:lvl8pPr marL="7613455" indent="0" algn="ctr" defTabSz="1087636" rtl="0" eaLnBrk="1" latinLnBrk="0" hangingPunct="1">
                <a:spcBef>
                  <a:spcPct val="20000"/>
                </a:spcBef>
                <a:buFont typeface="Arial"/>
                <a:buNone/>
                <a:defRPr sz="4800" kern="1200">
                  <a:solidFill>
                    <a:srgbClr val="000000">
                      <a:tint val="75000"/>
                    </a:srgbClr>
                  </a:solidFill>
                  <a:latin typeface="Arial"/>
                  <a:ea typeface="+mn-ea"/>
                  <a:cs typeface="+mn-cs"/>
                </a:defRPr>
              </a:lvl8pPr>
              <a:lvl9pPr marL="8701091" indent="0" algn="ctr" defTabSz="1087636" rtl="0" eaLnBrk="1" latinLnBrk="0" hangingPunct="1">
                <a:spcBef>
                  <a:spcPct val="20000"/>
                </a:spcBef>
                <a:buFont typeface="Arial"/>
                <a:buNone/>
                <a:defRPr sz="4800" kern="1200">
                  <a:solidFill>
                    <a:srgbClr val="000000">
                      <a:tint val="75000"/>
                    </a:srgbClr>
                  </a:solidFill>
                  <a:latin typeface="Arial"/>
                  <a:ea typeface="+mn-ea"/>
                  <a:cs typeface="+mn-cs"/>
                </a:defRPr>
              </a:lvl9pPr>
            </a:lstStyle>
            <a:p>
              <a:pPr marR="0" lvl="0" algn="l" defTabSz="914400" fontAlgn="auto">
                <a:lnSpc>
                  <a:spcPct val="100000"/>
                </a:lnSpc>
                <a:spcBef>
                  <a:spcPts val="0"/>
                </a:spcBef>
                <a:spcAft>
                  <a:spcPts val="0"/>
                </a:spcAft>
                <a:buClr>
                  <a:srgbClr val="000000"/>
                </a:buClr>
                <a:buSzTx/>
                <a:tabLst/>
                <a:defRPr>
                  <a:latin typeface="Arial"/>
                </a:defRPr>
              </a:pPr>
              <a:r>
                <a:rPr lang="en-US" sz="1600" b="1" dirty="0">
                  <a:solidFill>
                    <a:srgbClr val="000000"/>
                  </a:solidFill>
                  <a:latin typeface="Arial"/>
                  <a:cs typeface="+mn-cs"/>
                  <a:sym typeface="Futura"/>
                </a:rPr>
                <a:t>Scale and installed base</a:t>
              </a:r>
            </a:p>
            <a:p>
              <a:pPr marL="0" marR="0" lvl="0" indent="0" algn="l" defTabSz="1087636" eaLnBrk="1" fontAlgn="auto" latinLnBrk="0" hangingPunct="1">
                <a:lnSpc>
                  <a:spcPct val="100000"/>
                </a:lnSpc>
                <a:spcBef>
                  <a:spcPts val="0"/>
                </a:spcBef>
                <a:spcAft>
                  <a:spcPts val="0"/>
                </a:spcAft>
                <a:buClrTx/>
                <a:buSzTx/>
                <a:buFont typeface="Arial"/>
                <a:buNone/>
                <a:tabLst/>
                <a:defRPr>
                  <a:latin typeface="Arial"/>
                </a:defRPr>
              </a:pPr>
              <a:r>
                <a:rPr kumimoji="0" lang="en-US" sz="1400" b="0" i="0" u="none" strike="noStrike" kern="1200" cap="none" spc="0" normalizeH="0" baseline="0" noProof="0" dirty="0">
                  <a:ln>
                    <a:noFill/>
                  </a:ln>
                  <a:solidFill>
                    <a:srgbClr val="000000"/>
                  </a:solidFill>
                  <a:effectLst/>
                  <a:uLnTx/>
                  <a:uFillTx/>
                  <a:latin typeface="Arial"/>
                  <a:ea typeface="Open Sans Light" panose="020B0306030504020204" pitchFamily="34" charset="0"/>
                  <a:cs typeface="Open Sans Light" panose="020B0306030504020204" pitchFamily="34" charset="0"/>
                </a:rPr>
                <a:t>17,000 tools in the field generate recurring service revenue</a:t>
              </a:r>
            </a:p>
          </p:txBody>
        </p:sp>
        <p:sp>
          <p:nvSpPr>
            <p:cNvPr id="19" name="Subtitle 2">
              <a:extLst>
                <a:ext uri="{FF2B5EF4-FFF2-40B4-BE49-F238E27FC236}">
                  <a16:creationId xmlns:a16="http://schemas.microsoft.com/office/drawing/2014/main" id="{2A21F3F0-E8D1-D991-27D0-9EEF596FEEA6}"/>
                </a:ext>
              </a:extLst>
            </p:cNvPr>
            <p:cNvSpPr txBox="1">
              <a:spLocks/>
            </p:cNvSpPr>
            <p:nvPr/>
          </p:nvSpPr>
          <p:spPr>
            <a:xfrm>
              <a:off x="3746500" y="2472381"/>
              <a:ext cx="6387064" cy="837975"/>
            </a:xfrm>
            <a:prstGeom prst="rect">
              <a:avLst/>
            </a:prstGeom>
          </p:spPr>
          <p:txBody>
            <a:bodyPr vert="horz" wrap="square" lIns="0" tIns="0" rIns="0" bIns="0" rtlCol="0" anchor="ctr">
              <a:noAutofit/>
            </a:bodyPr>
            <a:lstStyle>
              <a:lvl1pPr marL="0" indent="0" algn="ctr" defTabSz="1087636" rtl="0" eaLnBrk="1" latinLnBrk="0" hangingPunct="1">
                <a:lnSpc>
                  <a:spcPct val="120000"/>
                </a:lnSpc>
                <a:spcBef>
                  <a:spcPct val="20000"/>
                </a:spcBef>
                <a:buFont typeface="Arial"/>
                <a:buNone/>
                <a:defRPr sz="2400" kern="1200">
                  <a:solidFill>
                    <a:srgbClr val="242852"/>
                  </a:solidFill>
                  <a:latin typeface="Arial"/>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rgbClr val="000000">
                      <a:tint val="75000"/>
                    </a:srgbClr>
                  </a:solidFill>
                  <a:latin typeface="Arial"/>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rgbClr val="000000">
                      <a:tint val="75000"/>
                    </a:srgbClr>
                  </a:solidFill>
                  <a:latin typeface="Arial"/>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rgbClr val="000000">
                      <a:tint val="75000"/>
                    </a:srgbClr>
                  </a:solidFill>
                  <a:latin typeface="Arial"/>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rgbClr val="000000">
                      <a:tint val="75000"/>
                    </a:srgbClr>
                  </a:solidFill>
                  <a:latin typeface="Arial"/>
                  <a:ea typeface="+mn-ea"/>
                  <a:cs typeface="Open Sans"/>
                </a:defRPr>
              </a:lvl5pPr>
              <a:lvl6pPr marL="5438184" indent="0" algn="ctr" defTabSz="1087636" rtl="0" eaLnBrk="1" latinLnBrk="0" hangingPunct="1">
                <a:spcBef>
                  <a:spcPct val="20000"/>
                </a:spcBef>
                <a:buFont typeface="Arial"/>
                <a:buNone/>
                <a:defRPr sz="4800" kern="1200">
                  <a:solidFill>
                    <a:srgbClr val="000000">
                      <a:tint val="75000"/>
                    </a:srgbClr>
                  </a:solidFill>
                  <a:latin typeface="Arial"/>
                  <a:ea typeface="+mn-ea"/>
                  <a:cs typeface="+mn-cs"/>
                </a:defRPr>
              </a:lvl6pPr>
              <a:lvl7pPr marL="6525820" indent="0" algn="ctr" defTabSz="1087636" rtl="0" eaLnBrk="1" latinLnBrk="0" hangingPunct="1">
                <a:spcBef>
                  <a:spcPct val="20000"/>
                </a:spcBef>
                <a:buFont typeface="Arial"/>
                <a:buNone/>
                <a:defRPr sz="4800" kern="1200">
                  <a:solidFill>
                    <a:srgbClr val="000000">
                      <a:tint val="75000"/>
                    </a:srgbClr>
                  </a:solidFill>
                  <a:latin typeface="Arial"/>
                  <a:ea typeface="+mn-ea"/>
                  <a:cs typeface="+mn-cs"/>
                </a:defRPr>
              </a:lvl7pPr>
              <a:lvl8pPr marL="7613455" indent="0" algn="ctr" defTabSz="1087636" rtl="0" eaLnBrk="1" latinLnBrk="0" hangingPunct="1">
                <a:spcBef>
                  <a:spcPct val="20000"/>
                </a:spcBef>
                <a:buFont typeface="Arial"/>
                <a:buNone/>
                <a:defRPr sz="4800" kern="1200">
                  <a:solidFill>
                    <a:srgbClr val="000000">
                      <a:tint val="75000"/>
                    </a:srgbClr>
                  </a:solidFill>
                  <a:latin typeface="Arial"/>
                  <a:ea typeface="+mn-ea"/>
                  <a:cs typeface="+mn-cs"/>
                </a:defRPr>
              </a:lvl8pPr>
              <a:lvl9pPr marL="8701091" indent="0" algn="ctr" defTabSz="1087636" rtl="0" eaLnBrk="1" latinLnBrk="0" hangingPunct="1">
                <a:spcBef>
                  <a:spcPct val="20000"/>
                </a:spcBef>
                <a:buFont typeface="Arial"/>
                <a:buNone/>
                <a:defRPr sz="4800" kern="1200">
                  <a:solidFill>
                    <a:srgbClr val="000000">
                      <a:tint val="75000"/>
                    </a:srgbClr>
                  </a:solidFill>
                  <a:latin typeface="Arial"/>
                  <a:ea typeface="+mn-ea"/>
                  <a:cs typeface="+mn-cs"/>
                </a:defRPr>
              </a:lvl9pPr>
            </a:lstStyle>
            <a:p>
              <a:pPr marR="0" lvl="0" algn="l" defTabSz="914400" fontAlgn="auto">
                <a:lnSpc>
                  <a:spcPct val="100000"/>
                </a:lnSpc>
                <a:spcBef>
                  <a:spcPts val="0"/>
                </a:spcBef>
                <a:spcAft>
                  <a:spcPts val="0"/>
                </a:spcAft>
                <a:buClr>
                  <a:srgbClr val="000000"/>
                </a:buClr>
                <a:buSzTx/>
                <a:tabLst/>
                <a:defRPr>
                  <a:latin typeface="Arial"/>
                </a:defRPr>
              </a:pPr>
              <a:r>
                <a:rPr lang="en-US" sz="1600" b="1" dirty="0">
                  <a:solidFill>
                    <a:srgbClr val="000000"/>
                  </a:solidFill>
                  <a:latin typeface="Arial"/>
                  <a:cs typeface="+mn-cs"/>
                  <a:sym typeface="Futura"/>
                </a:rPr>
                <a:t>Intellectual property</a:t>
              </a:r>
            </a:p>
            <a:p>
              <a:pPr marL="0" marR="0" lvl="0" indent="0" algn="l" defTabSz="1087636" eaLnBrk="1" fontAlgn="auto" latinLnBrk="0" hangingPunct="1">
                <a:lnSpc>
                  <a:spcPct val="100000"/>
                </a:lnSpc>
                <a:spcBef>
                  <a:spcPts val="0"/>
                </a:spcBef>
                <a:spcAft>
                  <a:spcPts val="0"/>
                </a:spcAft>
                <a:buClrTx/>
                <a:buSzTx/>
                <a:buFont typeface="Arial"/>
                <a:buNone/>
                <a:tabLst/>
                <a:defRPr>
                  <a:latin typeface="Arial"/>
                </a:defRPr>
              </a:pPr>
              <a:r>
                <a:rPr kumimoji="0" lang="en-US" sz="1400" b="0" i="0" u="none" strike="noStrike" kern="1200" cap="none" spc="0" normalizeH="0" baseline="0" noProof="0" dirty="0">
                  <a:ln>
                    <a:noFill/>
                  </a:ln>
                  <a:solidFill>
                    <a:srgbClr val="000000"/>
                  </a:solidFill>
                  <a:effectLst/>
                  <a:uLnTx/>
                  <a:uFillTx/>
                  <a:latin typeface="Arial"/>
                  <a:ea typeface="Open Sans Light" panose="020B0306030504020204" pitchFamily="34" charset="0"/>
                  <a:cs typeface="Open Sans Light" panose="020B0306030504020204" pitchFamily="34" charset="0"/>
                </a:rPr>
                <a:t>9,100 patents; 6.5x the share of the nearest competitor</a:t>
              </a:r>
            </a:p>
          </p:txBody>
        </p:sp>
        <p:sp>
          <p:nvSpPr>
            <p:cNvPr id="20" name="Subtitle 2">
              <a:extLst>
                <a:ext uri="{FF2B5EF4-FFF2-40B4-BE49-F238E27FC236}">
                  <a16:creationId xmlns:a16="http://schemas.microsoft.com/office/drawing/2014/main" id="{DBDBEAF6-F7FF-316B-2036-1CF7499C02FB}"/>
                </a:ext>
              </a:extLst>
            </p:cNvPr>
            <p:cNvSpPr txBox="1">
              <a:spLocks/>
            </p:cNvSpPr>
            <p:nvPr/>
          </p:nvSpPr>
          <p:spPr>
            <a:xfrm>
              <a:off x="3746500" y="3387426"/>
              <a:ext cx="6387064" cy="837975"/>
            </a:xfrm>
            <a:prstGeom prst="rect">
              <a:avLst/>
            </a:prstGeom>
          </p:spPr>
          <p:txBody>
            <a:bodyPr vert="horz" wrap="square" lIns="0" tIns="0" rIns="0" bIns="0" rtlCol="0" anchor="ctr">
              <a:noAutofit/>
            </a:bodyPr>
            <a:lstStyle>
              <a:lvl1pPr marL="0" indent="0" algn="ctr" defTabSz="1087636" rtl="0" eaLnBrk="1" latinLnBrk="0" hangingPunct="1">
                <a:lnSpc>
                  <a:spcPct val="120000"/>
                </a:lnSpc>
                <a:spcBef>
                  <a:spcPct val="20000"/>
                </a:spcBef>
                <a:buFont typeface="Arial"/>
                <a:buNone/>
                <a:defRPr sz="2400" kern="1200">
                  <a:solidFill>
                    <a:srgbClr val="242852"/>
                  </a:solidFill>
                  <a:latin typeface="Arial"/>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rgbClr val="000000">
                      <a:tint val="75000"/>
                    </a:srgbClr>
                  </a:solidFill>
                  <a:latin typeface="Arial"/>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rgbClr val="000000">
                      <a:tint val="75000"/>
                    </a:srgbClr>
                  </a:solidFill>
                  <a:latin typeface="Arial"/>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rgbClr val="000000">
                      <a:tint val="75000"/>
                    </a:srgbClr>
                  </a:solidFill>
                  <a:latin typeface="Arial"/>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rgbClr val="000000">
                      <a:tint val="75000"/>
                    </a:srgbClr>
                  </a:solidFill>
                  <a:latin typeface="Arial"/>
                  <a:ea typeface="+mn-ea"/>
                  <a:cs typeface="Open Sans"/>
                </a:defRPr>
              </a:lvl5pPr>
              <a:lvl6pPr marL="5438184" indent="0" algn="ctr" defTabSz="1087636" rtl="0" eaLnBrk="1" latinLnBrk="0" hangingPunct="1">
                <a:spcBef>
                  <a:spcPct val="20000"/>
                </a:spcBef>
                <a:buFont typeface="Arial"/>
                <a:buNone/>
                <a:defRPr sz="4800" kern="1200">
                  <a:solidFill>
                    <a:srgbClr val="000000">
                      <a:tint val="75000"/>
                    </a:srgbClr>
                  </a:solidFill>
                  <a:latin typeface="Arial"/>
                  <a:ea typeface="+mn-ea"/>
                  <a:cs typeface="+mn-cs"/>
                </a:defRPr>
              </a:lvl6pPr>
              <a:lvl7pPr marL="6525820" indent="0" algn="ctr" defTabSz="1087636" rtl="0" eaLnBrk="1" latinLnBrk="0" hangingPunct="1">
                <a:spcBef>
                  <a:spcPct val="20000"/>
                </a:spcBef>
                <a:buFont typeface="Arial"/>
                <a:buNone/>
                <a:defRPr sz="4800" kern="1200">
                  <a:solidFill>
                    <a:srgbClr val="000000">
                      <a:tint val="75000"/>
                    </a:srgbClr>
                  </a:solidFill>
                  <a:latin typeface="Arial"/>
                  <a:ea typeface="+mn-ea"/>
                  <a:cs typeface="+mn-cs"/>
                </a:defRPr>
              </a:lvl7pPr>
              <a:lvl8pPr marL="7613455" indent="0" algn="ctr" defTabSz="1087636" rtl="0" eaLnBrk="1" latinLnBrk="0" hangingPunct="1">
                <a:spcBef>
                  <a:spcPct val="20000"/>
                </a:spcBef>
                <a:buFont typeface="Arial"/>
                <a:buNone/>
                <a:defRPr sz="4800" kern="1200">
                  <a:solidFill>
                    <a:srgbClr val="000000">
                      <a:tint val="75000"/>
                    </a:srgbClr>
                  </a:solidFill>
                  <a:latin typeface="Arial"/>
                  <a:ea typeface="+mn-ea"/>
                  <a:cs typeface="+mn-cs"/>
                </a:defRPr>
              </a:lvl8pPr>
              <a:lvl9pPr marL="8701091" indent="0" algn="ctr" defTabSz="1087636" rtl="0" eaLnBrk="1" latinLnBrk="0" hangingPunct="1">
                <a:spcBef>
                  <a:spcPct val="20000"/>
                </a:spcBef>
                <a:buFont typeface="Arial"/>
                <a:buNone/>
                <a:defRPr sz="4800" kern="1200">
                  <a:solidFill>
                    <a:srgbClr val="000000">
                      <a:tint val="75000"/>
                    </a:srgbClr>
                  </a:solidFill>
                  <a:latin typeface="Arial"/>
                  <a:ea typeface="+mn-ea"/>
                  <a:cs typeface="+mn-cs"/>
                </a:defRPr>
              </a:lvl9pPr>
            </a:lstStyle>
            <a:p>
              <a:pPr marR="0" lvl="0" algn="l" defTabSz="914400" fontAlgn="auto">
                <a:lnSpc>
                  <a:spcPct val="100000"/>
                </a:lnSpc>
                <a:spcBef>
                  <a:spcPts val="0"/>
                </a:spcBef>
                <a:spcAft>
                  <a:spcPts val="0"/>
                </a:spcAft>
                <a:buClr>
                  <a:srgbClr val="000000"/>
                </a:buClr>
                <a:buSzTx/>
                <a:tabLst/>
                <a:defRPr>
                  <a:latin typeface="Arial"/>
                </a:defRPr>
              </a:pPr>
              <a:r>
                <a:rPr lang="en-US" sz="1600" b="1" dirty="0">
                  <a:solidFill>
                    <a:srgbClr val="000000"/>
                  </a:solidFill>
                  <a:latin typeface="Arial"/>
                  <a:cs typeface="+mn-cs"/>
                  <a:sym typeface="Futura"/>
                </a:rPr>
                <a:t>Customer lock-in</a:t>
              </a:r>
            </a:p>
            <a:p>
              <a:pPr marL="0" marR="0" lvl="0" indent="0" algn="l" defTabSz="1087636" eaLnBrk="1" fontAlgn="auto" latinLnBrk="0" hangingPunct="1">
                <a:lnSpc>
                  <a:spcPct val="100000"/>
                </a:lnSpc>
                <a:spcBef>
                  <a:spcPts val="0"/>
                </a:spcBef>
                <a:spcAft>
                  <a:spcPts val="0"/>
                </a:spcAft>
                <a:buClrTx/>
                <a:buSzTx/>
                <a:buFont typeface="Arial"/>
                <a:buNone/>
                <a:tabLst/>
                <a:defRPr>
                  <a:latin typeface="Arial"/>
                </a:defRPr>
              </a:pPr>
              <a:r>
                <a:rPr kumimoji="0" lang="en-US" sz="1400" b="0" i="0" u="none" strike="noStrike" kern="1200" cap="none" spc="0" normalizeH="0" baseline="0" noProof="0" dirty="0">
                  <a:ln>
                    <a:noFill/>
                  </a:ln>
                  <a:solidFill>
                    <a:srgbClr val="000000"/>
                  </a:solidFill>
                  <a:effectLst/>
                  <a:uLnTx/>
                  <a:uFillTx/>
                  <a:latin typeface="Arial"/>
                  <a:ea typeface="Open Sans Light" panose="020B0306030504020204" pitchFamily="34" charset="0"/>
                  <a:cs typeface="Open Sans Light" panose="020B0306030504020204" pitchFamily="34" charset="0"/>
                </a:rPr>
                <a:t>Recipes are qualified tool by tool; switching costs a full node</a:t>
              </a:r>
            </a:p>
          </p:txBody>
        </p:sp>
        <p:sp>
          <p:nvSpPr>
            <p:cNvPr id="21" name="Subtitle 2">
              <a:extLst>
                <a:ext uri="{FF2B5EF4-FFF2-40B4-BE49-F238E27FC236}">
                  <a16:creationId xmlns:a16="http://schemas.microsoft.com/office/drawing/2014/main" id="{16655AB6-0964-3D25-0AEF-27D053AE6FF6}"/>
                </a:ext>
              </a:extLst>
            </p:cNvPr>
            <p:cNvSpPr txBox="1">
              <a:spLocks/>
            </p:cNvSpPr>
            <p:nvPr/>
          </p:nvSpPr>
          <p:spPr>
            <a:xfrm>
              <a:off x="3746500" y="4302471"/>
              <a:ext cx="6387064" cy="837975"/>
            </a:xfrm>
            <a:prstGeom prst="rect">
              <a:avLst/>
            </a:prstGeom>
          </p:spPr>
          <p:txBody>
            <a:bodyPr vert="horz" wrap="square" lIns="0" tIns="0" rIns="0" bIns="0" rtlCol="0" anchor="ctr">
              <a:noAutofit/>
            </a:bodyPr>
            <a:lstStyle>
              <a:lvl1pPr marL="0" indent="0" algn="ctr" defTabSz="1087636" rtl="0" eaLnBrk="1" latinLnBrk="0" hangingPunct="1">
                <a:lnSpc>
                  <a:spcPct val="120000"/>
                </a:lnSpc>
                <a:spcBef>
                  <a:spcPct val="20000"/>
                </a:spcBef>
                <a:buFont typeface="Arial"/>
                <a:buNone/>
                <a:defRPr sz="2400" kern="1200">
                  <a:solidFill>
                    <a:srgbClr val="242852"/>
                  </a:solidFill>
                  <a:latin typeface="Arial"/>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rgbClr val="000000">
                      <a:tint val="75000"/>
                    </a:srgbClr>
                  </a:solidFill>
                  <a:latin typeface="Arial"/>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rgbClr val="000000">
                      <a:tint val="75000"/>
                    </a:srgbClr>
                  </a:solidFill>
                  <a:latin typeface="Arial"/>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rgbClr val="000000">
                      <a:tint val="75000"/>
                    </a:srgbClr>
                  </a:solidFill>
                  <a:latin typeface="Arial"/>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rgbClr val="000000">
                      <a:tint val="75000"/>
                    </a:srgbClr>
                  </a:solidFill>
                  <a:latin typeface="Arial"/>
                  <a:ea typeface="+mn-ea"/>
                  <a:cs typeface="Open Sans"/>
                </a:defRPr>
              </a:lvl5pPr>
              <a:lvl6pPr marL="5438184" indent="0" algn="ctr" defTabSz="1087636" rtl="0" eaLnBrk="1" latinLnBrk="0" hangingPunct="1">
                <a:spcBef>
                  <a:spcPct val="20000"/>
                </a:spcBef>
                <a:buFont typeface="Arial"/>
                <a:buNone/>
                <a:defRPr sz="4800" kern="1200">
                  <a:solidFill>
                    <a:srgbClr val="000000">
                      <a:tint val="75000"/>
                    </a:srgbClr>
                  </a:solidFill>
                  <a:latin typeface="Arial"/>
                  <a:ea typeface="+mn-ea"/>
                  <a:cs typeface="+mn-cs"/>
                </a:defRPr>
              </a:lvl6pPr>
              <a:lvl7pPr marL="6525820" indent="0" algn="ctr" defTabSz="1087636" rtl="0" eaLnBrk="1" latinLnBrk="0" hangingPunct="1">
                <a:spcBef>
                  <a:spcPct val="20000"/>
                </a:spcBef>
                <a:buFont typeface="Arial"/>
                <a:buNone/>
                <a:defRPr sz="4800" kern="1200">
                  <a:solidFill>
                    <a:srgbClr val="000000">
                      <a:tint val="75000"/>
                    </a:srgbClr>
                  </a:solidFill>
                  <a:latin typeface="Arial"/>
                  <a:ea typeface="+mn-ea"/>
                  <a:cs typeface="+mn-cs"/>
                </a:defRPr>
              </a:lvl7pPr>
              <a:lvl8pPr marL="7613455" indent="0" algn="ctr" defTabSz="1087636" rtl="0" eaLnBrk="1" latinLnBrk="0" hangingPunct="1">
                <a:spcBef>
                  <a:spcPct val="20000"/>
                </a:spcBef>
                <a:buFont typeface="Arial"/>
                <a:buNone/>
                <a:defRPr sz="4800" kern="1200">
                  <a:solidFill>
                    <a:srgbClr val="000000">
                      <a:tint val="75000"/>
                    </a:srgbClr>
                  </a:solidFill>
                  <a:latin typeface="Arial"/>
                  <a:ea typeface="+mn-ea"/>
                  <a:cs typeface="+mn-cs"/>
                </a:defRPr>
              </a:lvl8pPr>
              <a:lvl9pPr marL="8701091" indent="0" algn="ctr" defTabSz="1087636" rtl="0" eaLnBrk="1" latinLnBrk="0" hangingPunct="1">
                <a:spcBef>
                  <a:spcPct val="20000"/>
                </a:spcBef>
                <a:buFont typeface="Arial"/>
                <a:buNone/>
                <a:defRPr sz="4800" kern="1200">
                  <a:solidFill>
                    <a:srgbClr val="000000">
                      <a:tint val="75000"/>
                    </a:srgbClr>
                  </a:solidFill>
                  <a:latin typeface="Arial"/>
                  <a:ea typeface="+mn-ea"/>
                  <a:cs typeface="+mn-cs"/>
                </a:defRPr>
              </a:lvl9pPr>
            </a:lstStyle>
            <a:p>
              <a:pPr marR="0" lvl="0" algn="l" defTabSz="914400" fontAlgn="auto">
                <a:lnSpc>
                  <a:spcPct val="100000"/>
                </a:lnSpc>
                <a:spcBef>
                  <a:spcPts val="0"/>
                </a:spcBef>
                <a:spcAft>
                  <a:spcPts val="0"/>
                </a:spcAft>
                <a:buClr>
                  <a:srgbClr val="000000"/>
                </a:buClr>
                <a:buSzTx/>
                <a:tabLst/>
                <a:defRPr>
                  <a:latin typeface="Arial"/>
                </a:defRPr>
              </a:pPr>
              <a:r>
                <a:rPr lang="en-US" sz="1600" b="1" dirty="0">
                  <a:solidFill>
                    <a:srgbClr val="000000"/>
                  </a:solidFill>
                  <a:latin typeface="Arial"/>
                  <a:cs typeface="+mn-cs"/>
                  <a:sym typeface="Futura"/>
                </a:rPr>
                <a:t>Data</a:t>
              </a:r>
            </a:p>
            <a:p>
              <a:pPr marL="0" marR="0" lvl="0" indent="0" algn="l" defTabSz="1087636" eaLnBrk="1" fontAlgn="auto" latinLnBrk="0" hangingPunct="1">
                <a:lnSpc>
                  <a:spcPct val="100000"/>
                </a:lnSpc>
                <a:spcBef>
                  <a:spcPts val="0"/>
                </a:spcBef>
                <a:spcAft>
                  <a:spcPts val="0"/>
                </a:spcAft>
                <a:buClrTx/>
                <a:buSzTx/>
                <a:buFont typeface="Arial"/>
                <a:buNone/>
                <a:tabLst/>
                <a:defRPr>
                  <a:latin typeface="Arial"/>
                </a:defRPr>
              </a:pPr>
              <a:r>
                <a:rPr kumimoji="0" lang="en-US" sz="1400" b="0" i="0" u="none" strike="noStrike" kern="1200" cap="none" spc="0" normalizeH="0" baseline="0" noProof="0" dirty="0">
                  <a:ln>
                    <a:noFill/>
                  </a:ln>
                  <a:solidFill>
                    <a:srgbClr val="000000"/>
                  </a:solidFill>
                  <a:effectLst/>
                  <a:uLnTx/>
                  <a:uFillTx/>
                  <a:latin typeface="Arial"/>
                  <a:ea typeface="Open Sans Light" panose="020B0306030504020204" pitchFamily="34" charset="0"/>
                  <a:cs typeface="Open Sans Light" panose="020B0306030504020204" pitchFamily="34" charset="0"/>
                </a:rPr>
                <a:t>Defect libraries improve with every wafer inspected</a:t>
              </a:r>
            </a:p>
          </p:txBody>
        </p:sp>
        <p:sp>
          <p:nvSpPr>
            <p:cNvPr id="22" name="Subtitle 2">
              <a:extLst>
                <a:ext uri="{FF2B5EF4-FFF2-40B4-BE49-F238E27FC236}">
                  <a16:creationId xmlns:a16="http://schemas.microsoft.com/office/drawing/2014/main" id="{916FED0A-DDD9-3259-3957-52D729DE1247}"/>
                </a:ext>
              </a:extLst>
            </p:cNvPr>
            <p:cNvSpPr txBox="1">
              <a:spLocks/>
            </p:cNvSpPr>
            <p:nvPr/>
          </p:nvSpPr>
          <p:spPr>
            <a:xfrm>
              <a:off x="3746500" y="5219632"/>
              <a:ext cx="6387064" cy="837975"/>
            </a:xfrm>
            <a:prstGeom prst="rect">
              <a:avLst/>
            </a:prstGeom>
          </p:spPr>
          <p:txBody>
            <a:bodyPr vert="horz" wrap="square" lIns="0" tIns="0" rIns="0" bIns="0" rtlCol="0" anchor="ctr">
              <a:noAutofit/>
            </a:bodyPr>
            <a:lstStyle>
              <a:lvl1pPr marL="0" indent="0" algn="ctr" defTabSz="1087636" rtl="0" eaLnBrk="1" latinLnBrk="0" hangingPunct="1">
                <a:lnSpc>
                  <a:spcPct val="120000"/>
                </a:lnSpc>
                <a:spcBef>
                  <a:spcPct val="20000"/>
                </a:spcBef>
                <a:buFont typeface="Arial"/>
                <a:buNone/>
                <a:defRPr sz="2400" kern="1200">
                  <a:solidFill>
                    <a:srgbClr val="242852"/>
                  </a:solidFill>
                  <a:latin typeface="Arial"/>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rgbClr val="000000">
                      <a:tint val="75000"/>
                    </a:srgbClr>
                  </a:solidFill>
                  <a:latin typeface="Arial"/>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rgbClr val="000000">
                      <a:tint val="75000"/>
                    </a:srgbClr>
                  </a:solidFill>
                  <a:latin typeface="Arial"/>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rgbClr val="000000">
                      <a:tint val="75000"/>
                    </a:srgbClr>
                  </a:solidFill>
                  <a:latin typeface="Arial"/>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rgbClr val="000000">
                      <a:tint val="75000"/>
                    </a:srgbClr>
                  </a:solidFill>
                  <a:latin typeface="Arial"/>
                  <a:ea typeface="+mn-ea"/>
                  <a:cs typeface="Open Sans"/>
                </a:defRPr>
              </a:lvl5pPr>
              <a:lvl6pPr marL="5438184" indent="0" algn="ctr" defTabSz="1087636" rtl="0" eaLnBrk="1" latinLnBrk="0" hangingPunct="1">
                <a:spcBef>
                  <a:spcPct val="20000"/>
                </a:spcBef>
                <a:buFont typeface="Arial"/>
                <a:buNone/>
                <a:defRPr sz="4800" kern="1200">
                  <a:solidFill>
                    <a:srgbClr val="000000">
                      <a:tint val="75000"/>
                    </a:srgbClr>
                  </a:solidFill>
                  <a:latin typeface="Arial"/>
                  <a:ea typeface="+mn-ea"/>
                  <a:cs typeface="+mn-cs"/>
                </a:defRPr>
              </a:lvl6pPr>
              <a:lvl7pPr marL="6525820" indent="0" algn="ctr" defTabSz="1087636" rtl="0" eaLnBrk="1" latinLnBrk="0" hangingPunct="1">
                <a:spcBef>
                  <a:spcPct val="20000"/>
                </a:spcBef>
                <a:buFont typeface="Arial"/>
                <a:buNone/>
                <a:defRPr sz="4800" kern="1200">
                  <a:solidFill>
                    <a:srgbClr val="000000">
                      <a:tint val="75000"/>
                    </a:srgbClr>
                  </a:solidFill>
                  <a:latin typeface="Arial"/>
                  <a:ea typeface="+mn-ea"/>
                  <a:cs typeface="+mn-cs"/>
                </a:defRPr>
              </a:lvl7pPr>
              <a:lvl8pPr marL="7613455" indent="0" algn="ctr" defTabSz="1087636" rtl="0" eaLnBrk="1" latinLnBrk="0" hangingPunct="1">
                <a:spcBef>
                  <a:spcPct val="20000"/>
                </a:spcBef>
                <a:buFont typeface="Arial"/>
                <a:buNone/>
                <a:defRPr sz="4800" kern="1200">
                  <a:solidFill>
                    <a:srgbClr val="000000">
                      <a:tint val="75000"/>
                    </a:srgbClr>
                  </a:solidFill>
                  <a:latin typeface="Arial"/>
                  <a:ea typeface="+mn-ea"/>
                  <a:cs typeface="+mn-cs"/>
                </a:defRPr>
              </a:lvl8pPr>
              <a:lvl9pPr marL="8701091" indent="0" algn="ctr" defTabSz="1087636" rtl="0" eaLnBrk="1" latinLnBrk="0" hangingPunct="1">
                <a:spcBef>
                  <a:spcPct val="20000"/>
                </a:spcBef>
                <a:buFont typeface="Arial"/>
                <a:buNone/>
                <a:defRPr sz="4800" kern="1200">
                  <a:solidFill>
                    <a:srgbClr val="000000">
                      <a:tint val="75000"/>
                    </a:srgbClr>
                  </a:solidFill>
                  <a:latin typeface="Arial"/>
                  <a:ea typeface="+mn-ea"/>
                  <a:cs typeface="+mn-cs"/>
                </a:defRPr>
              </a:lvl9pPr>
            </a:lstStyle>
            <a:p>
              <a:pPr marR="0" lvl="0" algn="l" defTabSz="914400" fontAlgn="auto">
                <a:lnSpc>
                  <a:spcPct val="100000"/>
                </a:lnSpc>
                <a:spcBef>
                  <a:spcPts val="0"/>
                </a:spcBef>
                <a:spcAft>
                  <a:spcPts val="0"/>
                </a:spcAft>
                <a:buClr>
                  <a:srgbClr val="000000"/>
                </a:buClr>
                <a:buSzTx/>
                <a:tabLst/>
                <a:defRPr>
                  <a:latin typeface="Arial"/>
                </a:defRPr>
              </a:pPr>
              <a:r>
                <a:rPr lang="en-US" sz="1600" b="1" dirty="0">
                  <a:solidFill>
                    <a:srgbClr val="000000"/>
                  </a:solidFill>
                  <a:latin typeface="Arial"/>
                  <a:cs typeface="+mn-cs"/>
                  <a:sym typeface="Futura"/>
                </a:rPr>
                <a:t>R&amp;D scale</a:t>
              </a:r>
            </a:p>
            <a:p>
              <a:pPr marL="0" marR="0" lvl="0" indent="0" algn="l" defTabSz="1087636" eaLnBrk="1" fontAlgn="auto" latinLnBrk="0" hangingPunct="1">
                <a:lnSpc>
                  <a:spcPct val="100000"/>
                </a:lnSpc>
                <a:spcBef>
                  <a:spcPts val="0"/>
                </a:spcBef>
                <a:spcAft>
                  <a:spcPts val="0"/>
                </a:spcAft>
                <a:buClrTx/>
                <a:buSzTx/>
                <a:buFont typeface="Arial"/>
                <a:buNone/>
                <a:tabLst/>
                <a:defRPr>
                  <a:latin typeface="Arial"/>
                </a:defRPr>
              </a:pPr>
              <a:r>
                <a:rPr kumimoji="0" lang="en-US" sz="1400" b="0" i="0" u="none" strike="noStrike" kern="1200" cap="none" spc="0" normalizeH="0" baseline="0" noProof="0" dirty="0">
                  <a:ln>
                    <a:noFill/>
                  </a:ln>
                  <a:solidFill>
                    <a:srgbClr val="000000"/>
                  </a:solidFill>
                  <a:effectLst/>
                  <a:uLnTx/>
                  <a:uFillTx/>
                  <a:latin typeface="Arial"/>
                  <a:ea typeface="Open Sans Light" panose="020B0306030504020204" pitchFamily="34" charset="0"/>
                  <a:cs typeface="Open Sans Light" panose="020B0306030504020204" pitchFamily="34" charset="0"/>
                </a:rPr>
                <a:t>$1.5bn a year, more than the next three peers combined</a:t>
              </a:r>
            </a:p>
          </p:txBody>
        </p:sp>
        <p:pic>
          <p:nvPicPr>
            <p:cNvPr id="23" name="Grafik 50">
              <a:extLst>
                <a:ext uri="{FF2B5EF4-FFF2-40B4-BE49-F238E27FC236}">
                  <a16:creationId xmlns:a16="http://schemas.microsoft.com/office/drawing/2014/main" id="{BA6A3F98-0802-AAF7-8204-DED92479736B}"/>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111013" y="5289419"/>
              <a:ext cx="698400" cy="698400"/>
            </a:xfrm>
            <a:prstGeom prst="rect">
              <a:avLst/>
            </a:prstGeom>
          </p:spPr>
        </p:pic>
        <p:pic>
          <p:nvPicPr>
            <p:cNvPr id="24" name="Grafik 52">
              <a:extLst>
                <a:ext uri="{FF2B5EF4-FFF2-40B4-BE49-F238E27FC236}">
                  <a16:creationId xmlns:a16="http://schemas.microsoft.com/office/drawing/2014/main" id="{B0805A0F-242C-846D-DB7B-98CA32DC9DB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111013" y="4373847"/>
              <a:ext cx="698400" cy="698400"/>
            </a:xfrm>
            <a:prstGeom prst="rect">
              <a:avLst/>
            </a:prstGeom>
          </p:spPr>
        </p:pic>
        <p:pic>
          <p:nvPicPr>
            <p:cNvPr id="25" name="Grafik 54">
              <a:extLst>
                <a:ext uri="{FF2B5EF4-FFF2-40B4-BE49-F238E27FC236}">
                  <a16:creationId xmlns:a16="http://schemas.microsoft.com/office/drawing/2014/main" id="{A26951B5-670D-1AF1-32B3-C25A6D31525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111013" y="3458273"/>
              <a:ext cx="698400" cy="698400"/>
            </a:xfrm>
            <a:prstGeom prst="rect">
              <a:avLst/>
            </a:prstGeom>
          </p:spPr>
        </p:pic>
        <p:pic>
          <p:nvPicPr>
            <p:cNvPr id="26" name="Grafik 56">
              <a:extLst>
                <a:ext uri="{FF2B5EF4-FFF2-40B4-BE49-F238E27FC236}">
                  <a16:creationId xmlns:a16="http://schemas.microsoft.com/office/drawing/2014/main" id="{FF45EE80-6469-BDAE-8E80-52FA565041F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111013" y="2542699"/>
              <a:ext cx="698400" cy="698400"/>
            </a:xfrm>
            <a:prstGeom prst="rect">
              <a:avLst/>
            </a:prstGeom>
          </p:spPr>
        </p:pic>
        <p:pic>
          <p:nvPicPr>
            <p:cNvPr id="27" name="Grafik 58">
              <a:extLst>
                <a:ext uri="{FF2B5EF4-FFF2-40B4-BE49-F238E27FC236}">
                  <a16:creationId xmlns:a16="http://schemas.microsoft.com/office/drawing/2014/main" id="{4939394B-7E99-F3F0-B7B6-F591B87E937E}"/>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111013" y="1627125"/>
              <a:ext cx="698400" cy="698400"/>
            </a:xfrm>
            <a:prstGeom prst="rect">
              <a:avLst/>
            </a:prstGeom>
          </p:spPr>
        </p:pic>
        <p:sp>
          <p:nvSpPr>
            <p:cNvPr id="28" name="Subtitle 2">
              <a:extLst>
                <a:ext uri="{FF2B5EF4-FFF2-40B4-BE49-F238E27FC236}">
                  <a16:creationId xmlns:a16="http://schemas.microsoft.com/office/drawing/2014/main" id="{D377B035-A7CC-EEAD-C6E5-68D37669BE75}"/>
                </a:ext>
              </a:extLst>
            </p:cNvPr>
            <p:cNvSpPr txBox="1">
              <a:spLocks/>
            </p:cNvSpPr>
            <p:nvPr/>
          </p:nvSpPr>
          <p:spPr>
            <a:xfrm>
              <a:off x="3168337" y="2109330"/>
              <a:ext cx="419555" cy="246221"/>
            </a:xfrm>
            <a:prstGeom prst="rect">
              <a:avLst/>
            </a:prstGeom>
          </p:spPr>
          <p:txBody>
            <a:bodyPr vert="horz" wrap="square" lIns="0" tIns="0" rIns="0" bIns="0" rtlCol="0" anchor="b">
              <a:spAutoFit/>
            </a:bodyPr>
            <a:lstStyle>
              <a:lvl1pPr marL="0" indent="0" algn="ctr" defTabSz="1087636" rtl="0" eaLnBrk="1" latinLnBrk="0" hangingPunct="1">
                <a:lnSpc>
                  <a:spcPct val="120000"/>
                </a:lnSpc>
                <a:spcBef>
                  <a:spcPct val="20000"/>
                </a:spcBef>
                <a:buFont typeface="Arial"/>
                <a:buNone/>
                <a:defRPr sz="2400" kern="1200">
                  <a:solidFill>
                    <a:srgbClr val="242852"/>
                  </a:solidFill>
                  <a:latin typeface="Arial"/>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rgbClr val="000000">
                      <a:tint val="75000"/>
                    </a:srgbClr>
                  </a:solidFill>
                  <a:latin typeface="Arial"/>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rgbClr val="000000">
                      <a:tint val="75000"/>
                    </a:srgbClr>
                  </a:solidFill>
                  <a:latin typeface="Arial"/>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rgbClr val="000000">
                      <a:tint val="75000"/>
                    </a:srgbClr>
                  </a:solidFill>
                  <a:latin typeface="Arial"/>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rgbClr val="000000">
                      <a:tint val="75000"/>
                    </a:srgbClr>
                  </a:solidFill>
                  <a:latin typeface="Arial"/>
                  <a:ea typeface="+mn-ea"/>
                  <a:cs typeface="Open Sans"/>
                </a:defRPr>
              </a:lvl5pPr>
              <a:lvl6pPr marL="5438184" indent="0" algn="ctr" defTabSz="1087636" rtl="0" eaLnBrk="1" latinLnBrk="0" hangingPunct="1">
                <a:spcBef>
                  <a:spcPct val="20000"/>
                </a:spcBef>
                <a:buFont typeface="Arial"/>
                <a:buNone/>
                <a:defRPr sz="4800" kern="1200">
                  <a:solidFill>
                    <a:srgbClr val="000000">
                      <a:tint val="75000"/>
                    </a:srgbClr>
                  </a:solidFill>
                  <a:latin typeface="Arial"/>
                  <a:ea typeface="+mn-ea"/>
                  <a:cs typeface="+mn-cs"/>
                </a:defRPr>
              </a:lvl6pPr>
              <a:lvl7pPr marL="6525820" indent="0" algn="ctr" defTabSz="1087636" rtl="0" eaLnBrk="1" latinLnBrk="0" hangingPunct="1">
                <a:spcBef>
                  <a:spcPct val="20000"/>
                </a:spcBef>
                <a:buFont typeface="Arial"/>
                <a:buNone/>
                <a:defRPr sz="4800" kern="1200">
                  <a:solidFill>
                    <a:srgbClr val="000000">
                      <a:tint val="75000"/>
                    </a:srgbClr>
                  </a:solidFill>
                  <a:latin typeface="Arial"/>
                  <a:ea typeface="+mn-ea"/>
                  <a:cs typeface="+mn-cs"/>
                </a:defRPr>
              </a:lvl7pPr>
              <a:lvl8pPr marL="7613455" indent="0" algn="ctr" defTabSz="1087636" rtl="0" eaLnBrk="1" latinLnBrk="0" hangingPunct="1">
                <a:spcBef>
                  <a:spcPct val="20000"/>
                </a:spcBef>
                <a:buFont typeface="Arial"/>
                <a:buNone/>
                <a:defRPr sz="4800" kern="1200">
                  <a:solidFill>
                    <a:srgbClr val="000000">
                      <a:tint val="75000"/>
                    </a:srgbClr>
                  </a:solidFill>
                  <a:latin typeface="Arial"/>
                  <a:ea typeface="+mn-ea"/>
                  <a:cs typeface="+mn-cs"/>
                </a:defRPr>
              </a:lvl8pPr>
              <a:lvl9pPr marL="8701091" indent="0" algn="ctr" defTabSz="1087636" rtl="0" eaLnBrk="1" latinLnBrk="0" hangingPunct="1">
                <a:spcBef>
                  <a:spcPct val="20000"/>
                </a:spcBef>
                <a:buFont typeface="Arial"/>
                <a:buNone/>
                <a:defRPr sz="4800" kern="1200">
                  <a:solidFill>
                    <a:srgbClr val="000000">
                      <a:tint val="75000"/>
                    </a:srgbClr>
                  </a:solidFill>
                  <a:latin typeface="Arial"/>
                  <a:ea typeface="+mn-ea"/>
                  <a:cs typeface="+mn-cs"/>
                </a:defRPr>
              </a:lvl9pPr>
            </a:lstStyle>
            <a:p>
              <a:pPr marR="0" lvl="0" algn="r" defTabSz="914400" fontAlgn="auto">
                <a:lnSpc>
                  <a:spcPct val="100000"/>
                </a:lnSpc>
                <a:spcBef>
                  <a:spcPts val="0"/>
                </a:spcBef>
                <a:spcAft>
                  <a:spcPts val="0"/>
                </a:spcAft>
                <a:buClr>
                  <a:srgbClr val="000000"/>
                </a:buClr>
                <a:buSzTx/>
                <a:tabLst/>
                <a:defRPr>
                  <a:latin typeface="Arial"/>
                </a:defRPr>
              </a:pPr>
              <a:r>
                <a:rPr lang="en-US" sz="1600" b="1">
                  <a:solidFill>
                    <a:srgbClr val="FFFFFF"/>
                  </a:solidFill>
                  <a:latin typeface="Arial"/>
                  <a:cs typeface="+mn-cs"/>
                  <a:sym typeface="Futura"/>
                </a:rPr>
                <a:t>01.</a:t>
              </a:r>
              <a:endParaRPr kumimoji="0" lang="en-US" sz="1400" b="0" i="0" u="none" strike="noStrike" kern="1200" cap="none" spc="0" normalizeH="0" baseline="0" noProof="0">
                <a:ln>
                  <a:noFill/>
                </a:ln>
                <a:solidFill>
                  <a:srgbClr val="FFFFFF"/>
                </a:solidFill>
                <a:effectLst/>
                <a:uLnTx/>
                <a:uFillTx/>
                <a:latin typeface="Arial"/>
                <a:ea typeface="Open Sans Light" panose="020B0306030504020204" pitchFamily="34" charset="0"/>
                <a:cs typeface="+mn-cs"/>
              </a:endParaRPr>
            </a:p>
          </p:txBody>
        </p:sp>
        <p:sp>
          <p:nvSpPr>
            <p:cNvPr id="29" name="Subtitle 2">
              <a:extLst>
                <a:ext uri="{FF2B5EF4-FFF2-40B4-BE49-F238E27FC236}">
                  <a16:creationId xmlns:a16="http://schemas.microsoft.com/office/drawing/2014/main" id="{AAA2080F-A0FC-EC6F-5BE4-FF8E8FB0DAED}"/>
                </a:ext>
              </a:extLst>
            </p:cNvPr>
            <p:cNvSpPr txBox="1">
              <a:spLocks/>
            </p:cNvSpPr>
            <p:nvPr/>
          </p:nvSpPr>
          <p:spPr>
            <a:xfrm>
              <a:off x="3168337" y="5764054"/>
              <a:ext cx="419555" cy="246221"/>
            </a:xfrm>
            <a:prstGeom prst="rect">
              <a:avLst/>
            </a:prstGeom>
          </p:spPr>
          <p:txBody>
            <a:bodyPr vert="horz" wrap="square" lIns="0" tIns="0" rIns="0" bIns="0" rtlCol="0" anchor="b">
              <a:spAutoFit/>
            </a:bodyPr>
            <a:lstStyle>
              <a:lvl1pPr marL="0" indent="0" algn="ctr" defTabSz="1087636" rtl="0" eaLnBrk="1" latinLnBrk="0" hangingPunct="1">
                <a:lnSpc>
                  <a:spcPct val="120000"/>
                </a:lnSpc>
                <a:spcBef>
                  <a:spcPct val="20000"/>
                </a:spcBef>
                <a:buFont typeface="Arial"/>
                <a:buNone/>
                <a:defRPr sz="2400" kern="1200">
                  <a:solidFill>
                    <a:srgbClr val="242852"/>
                  </a:solidFill>
                  <a:latin typeface="Arial"/>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rgbClr val="000000">
                      <a:tint val="75000"/>
                    </a:srgbClr>
                  </a:solidFill>
                  <a:latin typeface="Arial"/>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rgbClr val="000000">
                      <a:tint val="75000"/>
                    </a:srgbClr>
                  </a:solidFill>
                  <a:latin typeface="Arial"/>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rgbClr val="000000">
                      <a:tint val="75000"/>
                    </a:srgbClr>
                  </a:solidFill>
                  <a:latin typeface="Arial"/>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rgbClr val="000000">
                      <a:tint val="75000"/>
                    </a:srgbClr>
                  </a:solidFill>
                  <a:latin typeface="Arial"/>
                  <a:ea typeface="+mn-ea"/>
                  <a:cs typeface="Open Sans"/>
                </a:defRPr>
              </a:lvl5pPr>
              <a:lvl6pPr marL="5438184" indent="0" algn="ctr" defTabSz="1087636" rtl="0" eaLnBrk="1" latinLnBrk="0" hangingPunct="1">
                <a:spcBef>
                  <a:spcPct val="20000"/>
                </a:spcBef>
                <a:buFont typeface="Arial"/>
                <a:buNone/>
                <a:defRPr sz="4800" kern="1200">
                  <a:solidFill>
                    <a:srgbClr val="000000">
                      <a:tint val="75000"/>
                    </a:srgbClr>
                  </a:solidFill>
                  <a:latin typeface="Arial"/>
                  <a:ea typeface="+mn-ea"/>
                  <a:cs typeface="+mn-cs"/>
                </a:defRPr>
              </a:lvl6pPr>
              <a:lvl7pPr marL="6525820" indent="0" algn="ctr" defTabSz="1087636" rtl="0" eaLnBrk="1" latinLnBrk="0" hangingPunct="1">
                <a:spcBef>
                  <a:spcPct val="20000"/>
                </a:spcBef>
                <a:buFont typeface="Arial"/>
                <a:buNone/>
                <a:defRPr sz="4800" kern="1200">
                  <a:solidFill>
                    <a:srgbClr val="000000">
                      <a:tint val="75000"/>
                    </a:srgbClr>
                  </a:solidFill>
                  <a:latin typeface="Arial"/>
                  <a:ea typeface="+mn-ea"/>
                  <a:cs typeface="+mn-cs"/>
                </a:defRPr>
              </a:lvl7pPr>
              <a:lvl8pPr marL="7613455" indent="0" algn="ctr" defTabSz="1087636" rtl="0" eaLnBrk="1" latinLnBrk="0" hangingPunct="1">
                <a:spcBef>
                  <a:spcPct val="20000"/>
                </a:spcBef>
                <a:buFont typeface="Arial"/>
                <a:buNone/>
                <a:defRPr sz="4800" kern="1200">
                  <a:solidFill>
                    <a:srgbClr val="000000">
                      <a:tint val="75000"/>
                    </a:srgbClr>
                  </a:solidFill>
                  <a:latin typeface="Arial"/>
                  <a:ea typeface="+mn-ea"/>
                  <a:cs typeface="+mn-cs"/>
                </a:defRPr>
              </a:lvl8pPr>
              <a:lvl9pPr marL="8701091" indent="0" algn="ctr" defTabSz="1087636" rtl="0" eaLnBrk="1" latinLnBrk="0" hangingPunct="1">
                <a:spcBef>
                  <a:spcPct val="20000"/>
                </a:spcBef>
                <a:buFont typeface="Arial"/>
                <a:buNone/>
                <a:defRPr sz="4800" kern="1200">
                  <a:solidFill>
                    <a:srgbClr val="000000">
                      <a:tint val="75000"/>
                    </a:srgbClr>
                  </a:solidFill>
                  <a:latin typeface="Arial"/>
                  <a:ea typeface="+mn-ea"/>
                  <a:cs typeface="+mn-cs"/>
                </a:defRPr>
              </a:lvl9pPr>
            </a:lstStyle>
            <a:p>
              <a:pPr marR="0" lvl="0" algn="r" defTabSz="914400" fontAlgn="auto">
                <a:lnSpc>
                  <a:spcPct val="100000"/>
                </a:lnSpc>
                <a:spcBef>
                  <a:spcPts val="0"/>
                </a:spcBef>
                <a:spcAft>
                  <a:spcPts val="0"/>
                </a:spcAft>
                <a:buClr>
                  <a:srgbClr val="000000"/>
                </a:buClr>
                <a:buSzTx/>
                <a:tabLst/>
                <a:defRPr>
                  <a:latin typeface="Arial"/>
                </a:defRPr>
              </a:pPr>
              <a:r>
                <a:rPr lang="en-US" sz="1600" b="1">
                  <a:solidFill>
                    <a:srgbClr val="000000"/>
                  </a:solidFill>
                  <a:latin typeface="Arial"/>
                  <a:cs typeface="+mn-cs"/>
                  <a:sym typeface="Futura"/>
                </a:rPr>
                <a:t>05.</a:t>
              </a:r>
              <a:endParaRPr kumimoji="0" lang="en-US" sz="1400" b="0" i="0" u="none" strike="noStrike" kern="1200" cap="none" spc="0" normalizeH="0" baseline="0" noProof="0">
                <a:ln>
                  <a:noFill/>
                </a:ln>
                <a:solidFill>
                  <a:srgbClr val="000000"/>
                </a:solidFill>
                <a:effectLst/>
                <a:uLnTx/>
                <a:uFillTx/>
                <a:latin typeface="Arial"/>
                <a:ea typeface="Open Sans Light" panose="020B0306030504020204" pitchFamily="34" charset="0"/>
                <a:cs typeface="+mn-cs"/>
              </a:endParaRPr>
            </a:p>
          </p:txBody>
        </p:sp>
        <p:sp>
          <p:nvSpPr>
            <p:cNvPr id="30" name="Subtitle 2">
              <a:extLst>
                <a:ext uri="{FF2B5EF4-FFF2-40B4-BE49-F238E27FC236}">
                  <a16:creationId xmlns:a16="http://schemas.microsoft.com/office/drawing/2014/main" id="{623594CF-4B7C-FF39-12C8-40357BCD17E8}"/>
                </a:ext>
              </a:extLst>
            </p:cNvPr>
            <p:cNvSpPr txBox="1">
              <a:spLocks/>
            </p:cNvSpPr>
            <p:nvPr/>
          </p:nvSpPr>
          <p:spPr>
            <a:xfrm>
              <a:off x="3168337" y="4850373"/>
              <a:ext cx="419555" cy="246221"/>
            </a:xfrm>
            <a:prstGeom prst="rect">
              <a:avLst/>
            </a:prstGeom>
          </p:spPr>
          <p:txBody>
            <a:bodyPr vert="horz" wrap="square" lIns="0" tIns="0" rIns="0" bIns="0" rtlCol="0" anchor="b">
              <a:spAutoFit/>
            </a:bodyPr>
            <a:lstStyle>
              <a:lvl1pPr marL="0" indent="0" algn="ctr" defTabSz="1087636" rtl="0" eaLnBrk="1" latinLnBrk="0" hangingPunct="1">
                <a:lnSpc>
                  <a:spcPct val="120000"/>
                </a:lnSpc>
                <a:spcBef>
                  <a:spcPct val="20000"/>
                </a:spcBef>
                <a:buFont typeface="Arial"/>
                <a:buNone/>
                <a:defRPr sz="2400" kern="1200">
                  <a:solidFill>
                    <a:srgbClr val="242852"/>
                  </a:solidFill>
                  <a:latin typeface="Arial"/>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rgbClr val="000000">
                      <a:tint val="75000"/>
                    </a:srgbClr>
                  </a:solidFill>
                  <a:latin typeface="Arial"/>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rgbClr val="000000">
                      <a:tint val="75000"/>
                    </a:srgbClr>
                  </a:solidFill>
                  <a:latin typeface="Arial"/>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rgbClr val="000000">
                      <a:tint val="75000"/>
                    </a:srgbClr>
                  </a:solidFill>
                  <a:latin typeface="Arial"/>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rgbClr val="000000">
                      <a:tint val="75000"/>
                    </a:srgbClr>
                  </a:solidFill>
                  <a:latin typeface="Arial"/>
                  <a:ea typeface="+mn-ea"/>
                  <a:cs typeface="Open Sans"/>
                </a:defRPr>
              </a:lvl5pPr>
              <a:lvl6pPr marL="5438184" indent="0" algn="ctr" defTabSz="1087636" rtl="0" eaLnBrk="1" latinLnBrk="0" hangingPunct="1">
                <a:spcBef>
                  <a:spcPct val="20000"/>
                </a:spcBef>
                <a:buFont typeface="Arial"/>
                <a:buNone/>
                <a:defRPr sz="4800" kern="1200">
                  <a:solidFill>
                    <a:srgbClr val="000000">
                      <a:tint val="75000"/>
                    </a:srgbClr>
                  </a:solidFill>
                  <a:latin typeface="Arial"/>
                  <a:ea typeface="+mn-ea"/>
                  <a:cs typeface="+mn-cs"/>
                </a:defRPr>
              </a:lvl6pPr>
              <a:lvl7pPr marL="6525820" indent="0" algn="ctr" defTabSz="1087636" rtl="0" eaLnBrk="1" latinLnBrk="0" hangingPunct="1">
                <a:spcBef>
                  <a:spcPct val="20000"/>
                </a:spcBef>
                <a:buFont typeface="Arial"/>
                <a:buNone/>
                <a:defRPr sz="4800" kern="1200">
                  <a:solidFill>
                    <a:srgbClr val="000000">
                      <a:tint val="75000"/>
                    </a:srgbClr>
                  </a:solidFill>
                  <a:latin typeface="Arial"/>
                  <a:ea typeface="+mn-ea"/>
                  <a:cs typeface="+mn-cs"/>
                </a:defRPr>
              </a:lvl7pPr>
              <a:lvl8pPr marL="7613455" indent="0" algn="ctr" defTabSz="1087636" rtl="0" eaLnBrk="1" latinLnBrk="0" hangingPunct="1">
                <a:spcBef>
                  <a:spcPct val="20000"/>
                </a:spcBef>
                <a:buFont typeface="Arial"/>
                <a:buNone/>
                <a:defRPr sz="4800" kern="1200">
                  <a:solidFill>
                    <a:srgbClr val="000000">
                      <a:tint val="75000"/>
                    </a:srgbClr>
                  </a:solidFill>
                  <a:latin typeface="Arial"/>
                  <a:ea typeface="+mn-ea"/>
                  <a:cs typeface="+mn-cs"/>
                </a:defRPr>
              </a:lvl8pPr>
              <a:lvl9pPr marL="8701091" indent="0" algn="ctr" defTabSz="1087636" rtl="0" eaLnBrk="1" latinLnBrk="0" hangingPunct="1">
                <a:spcBef>
                  <a:spcPct val="20000"/>
                </a:spcBef>
                <a:buFont typeface="Arial"/>
                <a:buNone/>
                <a:defRPr sz="4800" kern="1200">
                  <a:solidFill>
                    <a:srgbClr val="000000">
                      <a:tint val="75000"/>
                    </a:srgbClr>
                  </a:solidFill>
                  <a:latin typeface="Arial"/>
                  <a:ea typeface="+mn-ea"/>
                  <a:cs typeface="+mn-cs"/>
                </a:defRPr>
              </a:lvl9pPr>
            </a:lstStyle>
            <a:p>
              <a:pPr marR="0" lvl="0" algn="r" defTabSz="914400" fontAlgn="auto">
                <a:lnSpc>
                  <a:spcPct val="100000"/>
                </a:lnSpc>
                <a:spcBef>
                  <a:spcPts val="0"/>
                </a:spcBef>
                <a:spcAft>
                  <a:spcPts val="0"/>
                </a:spcAft>
                <a:buClr>
                  <a:srgbClr val="000000"/>
                </a:buClr>
                <a:buSzTx/>
                <a:tabLst/>
                <a:defRPr>
                  <a:latin typeface="Arial"/>
                </a:defRPr>
              </a:pPr>
              <a:r>
                <a:rPr lang="en-US" sz="1600" b="1">
                  <a:solidFill>
                    <a:srgbClr val="000000"/>
                  </a:solidFill>
                  <a:latin typeface="Arial"/>
                  <a:cs typeface="+mn-cs"/>
                  <a:sym typeface="Futura"/>
                </a:rPr>
                <a:t>04.</a:t>
              </a:r>
              <a:endParaRPr kumimoji="0" lang="en-US" sz="1400" b="0" i="0" u="none" strike="noStrike" kern="1200" cap="none" spc="0" normalizeH="0" baseline="0" noProof="0">
                <a:ln>
                  <a:noFill/>
                </a:ln>
                <a:solidFill>
                  <a:srgbClr val="000000"/>
                </a:solidFill>
                <a:effectLst/>
                <a:uLnTx/>
                <a:uFillTx/>
                <a:latin typeface="Arial"/>
                <a:ea typeface="Open Sans Light" panose="020B0306030504020204" pitchFamily="34" charset="0"/>
                <a:cs typeface="+mn-cs"/>
              </a:endParaRPr>
            </a:p>
          </p:txBody>
        </p:sp>
        <p:sp>
          <p:nvSpPr>
            <p:cNvPr id="31" name="Subtitle 2">
              <a:extLst>
                <a:ext uri="{FF2B5EF4-FFF2-40B4-BE49-F238E27FC236}">
                  <a16:creationId xmlns:a16="http://schemas.microsoft.com/office/drawing/2014/main" id="{1F771606-FFE5-54A7-D6D0-180CDA87275F}"/>
                </a:ext>
              </a:extLst>
            </p:cNvPr>
            <p:cNvSpPr txBox="1">
              <a:spLocks/>
            </p:cNvSpPr>
            <p:nvPr/>
          </p:nvSpPr>
          <p:spPr>
            <a:xfrm>
              <a:off x="3168337" y="3936692"/>
              <a:ext cx="419555" cy="246221"/>
            </a:xfrm>
            <a:prstGeom prst="rect">
              <a:avLst/>
            </a:prstGeom>
          </p:spPr>
          <p:txBody>
            <a:bodyPr vert="horz" wrap="square" lIns="0" tIns="0" rIns="0" bIns="0" rtlCol="0" anchor="b">
              <a:spAutoFit/>
            </a:bodyPr>
            <a:lstStyle>
              <a:lvl1pPr marL="0" indent="0" algn="ctr" defTabSz="1087636" rtl="0" eaLnBrk="1" latinLnBrk="0" hangingPunct="1">
                <a:lnSpc>
                  <a:spcPct val="120000"/>
                </a:lnSpc>
                <a:spcBef>
                  <a:spcPct val="20000"/>
                </a:spcBef>
                <a:buFont typeface="Arial"/>
                <a:buNone/>
                <a:defRPr sz="2400" kern="1200">
                  <a:solidFill>
                    <a:srgbClr val="242852"/>
                  </a:solidFill>
                  <a:latin typeface="Arial"/>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rgbClr val="000000">
                      <a:tint val="75000"/>
                    </a:srgbClr>
                  </a:solidFill>
                  <a:latin typeface="Arial"/>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rgbClr val="000000">
                      <a:tint val="75000"/>
                    </a:srgbClr>
                  </a:solidFill>
                  <a:latin typeface="Arial"/>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rgbClr val="000000">
                      <a:tint val="75000"/>
                    </a:srgbClr>
                  </a:solidFill>
                  <a:latin typeface="Arial"/>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rgbClr val="000000">
                      <a:tint val="75000"/>
                    </a:srgbClr>
                  </a:solidFill>
                  <a:latin typeface="Arial"/>
                  <a:ea typeface="+mn-ea"/>
                  <a:cs typeface="Open Sans"/>
                </a:defRPr>
              </a:lvl5pPr>
              <a:lvl6pPr marL="5438184" indent="0" algn="ctr" defTabSz="1087636" rtl="0" eaLnBrk="1" latinLnBrk="0" hangingPunct="1">
                <a:spcBef>
                  <a:spcPct val="20000"/>
                </a:spcBef>
                <a:buFont typeface="Arial"/>
                <a:buNone/>
                <a:defRPr sz="4800" kern="1200">
                  <a:solidFill>
                    <a:srgbClr val="000000">
                      <a:tint val="75000"/>
                    </a:srgbClr>
                  </a:solidFill>
                  <a:latin typeface="Arial"/>
                  <a:ea typeface="+mn-ea"/>
                  <a:cs typeface="+mn-cs"/>
                </a:defRPr>
              </a:lvl6pPr>
              <a:lvl7pPr marL="6525820" indent="0" algn="ctr" defTabSz="1087636" rtl="0" eaLnBrk="1" latinLnBrk="0" hangingPunct="1">
                <a:spcBef>
                  <a:spcPct val="20000"/>
                </a:spcBef>
                <a:buFont typeface="Arial"/>
                <a:buNone/>
                <a:defRPr sz="4800" kern="1200">
                  <a:solidFill>
                    <a:srgbClr val="000000">
                      <a:tint val="75000"/>
                    </a:srgbClr>
                  </a:solidFill>
                  <a:latin typeface="Arial"/>
                  <a:ea typeface="+mn-ea"/>
                  <a:cs typeface="+mn-cs"/>
                </a:defRPr>
              </a:lvl7pPr>
              <a:lvl8pPr marL="7613455" indent="0" algn="ctr" defTabSz="1087636" rtl="0" eaLnBrk="1" latinLnBrk="0" hangingPunct="1">
                <a:spcBef>
                  <a:spcPct val="20000"/>
                </a:spcBef>
                <a:buFont typeface="Arial"/>
                <a:buNone/>
                <a:defRPr sz="4800" kern="1200">
                  <a:solidFill>
                    <a:srgbClr val="000000">
                      <a:tint val="75000"/>
                    </a:srgbClr>
                  </a:solidFill>
                  <a:latin typeface="Arial"/>
                  <a:ea typeface="+mn-ea"/>
                  <a:cs typeface="+mn-cs"/>
                </a:defRPr>
              </a:lvl8pPr>
              <a:lvl9pPr marL="8701091" indent="0" algn="ctr" defTabSz="1087636" rtl="0" eaLnBrk="1" latinLnBrk="0" hangingPunct="1">
                <a:spcBef>
                  <a:spcPct val="20000"/>
                </a:spcBef>
                <a:buFont typeface="Arial"/>
                <a:buNone/>
                <a:defRPr sz="4800" kern="1200">
                  <a:solidFill>
                    <a:srgbClr val="000000">
                      <a:tint val="75000"/>
                    </a:srgbClr>
                  </a:solidFill>
                  <a:latin typeface="Arial"/>
                  <a:ea typeface="+mn-ea"/>
                  <a:cs typeface="+mn-cs"/>
                </a:defRPr>
              </a:lvl9pPr>
            </a:lstStyle>
            <a:p>
              <a:pPr marR="0" lvl="0" algn="r" defTabSz="914400" fontAlgn="auto">
                <a:lnSpc>
                  <a:spcPct val="100000"/>
                </a:lnSpc>
                <a:spcBef>
                  <a:spcPts val="0"/>
                </a:spcBef>
                <a:spcAft>
                  <a:spcPts val="0"/>
                </a:spcAft>
                <a:buClr>
                  <a:srgbClr val="000000"/>
                </a:buClr>
                <a:buSzTx/>
                <a:tabLst/>
                <a:defRPr>
                  <a:latin typeface="Arial"/>
                </a:defRPr>
              </a:pPr>
              <a:r>
                <a:rPr lang="en-US" sz="1600" b="1" dirty="0">
                  <a:solidFill>
                    <a:srgbClr val="FFFFFF"/>
                  </a:solidFill>
                  <a:latin typeface="Arial"/>
                  <a:cs typeface="+mn-cs"/>
                  <a:sym typeface="Futura"/>
                </a:rPr>
                <a:t>03.</a:t>
              </a:r>
              <a:endParaRPr kumimoji="0" lang="en-US" sz="1400" b="0" i="0" u="none" strike="noStrike" kern="1200" cap="none" spc="0" normalizeH="0" baseline="0" noProof="0" dirty="0">
                <a:ln>
                  <a:noFill/>
                </a:ln>
                <a:solidFill>
                  <a:srgbClr val="FFFFFF"/>
                </a:solidFill>
                <a:effectLst/>
                <a:uLnTx/>
                <a:uFillTx/>
                <a:latin typeface="Arial"/>
                <a:ea typeface="Open Sans Light" panose="020B0306030504020204" pitchFamily="34" charset="0"/>
                <a:cs typeface="+mn-cs"/>
              </a:endParaRPr>
            </a:p>
          </p:txBody>
        </p:sp>
        <p:sp>
          <p:nvSpPr>
            <p:cNvPr id="32" name="Subtitle 2">
              <a:extLst>
                <a:ext uri="{FF2B5EF4-FFF2-40B4-BE49-F238E27FC236}">
                  <a16:creationId xmlns:a16="http://schemas.microsoft.com/office/drawing/2014/main" id="{C1CD7CD5-B1A9-7B96-9716-C8BE2C7EE79C}"/>
                </a:ext>
              </a:extLst>
            </p:cNvPr>
            <p:cNvSpPr txBox="1">
              <a:spLocks/>
            </p:cNvSpPr>
            <p:nvPr/>
          </p:nvSpPr>
          <p:spPr>
            <a:xfrm>
              <a:off x="3168337" y="3023011"/>
              <a:ext cx="419555" cy="246221"/>
            </a:xfrm>
            <a:prstGeom prst="rect">
              <a:avLst/>
            </a:prstGeom>
          </p:spPr>
          <p:txBody>
            <a:bodyPr vert="horz" wrap="square" lIns="0" tIns="0" rIns="0" bIns="0" rtlCol="0" anchor="b">
              <a:spAutoFit/>
            </a:bodyPr>
            <a:lstStyle>
              <a:lvl1pPr marL="0" indent="0" algn="ctr" defTabSz="1087636" rtl="0" eaLnBrk="1" latinLnBrk="0" hangingPunct="1">
                <a:lnSpc>
                  <a:spcPct val="120000"/>
                </a:lnSpc>
                <a:spcBef>
                  <a:spcPct val="20000"/>
                </a:spcBef>
                <a:buFont typeface="Arial"/>
                <a:buNone/>
                <a:defRPr sz="2400" kern="1200">
                  <a:solidFill>
                    <a:srgbClr val="242852"/>
                  </a:solidFill>
                  <a:latin typeface="Arial"/>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rgbClr val="000000">
                      <a:tint val="75000"/>
                    </a:srgbClr>
                  </a:solidFill>
                  <a:latin typeface="Arial"/>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rgbClr val="000000">
                      <a:tint val="75000"/>
                    </a:srgbClr>
                  </a:solidFill>
                  <a:latin typeface="Arial"/>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rgbClr val="000000">
                      <a:tint val="75000"/>
                    </a:srgbClr>
                  </a:solidFill>
                  <a:latin typeface="Arial"/>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rgbClr val="000000">
                      <a:tint val="75000"/>
                    </a:srgbClr>
                  </a:solidFill>
                  <a:latin typeface="Arial"/>
                  <a:ea typeface="+mn-ea"/>
                  <a:cs typeface="Open Sans"/>
                </a:defRPr>
              </a:lvl5pPr>
              <a:lvl6pPr marL="5438184" indent="0" algn="ctr" defTabSz="1087636" rtl="0" eaLnBrk="1" latinLnBrk="0" hangingPunct="1">
                <a:spcBef>
                  <a:spcPct val="20000"/>
                </a:spcBef>
                <a:buFont typeface="Arial"/>
                <a:buNone/>
                <a:defRPr sz="4800" kern="1200">
                  <a:solidFill>
                    <a:srgbClr val="000000">
                      <a:tint val="75000"/>
                    </a:srgbClr>
                  </a:solidFill>
                  <a:latin typeface="Arial"/>
                  <a:ea typeface="+mn-ea"/>
                  <a:cs typeface="+mn-cs"/>
                </a:defRPr>
              </a:lvl6pPr>
              <a:lvl7pPr marL="6525820" indent="0" algn="ctr" defTabSz="1087636" rtl="0" eaLnBrk="1" latinLnBrk="0" hangingPunct="1">
                <a:spcBef>
                  <a:spcPct val="20000"/>
                </a:spcBef>
                <a:buFont typeface="Arial"/>
                <a:buNone/>
                <a:defRPr sz="4800" kern="1200">
                  <a:solidFill>
                    <a:srgbClr val="000000">
                      <a:tint val="75000"/>
                    </a:srgbClr>
                  </a:solidFill>
                  <a:latin typeface="Arial"/>
                  <a:ea typeface="+mn-ea"/>
                  <a:cs typeface="+mn-cs"/>
                </a:defRPr>
              </a:lvl7pPr>
              <a:lvl8pPr marL="7613455" indent="0" algn="ctr" defTabSz="1087636" rtl="0" eaLnBrk="1" latinLnBrk="0" hangingPunct="1">
                <a:spcBef>
                  <a:spcPct val="20000"/>
                </a:spcBef>
                <a:buFont typeface="Arial"/>
                <a:buNone/>
                <a:defRPr sz="4800" kern="1200">
                  <a:solidFill>
                    <a:srgbClr val="000000">
                      <a:tint val="75000"/>
                    </a:srgbClr>
                  </a:solidFill>
                  <a:latin typeface="Arial"/>
                  <a:ea typeface="+mn-ea"/>
                  <a:cs typeface="+mn-cs"/>
                </a:defRPr>
              </a:lvl8pPr>
              <a:lvl9pPr marL="8701091" indent="0" algn="ctr" defTabSz="1087636" rtl="0" eaLnBrk="1" latinLnBrk="0" hangingPunct="1">
                <a:spcBef>
                  <a:spcPct val="20000"/>
                </a:spcBef>
                <a:buFont typeface="Arial"/>
                <a:buNone/>
                <a:defRPr sz="4800" kern="1200">
                  <a:solidFill>
                    <a:srgbClr val="000000">
                      <a:tint val="75000"/>
                    </a:srgbClr>
                  </a:solidFill>
                  <a:latin typeface="Arial"/>
                  <a:ea typeface="+mn-ea"/>
                  <a:cs typeface="+mn-cs"/>
                </a:defRPr>
              </a:lvl9pPr>
            </a:lstStyle>
            <a:p>
              <a:pPr marR="0" lvl="0" algn="r" defTabSz="914400" fontAlgn="auto">
                <a:lnSpc>
                  <a:spcPct val="100000"/>
                </a:lnSpc>
                <a:spcBef>
                  <a:spcPts val="0"/>
                </a:spcBef>
                <a:spcAft>
                  <a:spcPts val="0"/>
                </a:spcAft>
                <a:buClr>
                  <a:srgbClr val="000000"/>
                </a:buClr>
                <a:buSzTx/>
                <a:tabLst/>
                <a:defRPr>
                  <a:latin typeface="Arial"/>
                </a:defRPr>
              </a:pPr>
              <a:r>
                <a:rPr lang="en-US" sz="1600" b="1">
                  <a:solidFill>
                    <a:srgbClr val="FFFFFF"/>
                  </a:solidFill>
                  <a:latin typeface="Arial"/>
                  <a:cs typeface="+mn-cs"/>
                  <a:sym typeface="Futura"/>
                </a:rPr>
                <a:t>02.</a:t>
              </a:r>
              <a:endParaRPr kumimoji="0" lang="en-US" sz="1400" b="0" i="0" u="none" strike="noStrike" kern="1200" cap="none" spc="0" normalizeH="0" baseline="0" noProof="0">
                <a:ln>
                  <a:noFill/>
                </a:ln>
                <a:solidFill>
                  <a:srgbClr val="FFFFFF"/>
                </a:solidFill>
                <a:effectLst/>
                <a:uLnTx/>
                <a:uFillTx/>
                <a:latin typeface="Arial"/>
                <a:ea typeface="Open Sans Light" panose="020B0306030504020204" pitchFamily="34" charset="0"/>
                <a:cs typeface="+mn-cs"/>
              </a:endParaRPr>
            </a:p>
          </p:txBody>
        </p:sp>
      </p:gr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MM_SLIDE_TYPE" val="6"/>
</p:tagLst>
</file>

<file path=ppt/tags/tag3.xml><?xml version="1.0" encoding="utf-8"?>
<p:tagLst xmlns:a="http://schemas.openxmlformats.org/drawingml/2006/main" xmlns:r="http://schemas.openxmlformats.org/officeDocument/2006/relationships" xmlns:p="http://schemas.openxmlformats.org/presentationml/2006/main">
  <p:tag name="MM_SLIDE_TYPE" val="6"/>
</p:tagLst>
</file>

<file path=ppt/tags/tag4.xml><?xml version="1.0" encoding="utf-8"?>
<p:tagLst xmlns:a="http://schemas.openxmlformats.org/drawingml/2006/main" xmlns:r="http://schemas.openxmlformats.org/officeDocument/2006/relationships" xmlns:p="http://schemas.openxmlformats.org/presentationml/2006/main">
  <p:tag name="MM_SLIDE_TYPE" val="6"/>
</p:tagLst>
</file>

<file path=ppt/tags/tag5.xml><?xml version="1.0" encoding="utf-8"?>
<p:tagLst xmlns:a="http://schemas.openxmlformats.org/drawingml/2006/main" xmlns:r="http://schemas.openxmlformats.org/officeDocument/2006/relationships" xmlns:p="http://schemas.openxmlformats.org/presentationml/2006/main">
  <p:tag name="MM_SLIDE_TYPE" val="6"/>
</p:tagLst>
</file>

<file path=ppt/tags/tag6.xml><?xml version="1.0" encoding="utf-8"?>
<p:tagLst xmlns:a="http://schemas.openxmlformats.org/drawingml/2006/main" xmlns:r="http://schemas.openxmlformats.org/officeDocument/2006/relationships" xmlns:p="http://schemas.openxmlformats.org/presentationml/2006/main">
  <p:tag name="MM_SLIDE_TYPE" val="6"/>
</p:tagLst>
</file>

<file path=ppt/tags/tag7.xml><?xml version="1.0" encoding="utf-8"?>
<p:tagLst xmlns:a="http://schemas.openxmlformats.org/drawingml/2006/main" xmlns:r="http://schemas.openxmlformats.org/officeDocument/2006/relationships" xmlns:p="http://schemas.openxmlformats.org/presentationml/2006/main">
  <p:tag name="MM_SLIDE_TYPE" val="6"/>
</p:tagLst>
</file>

<file path=ppt/tags/tag8.xml><?xml version="1.0" encoding="utf-8"?>
<p:tagLst xmlns:a="http://schemas.openxmlformats.org/drawingml/2006/main" xmlns:r="http://schemas.openxmlformats.org/officeDocument/2006/relationships" xmlns:p="http://schemas.openxmlformats.org/presentationml/2006/main">
  <p:tag name="MM_SLIDE_TYPE" val="6"/>
</p:tagLst>
</file>

<file path=ppt/tags/tag9.xml><?xml version="1.0" encoding="utf-8"?>
<p:tagLst xmlns:a="http://schemas.openxmlformats.org/drawingml/2006/main" xmlns:r="http://schemas.openxmlformats.org/officeDocument/2006/relationships" xmlns:p="http://schemas.openxmlformats.org/presentationml/2006/main">
  <p:tag name="MM_SLIDE_TYPE" val="6"/>
</p:tagLst>
</file>

<file path=ppt/tags/tag10.xml><?xml version="1.0" encoding="utf-8"?>
<p:tagLst xmlns:a="http://schemas.openxmlformats.org/drawingml/2006/main" xmlns:r="http://schemas.openxmlformats.org/officeDocument/2006/relationships" xmlns:p="http://schemas.openxmlformats.org/presentationml/2006/main">
  <p:tag name="MM_SLIDE_TYPE" val="6"/>
</p:tagLst>
</file>

<file path=ppt/tags/tag11.xml><?xml version="1.0" encoding="utf-8"?>
<p:tagLst xmlns:a="http://schemas.openxmlformats.org/drawingml/2006/main" xmlns:r="http://schemas.openxmlformats.org/officeDocument/2006/relationships" xmlns:p="http://schemas.openxmlformats.org/presentationml/2006/main">
  <p:tag name="MM_SLIDE_TYPE" val="6"/>
</p:tagLst>
</file>

<file path=ppt/tags/tag12.xml><?xml version="1.0" encoding="utf-8"?>
<p:tagLst xmlns:a="http://schemas.openxmlformats.org/drawingml/2006/main" xmlns:r="http://schemas.openxmlformats.org/officeDocument/2006/relationships" xmlns:p="http://schemas.openxmlformats.org/presentationml/2006/main">
  <p:tag name="MM_SLIDE_TYPE" val="6"/>
</p:tagLst>
</file>

<file path=ppt/tags/tag13.xml><?xml version="1.0" encoding="utf-8"?>
<p:tagLst xmlns:a="http://schemas.openxmlformats.org/drawingml/2006/main" xmlns:r="http://schemas.openxmlformats.org/officeDocument/2006/relationships" xmlns:p="http://schemas.openxmlformats.org/presentationml/2006/main">
  <p:tag name="MM_SLIDE_TYPE" val="6"/>
</p:tagLst>
</file>

<file path=ppt/tags/tag14.xml><?xml version="1.0" encoding="utf-8"?>
<p:tagLst xmlns:a="http://schemas.openxmlformats.org/drawingml/2006/main" xmlns:r="http://schemas.openxmlformats.org/officeDocument/2006/relationships" xmlns:p="http://schemas.openxmlformats.org/presentationml/2006/main">
  <p:tag name="MM_SLIDE_TYPE" val="6"/>
</p:tagLst>
</file>

<file path=ppt/theme/theme1.xml><?xml version="1.0" encoding="utf-8"?>
<a:theme xmlns:a="http://schemas.openxmlformats.org/drawingml/2006/main" name="Tema de Office">
  <a:themeElements>
    <a:clrScheme name="Aztlan">
      <a:dk1>
        <a:sysClr val="windowText" lastClr="000000"/>
      </a:dk1>
      <a:lt1>
        <a:sysClr val="window" lastClr="FFFFFF"/>
      </a:lt1>
      <a:dk2>
        <a:srgbClr val="242852"/>
      </a:dk2>
      <a:lt2>
        <a:srgbClr val="ACCBF9"/>
      </a:lt2>
      <a:accent1>
        <a:srgbClr val="221D55"/>
      </a:accent1>
      <a:accent2>
        <a:srgbClr val="F5C400"/>
      </a:accent2>
      <a:accent3>
        <a:srgbClr val="7F8FA9"/>
      </a:accent3>
      <a:accent4>
        <a:srgbClr val="42825D"/>
      </a:accent4>
      <a:accent5>
        <a:srgbClr val="404040"/>
      </a:accent5>
      <a:accent6>
        <a:srgbClr val="7F7F7F"/>
      </a:accent6>
      <a:hlink>
        <a:srgbClr val="0000FF"/>
      </a:hlink>
      <a:folHlink>
        <a:srgbClr val="3F3F3F"/>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ztlanV6" id="{12A82A49-48A3-459C-BA26-F54EF57095E8}" vid="{3680EF8D-1A33-4A93-9750-3ECD5AA7E2DF}"/>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6">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96E0720D-9B13-4707-B972-A791A589D32E}">
  <we:reference id="WA200010001" version="1.0.0.1" store="Omex" storeType="OMEX"/>
  <we:alternateReferences>
    <we:reference id="WA200010001" version="1.0.0.1" store="WA200010001" storeType="OMEX"/>
  </we:alternateReferences>
  <we:properties>
    <we:property name="claude.fileId" value="&quot;f2a85071-7e58-4b1f-b185-9010b07f0c8d&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8fccf58b-a573-4d2b-996f-1c706d669db6"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F72736255F8947488A9FD7649BF53D97" ma:contentTypeVersion="15" ma:contentTypeDescription="Create a new document." ma:contentTypeScope="" ma:versionID="24d6b2fe36500122d90e091d9d71ce37">
  <xsd:schema xmlns:xsd="http://www.w3.org/2001/XMLSchema" xmlns:xs="http://www.w3.org/2001/XMLSchema" xmlns:p="http://schemas.microsoft.com/office/2006/metadata/properties" xmlns:ns3="8fccf58b-a573-4d2b-996f-1c706d669db6" xmlns:ns4="585ed2ce-6475-4aa4-ae7d-5b0a21b2865e" targetNamespace="http://schemas.microsoft.com/office/2006/metadata/properties" ma:root="true" ma:fieldsID="7f7801a20f627626ad565b8978166bb2" ns3:_="" ns4:_="">
    <xsd:import namespace="8fccf58b-a573-4d2b-996f-1c706d669db6"/>
    <xsd:import namespace="585ed2ce-6475-4aa4-ae7d-5b0a21b2865e"/>
    <xsd:element name="properties">
      <xsd:complexType>
        <xsd:sequence>
          <xsd:element name="documentManagement">
            <xsd:complexType>
              <xsd:all>
                <xsd:element ref="ns3:MediaServiceMetadata" minOccurs="0"/>
                <xsd:element ref="ns3:MediaServiceFastMetadata" minOccurs="0"/>
                <xsd:element ref="ns3:MediaServiceSearchProperties" minOccurs="0"/>
                <xsd:element ref="ns3:MediaServiceObjectDetectorVersions" minOccurs="0"/>
                <xsd:element ref="ns3:_activity" minOccurs="0"/>
                <xsd:element ref="ns4:SharedWithUsers" minOccurs="0"/>
                <xsd:element ref="ns4:SharedWithDetails" minOccurs="0"/>
                <xsd:element ref="ns4:SharingHintHash" minOccurs="0"/>
                <xsd:element ref="ns3:MediaServiceAutoTags" minOccurs="0"/>
                <xsd:element ref="ns3:MediaServiceGenerationTime" minOccurs="0"/>
                <xsd:element ref="ns3:MediaServiceEventHashCode" minOccurs="0"/>
                <xsd:element ref="ns3:MediaLengthInSeconds" minOccurs="0"/>
                <xsd:element ref="ns3:MediaServiceDateTaken" minOccurs="0"/>
                <xsd:element ref="ns3:MediaServiceSystemTags" minOccurs="0"/>
                <xsd:element ref="ns3: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fccf58b-a573-4d2b-996f-1c706d669db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_activity" ma:index="12" nillable="true" ma:displayName="_activity" ma:hidden="true" ma:internalName="_activity">
      <xsd:simpleType>
        <xsd:restriction base="dms:Note"/>
      </xsd:simpleType>
    </xsd:element>
    <xsd:element name="MediaServiceAutoTags" ma:index="16" nillable="true" ma:displayName="Tags" ma:internalName="MediaServiceAutoTags"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DateTaken" ma:index="20" nillable="true" ma:displayName="MediaServiceDateTaken" ma:hidden="true" ma:indexed="true" ma:internalName="MediaServiceDateTaken" ma:readOnly="true">
      <xsd:simpleType>
        <xsd:restriction base="dms:Text"/>
      </xsd:simpleType>
    </xsd:element>
    <xsd:element name="MediaServiceSystemTags" ma:index="21" nillable="true" ma:displayName="MediaServiceSystemTags" ma:hidden="true" ma:internalName="MediaServiceSystemTags" ma:readOnly="true">
      <xsd:simpleType>
        <xsd:restriction base="dms:Note"/>
      </xsd:simpleType>
    </xsd:element>
    <xsd:element name="MediaServiceOCR" ma:index="22"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585ed2ce-6475-4aa4-ae7d-5b0a21b2865e"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SharingHintHash" ma:index="15"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4DCF2B0-FF36-4106-86DE-8E64ECE3CBFE}">
  <ds:schemaRefs>
    <ds:schemaRef ds:uri="http://schemas.microsoft.com/sharepoint/v3/contenttype/forms"/>
  </ds:schemaRefs>
</ds:datastoreItem>
</file>

<file path=customXml/itemProps2.xml><?xml version="1.0" encoding="utf-8"?>
<ds:datastoreItem xmlns:ds="http://schemas.openxmlformats.org/officeDocument/2006/customXml" ds:itemID="{8A6E9D4B-20B8-4F07-95E7-2F6E396BB166}">
  <ds:schemaRefs>
    <ds:schemaRef ds:uri="http://schemas.microsoft.com/office/2006/metadata/properties"/>
    <ds:schemaRef ds:uri="http://www.w3.org/XML/1998/namespace"/>
    <ds:schemaRef ds:uri="8fccf58b-a573-4d2b-996f-1c706d669db6"/>
    <ds:schemaRef ds:uri="http://purl.org/dc/dcmitype/"/>
    <ds:schemaRef ds:uri="http://purl.org/dc/elements/1.1/"/>
    <ds:schemaRef ds:uri="http://purl.org/dc/terms/"/>
    <ds:schemaRef ds:uri="http://schemas.microsoft.com/office/2006/documentManagement/types"/>
    <ds:schemaRef ds:uri="http://schemas.microsoft.com/office/infopath/2007/PartnerControls"/>
    <ds:schemaRef ds:uri="http://schemas.openxmlformats.org/package/2006/metadata/core-properties"/>
    <ds:schemaRef ds:uri="585ed2ce-6475-4aa4-ae7d-5b0a21b2865e"/>
  </ds:schemaRefs>
</ds:datastoreItem>
</file>

<file path=customXml/itemProps3.xml><?xml version="1.0" encoding="utf-8"?>
<ds:datastoreItem xmlns:ds="http://schemas.openxmlformats.org/officeDocument/2006/customXml" ds:itemID="{380BE871-289E-48E6-8BF0-1B08BE58FA3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fccf58b-a573-4d2b-996f-1c706d669db6"/>
    <ds:schemaRef ds:uri="585ed2ce-6475-4aa4-ae7d-5b0a21b2865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AztlanTemplate</Template>
  <TotalTime>2727</TotalTime>
  <Words>9035</Words>
  <Application>Microsoft Office PowerPoint</Application>
  <PresentationFormat>Widescreen</PresentationFormat>
  <Paragraphs>3422</Paragraphs>
  <Slides>39</Slides>
  <Notes>1</Notes>
  <HiddenSlides>19</HiddenSlides>
  <MMClips>0</MMClips>
  <ScaleCrop>false</ScaleCrop>
  <HeadingPairs>
    <vt:vector size="8" baseType="variant">
      <vt:variant>
        <vt:lpstr>Fonts Used</vt:lpstr>
      </vt:variant>
      <vt:variant>
        <vt:i4>2</vt:i4>
      </vt:variant>
      <vt:variant>
        <vt:lpstr>Theme</vt:lpstr>
      </vt:variant>
      <vt:variant>
        <vt:i4>1</vt:i4>
      </vt:variant>
      <vt:variant>
        <vt:lpstr>Embedded OLE Servers</vt:lpstr>
      </vt:variant>
      <vt:variant>
        <vt:i4>1</vt:i4>
      </vt:variant>
      <vt:variant>
        <vt:lpstr>Slide Titles</vt:lpstr>
      </vt:variant>
      <vt:variant>
        <vt:i4>39</vt:i4>
      </vt:variant>
    </vt:vector>
  </HeadingPairs>
  <TitlesOfParts>
    <vt:vector size="43" baseType="lpstr">
      <vt:lpstr>Arial</vt:lpstr>
      <vt:lpstr>Calibri</vt:lpstr>
      <vt:lpstr>Tema de Office</vt:lpstr>
      <vt:lpstr>thinkcell Slide</vt:lpstr>
      <vt:lpstr>PowerPoint Presentation</vt:lpstr>
      <vt:lpstr>PowerPoint Presentation</vt:lpstr>
      <vt:lpstr>AZTD vs Peers: Performance 2024 to 2026</vt:lpstr>
      <vt:lpstr>Returns by Year</vt:lpstr>
      <vt:lpstr>ETF Composition</vt:lpstr>
      <vt:lpstr>ETF Sector Annualized Performance</vt:lpstr>
      <vt:lpstr>Sectors 2024-26: Materials Lagged, Industrials Led</vt:lpstr>
      <vt:lpstr>Allocation: Materials Weight Cost the Most</vt:lpstr>
      <vt:lpstr>Selection: Industrials Strong, Financials Weak</vt:lpstr>
      <vt:lpstr>Weak Sectors 2024-26: Largest Contributors (1/4)</vt:lpstr>
      <vt:lpstr>Top Holdings by ETF: Materials</vt:lpstr>
      <vt:lpstr>Weak Sectors 2024-26: Largest Contributors (2/4)</vt:lpstr>
      <vt:lpstr>Top Holdings by ETF: Financials</vt:lpstr>
      <vt:lpstr>Weak Sectors 2024-26: Largest Contributors (3/4)</vt:lpstr>
      <vt:lpstr>Top Holdings by ETF: Consumer Discretionary</vt:lpstr>
      <vt:lpstr>Weak Sectors 2024-26: Largest Contributors (4/4)</vt:lpstr>
      <vt:lpstr>Top Holdings by ETF: Utilities</vt:lpstr>
      <vt:lpstr>ETF By Region Annualized Performance</vt:lpstr>
      <vt:lpstr>Europe and Japan 2024-26: Largest Positions</vt:lpstr>
      <vt:lpstr>PowerPoint Presentation</vt:lpstr>
      <vt:lpstr>Sectors 2025: Materials Lagged, Industrials Led</vt:lpstr>
      <vt:lpstr>Regions 2025: Japan and Europe Lagged</vt:lpstr>
      <vt:lpstr>Weak Sectors 2025: Largest Contributors (1/4)</vt:lpstr>
      <vt:lpstr>Weak Sectors 2025: Largest Contributors (2/4)</vt:lpstr>
      <vt:lpstr>Weak Sectors 2025: Largest Contributors (3/4)</vt:lpstr>
      <vt:lpstr>Weak Sectors 2025: Largest Contributors (4/4)</vt:lpstr>
      <vt:lpstr>Europe and Japan 2025: Largest Positions</vt:lpstr>
      <vt:lpstr>PowerPoint Presentation</vt:lpstr>
      <vt:lpstr>2026 YTD: AZTD vs Peers</vt:lpstr>
      <vt:lpstr>Sectors 2026 YTD: Materials Lagged, Tech Led</vt:lpstr>
      <vt:lpstr>Regions 2026 YTD: Europe and Japan Lagged</vt:lpstr>
      <vt:lpstr>YTD Allocation: Health Care Weight Cost the Most</vt:lpstr>
      <vt:lpstr>YTD Selection: Health Care Strong, Financials Weak</vt:lpstr>
      <vt:lpstr>Weak Sectors 2026 YTD: Largest Contributors (1/4)</vt:lpstr>
      <vt:lpstr>Weak Sectors 2026 YTD: Largest Contributors (2/4)</vt:lpstr>
      <vt:lpstr>Weak Sectors 2026 YTD: Largest Contributors (3/4)</vt:lpstr>
      <vt:lpstr>Weak Sectors 2026 YTD: Largest Contributors (4/4)</vt:lpstr>
      <vt:lpstr>Europe and Japan 2026 YTD: Largest Positions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Julio César Silva De la Rosa</dc:creator>
  <cp:lastModifiedBy>Julio César Silva de la Rosa</cp:lastModifiedBy>
  <cp:revision>19</cp:revision>
  <cp:lastPrinted>2020-02-25T18:41:39Z</cp:lastPrinted>
  <dcterms:created xsi:type="dcterms:W3CDTF">2026-06-11T14:56:20Z</dcterms:created>
  <dcterms:modified xsi:type="dcterms:W3CDTF">2026-10-02T04:52:32Z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0x010100F72736255F8947488A9FD7649BF53D97</vt:lpwstr>
  </property>
</Properties>
</file>