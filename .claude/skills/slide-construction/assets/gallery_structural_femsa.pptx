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0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2D2"/>
    <a:srgbClr val="862633"/>
    <a:srgbClr val="88CA83"/>
    <a:srgbClr val="D6464E"/>
    <a:srgbClr val="FFFFFF"/>
    <a:srgbClr val="FF320D"/>
    <a:srgbClr val="FAB401"/>
    <a:srgbClr val="045698"/>
    <a:srgbClr val="F6821E"/>
    <a:srgbClr val="004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tags" Target="tags/tag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2BDD-245C-434E-B417-0E21C9FF75B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9E41F-57FD-4EBD-B3BF-FC5648EB9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5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C9FDEDF-5155-80D9-472C-AF04B978C67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BAB16B11-B893-B676-1824-ECD699ACCE6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2410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B16B11-B893-B676-1824-ECD699ACCE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3CA3-CB98-C417-1D1B-42649D23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56350"/>
            <a:ext cx="10407163" cy="365125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Source(s):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1D534D-80E9-F8C1-D46E-9F83FE55F650}"/>
              </a:ext>
            </a:extLst>
          </p:cNvPr>
          <p:cNvCxnSpPr>
            <a:cxnSpLocks/>
          </p:cNvCxnSpPr>
          <p:nvPr userDrawn="1"/>
        </p:nvCxnSpPr>
        <p:spPr>
          <a:xfrm>
            <a:off x="609600" y="855641"/>
            <a:ext cx="10972800" cy="0"/>
          </a:xfrm>
          <a:prstGeom prst="line">
            <a:avLst/>
          </a:prstGeom>
          <a:ln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F5C1DB4-DEFE-BBCA-D0AB-035D1E8B72F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89260" y="461629"/>
            <a:ext cx="993139" cy="228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F391A84-16A7-B08D-32FC-71E65C4547F2}"/>
              </a:ext>
            </a:extLst>
          </p:cNvPr>
          <p:cNvSpPr/>
          <p:nvPr userDrawn="1"/>
        </p:nvSpPr>
        <p:spPr>
          <a:xfrm>
            <a:off x="-1031632" y="2760"/>
            <a:ext cx="914400" cy="1188720"/>
          </a:xfrm>
          <a:prstGeom prst="rect">
            <a:avLst/>
          </a:prstGeom>
          <a:solidFill>
            <a:srgbClr val="862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134</a:t>
            </a:r>
          </a:p>
          <a:p>
            <a:pPr algn="ctr"/>
            <a:r>
              <a:rPr lang="en-US"/>
              <a:t>38</a:t>
            </a:r>
          </a:p>
          <a:p>
            <a:pPr algn="ctr"/>
            <a:r>
              <a:rPr lang="en-US"/>
              <a:t>51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639A23-50DD-A060-7C6F-3F83DD65699A}"/>
              </a:ext>
            </a:extLst>
          </p:cNvPr>
          <p:cNvSpPr/>
          <p:nvPr userDrawn="1"/>
        </p:nvSpPr>
        <p:spPr>
          <a:xfrm>
            <a:off x="-1031632" y="1420080"/>
            <a:ext cx="914400" cy="1188720"/>
          </a:xfrm>
          <a:prstGeom prst="rect">
            <a:avLst/>
          </a:prstGeom>
          <a:solidFill>
            <a:srgbClr val="B96A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185</a:t>
            </a:r>
          </a:p>
          <a:p>
            <a:pPr algn="ctr"/>
            <a:r>
              <a:rPr lang="en-US"/>
              <a:t>106</a:t>
            </a:r>
          </a:p>
          <a:p>
            <a:pPr algn="ctr"/>
            <a:r>
              <a:rPr lang="en-US"/>
              <a:t>115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AEC7D3-0731-4CBB-AD95-00EE9C624261}"/>
              </a:ext>
            </a:extLst>
          </p:cNvPr>
          <p:cNvSpPr/>
          <p:nvPr userDrawn="1"/>
        </p:nvSpPr>
        <p:spPr>
          <a:xfrm>
            <a:off x="-1031632" y="2837400"/>
            <a:ext cx="914400" cy="1188720"/>
          </a:xfrm>
          <a:prstGeom prst="rect">
            <a:avLst/>
          </a:prstGeom>
          <a:solidFill>
            <a:srgbClr val="EAD2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234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210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8B319A-FDCB-B48B-C04A-5A19EB43E1E3}"/>
              </a:ext>
            </a:extLst>
          </p:cNvPr>
          <p:cNvSpPr/>
          <p:nvPr userDrawn="1"/>
        </p:nvSpPr>
        <p:spPr>
          <a:xfrm>
            <a:off x="-1031632" y="4254720"/>
            <a:ext cx="914400" cy="118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127</a:t>
            </a:r>
          </a:p>
          <a:p>
            <a:pPr algn="ctr"/>
            <a:r>
              <a:rPr lang="en-US"/>
              <a:t>127</a:t>
            </a:r>
          </a:p>
          <a:p>
            <a:pPr algn="ctr"/>
            <a:r>
              <a:rPr lang="en-US"/>
              <a:t>127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7F88A3-4DC1-4B00-14A3-B26948992FDE}"/>
              </a:ext>
            </a:extLst>
          </p:cNvPr>
          <p:cNvSpPr/>
          <p:nvPr userDrawn="1"/>
        </p:nvSpPr>
        <p:spPr>
          <a:xfrm>
            <a:off x="-1031632" y="5672040"/>
            <a:ext cx="914400" cy="1188720"/>
          </a:xfrm>
          <a:prstGeom prst="rect">
            <a:avLst/>
          </a:prstGeom>
          <a:solidFill>
            <a:srgbClr val="FEF3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254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243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F8F2BE8-7967-F52A-10BF-98C3C8FC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0067"/>
            <a:ext cx="9167446" cy="514106"/>
          </a:xfrm>
          <a:prstGeom prst="rect">
            <a:avLst/>
          </a:prstGeom>
        </p:spPr>
        <p:txBody>
          <a:bodyPr vert="horz" lIns="0" rIns="91440" bIns="0" anchor="ctr"/>
          <a:lstStyle>
            <a:lvl1pPr>
              <a:defRPr sz="2800" b="1">
                <a:solidFill>
                  <a:srgbClr val="862633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D6A44B-89FD-522E-F123-1732F25CF0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854173"/>
            <a:ext cx="7368564" cy="2862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buNone/>
              <a:defRPr lang="en-US" sz="1400" i="1" dirty="0" smtClean="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70CE24C1-1AE8-B04B-2960-018935F8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939" y="6356350"/>
            <a:ext cx="421460" cy="365123"/>
          </a:xfrm>
          <a:prstGeom prst="rect">
            <a:avLst/>
          </a:prstGeom>
        </p:spPr>
        <p:txBody>
          <a:bodyPr rIns="0" anchor="ctr"/>
          <a:lstStyle>
            <a:lvl1pPr>
              <a:defRPr lang="en-MX" sz="1100" i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623642F-8B6C-4948-BDBA-D9CE46053C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5703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167B84-1BD8-76D1-4E60-D190E7426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2E5A6B-5CFF-194C-D63F-2057A3EDD6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9101" y="701233"/>
            <a:ext cx="1903324" cy="4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3112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B981-B88C-EAC9-9378-2CE62132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AC4A8-2E38-BD3F-5BD8-630E4254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EA68-E82D-8F29-BDCC-0FEB6B58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5D719-E046-A277-13E6-C7C493FC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A2687B-B578-6285-60FA-0484A28ADE3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6093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2687B-B578-6285-60FA-0484A28AD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E0E3709-305E-A7F9-CA4A-22D8E7FC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  <a:prstGeom prst="rect">
            <a:avLst/>
          </a:prstGeom>
        </p:spPr>
        <p:txBody>
          <a:bodyPr vert="horz" lIns="0" rIns="91440"/>
          <a:lstStyle>
            <a:lvl1pPr>
              <a:defRPr sz="2800" b="1">
                <a:solidFill>
                  <a:srgbClr val="862633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4355F-8F72-80AF-54F7-E076EB73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1C5-25E5-694E-0FEB-07B8D407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9F858-3464-CF13-98A7-04253BEE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2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583B4416-A5C3-580D-5075-C46A2E6D10D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2BEC3-FC4D-AF2B-C813-BEB3746D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58192-7A6F-47DC-69BE-72BE2BB3F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5622-F897-5B99-E359-9DE422E9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3CA3-CB98-C417-1D1B-42649D23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83F7-680C-F220-3B34-F1A5DE63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17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744D6B8-CFB8-3652-54EE-2ED52987EF17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811641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3" progId="TCLayout.ActiveDocument.1">
                  <p:embed/>
                </p:oleObj>
              </mc:Choice>
              <mc:Fallback>
                <p:oleObj name="think-cell Slide" r:id="rId9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44D6B8-CFB8-3652-54EE-2ED52987E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78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0" r:id="rId2"/>
    <p:sldLayoutId id="2147483662" r:id="rId3"/>
    <p:sldLayoutId id="2147483664" r:id="rId4"/>
    <p:sldLayoutId id="2147483663" r:id="rId5"/>
    <p:sldLayoutId id="214748366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Company Sits Inside Every Step of the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Metrology and inspection intercept the process after nearly every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2588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Lets manufacturers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catch and correct errors before they compound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, which matters more as chips grow larger: one defect can cost 10% of a wafer's yield.</a:t>
            </a:r>
          </a:p>
        </p:txBody>
      </p:sp>
      <p:sp>
        <p:nvSpPr>
          <p:cNvPr id="7" name="Pentagon 6"/>
          <p:cNvSpPr/>
          <p:nvPr/>
        </p:nvSpPr>
        <p:spPr>
          <a:xfrm>
            <a:off x="609904" y="2331720"/>
            <a:ext cx="1851660" cy="706831"/>
          </a:xfrm>
          <a:prstGeom prst="homePlate">
            <a:avLst>
              <a:gd name="adj" fmla="val 44435"/>
            </a:avLst>
          </a:prstGeom>
          <a:solidFill>
            <a:srgbClr val="FFFFFF"/>
          </a:solidFill>
          <a:ln w="28575">
            <a:solidFill>
              <a:srgbClr val="862633"/>
            </a:solidFill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"/>
              </a:rPr>
              <a:t>Wafers</a:t>
            </a:r>
          </a:p>
        </p:txBody>
      </p:sp>
      <p:sp>
        <p:nvSpPr>
          <p:cNvPr id="8" name="Pentagon 7"/>
          <p:cNvSpPr/>
          <p:nvPr/>
        </p:nvSpPr>
        <p:spPr>
          <a:xfrm>
            <a:off x="253014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A6A6A6"/>
          </a:solidFill>
          <a:ln w="28575">
            <a:solidFill>
              <a:srgbClr val="7F7F7F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"/>
              </a:rPr>
              <a:t>Wafer Quality</a:t>
            </a:r>
          </a:p>
        </p:txBody>
      </p:sp>
      <p:sp>
        <p:nvSpPr>
          <p:cNvPr id="9" name="Pentagon 8"/>
          <p:cNvSpPr/>
          <p:nvPr/>
        </p:nvSpPr>
        <p:spPr>
          <a:xfrm>
            <a:off x="383316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8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Deposition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13618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7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Lithography</a:t>
            </a:r>
          </a:p>
        </p:txBody>
      </p:sp>
      <p:sp>
        <p:nvSpPr>
          <p:cNvPr id="11" name="Pentagon 10"/>
          <p:cNvSpPr/>
          <p:nvPr/>
        </p:nvSpPr>
        <p:spPr>
          <a:xfrm>
            <a:off x="643920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6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Etch</a:t>
            </a:r>
          </a:p>
        </p:txBody>
      </p:sp>
      <p:sp>
        <p:nvSpPr>
          <p:cNvPr id="12" name="Pentagon 11"/>
          <p:cNvSpPr/>
          <p:nvPr/>
        </p:nvSpPr>
        <p:spPr>
          <a:xfrm>
            <a:off x="774222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5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CMP</a:t>
            </a:r>
          </a:p>
        </p:txBody>
      </p:sp>
      <p:sp>
        <p:nvSpPr>
          <p:cNvPr id="13" name="Pentagon 12"/>
          <p:cNvSpPr/>
          <p:nvPr/>
        </p:nvSpPr>
        <p:spPr>
          <a:xfrm>
            <a:off x="904524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A6A6A6"/>
          </a:solidFill>
          <a:ln w="28575">
            <a:solidFill>
              <a:srgbClr val="7F7F7F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"/>
              </a:rPr>
              <a:t>Repeat Process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348264" y="233172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B96A73"/>
          </a:solidFill>
          <a:ln w="28575">
            <a:solidFill>
              <a:srgbClr val="B96A7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Packaging</a:t>
            </a:r>
          </a:p>
        </p:txBody>
      </p:sp>
      <p:sp>
        <p:nvSpPr>
          <p:cNvPr id="15" name="Pentagon 14"/>
          <p:cNvSpPr/>
          <p:nvPr/>
        </p:nvSpPr>
        <p:spPr>
          <a:xfrm>
            <a:off x="609904" y="3331159"/>
            <a:ext cx="1851660" cy="706831"/>
          </a:xfrm>
          <a:prstGeom prst="homePlate">
            <a:avLst>
              <a:gd name="adj" fmla="val 44435"/>
            </a:avLst>
          </a:prstGeom>
          <a:solidFill>
            <a:srgbClr val="FFFFFF"/>
          </a:solidFill>
          <a:ln w="28575">
            <a:solidFill>
              <a:srgbClr val="862633"/>
            </a:solidFill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"/>
              </a:rPr>
              <a:t>Reticles</a:t>
            </a:r>
          </a:p>
        </p:txBody>
      </p:sp>
      <p:sp>
        <p:nvSpPr>
          <p:cNvPr id="16" name="Pentagon 15"/>
          <p:cNvSpPr/>
          <p:nvPr/>
        </p:nvSpPr>
        <p:spPr>
          <a:xfrm>
            <a:off x="2530144" y="3331159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A6A6A6"/>
          </a:solidFill>
          <a:ln w="28575">
            <a:solidFill>
              <a:srgbClr val="7F7F7F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"/>
              </a:rPr>
              <a:t>Reticle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64584" y="2212848"/>
            <a:ext cx="6583679" cy="917143"/>
          </a:xfrm>
          <a:prstGeom prst="rect">
            <a:avLst/>
          </a:prstGeom>
          <a:noFill/>
          <a:ln w="285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4584" y="1920239"/>
            <a:ext cx="65836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 i="1">
                <a:solidFill>
                  <a:srgbClr val="4E161E"/>
                </a:solidFill>
                <a:latin typeface="Helvetica"/>
              </a:rPr>
              <a:t>Process Control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0742" y="3038551"/>
            <a:ext cx="0" cy="219456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4388662" y="3258007"/>
            <a:ext cx="5212080" cy="0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4388662" y="3038551"/>
            <a:ext cx="0" cy="219456"/>
          </a:xfrm>
          <a:prstGeom prst="line">
            <a:avLst/>
          </a:prstGeom>
          <a:ln w="25400">
            <a:solidFill>
              <a:srgbClr val="4E161E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>
            <a:off x="5691682" y="3038551"/>
            <a:ext cx="0" cy="329184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691682" y="3367735"/>
            <a:ext cx="0" cy="316839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3764584" y="3684574"/>
            <a:ext cx="1927098" cy="0"/>
          </a:xfrm>
          <a:prstGeom prst="line">
            <a:avLst/>
          </a:prstGeom>
          <a:ln w="25400">
            <a:solidFill>
              <a:srgbClr val="4E161E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3840480" y="4434840"/>
            <a:ext cx="3163824" cy="365760"/>
          </a:xfrm>
          <a:prstGeom prst="rect">
            <a:avLst/>
          </a:prstGeom>
          <a:solidFill>
            <a:srgbClr val="7F7F7F"/>
          </a:solidFill>
          <a:ln w="190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Metrology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881067"/>
            <a:ext cx="3163824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 wrap="square" tIns="36576" bIns="36576"/>
          <a:lstStyle/>
          <a:p>
            <a:pPr algn="just"/>
            <a:r>
              <a:rPr sz="1200" b="1" i="0">
                <a:solidFill>
                  <a:srgbClr val="000000"/>
                </a:solidFill>
                <a:latin typeface="Helvetica"/>
              </a:rPr>
              <a:t>Measures alignment at 3,000+ points per wafer,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feeding corrections back to the tool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so the next wafer prints more precisely.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434840"/>
            <a:ext cx="3163824" cy="365760"/>
          </a:xfrm>
          <a:prstGeom prst="rect">
            <a:avLst/>
          </a:prstGeom>
          <a:solidFill>
            <a:srgbClr val="7F7F7F"/>
          </a:solidFill>
          <a:ln w="190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Inspection &amp; Data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881067"/>
            <a:ext cx="3163824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 wrap="square" tIns="36576" bIns="36576"/>
          <a:lstStyle/>
          <a:p>
            <a:pPr algn="just"/>
            <a:r>
              <a:rPr sz="1200" b="1" i="0">
                <a:solidFill>
                  <a:srgbClr val="000000"/>
                </a:solidFill>
                <a:latin typeface="Helvetica"/>
              </a:rPr>
              <a:t>Scans for random defects across the wafer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and checks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100% of every reticle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, tracing each defect to its source.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Structure: Two Listings, Three Classes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Units bundle limited- and full-vote shares; ADSs trade in New York, units in Mexico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4168"/>
            <a:ext cx="640080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Share structure as of 1-Apr-2026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699869"/>
            <a:ext cx="64008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609904" y="1828800"/>
            <a:ext cx="146304" cy="146304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178308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000000"/>
                </a:solidFill>
                <a:latin typeface="Helvetica"/>
              </a:rPr>
              <a:t>Trading 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" y="2048255"/>
            <a:ext cx="146304" cy="146304"/>
          </a:xfrm>
          <a:prstGeom prst="rect">
            <a:avLst/>
          </a:prstGeom>
          <a:solidFill>
            <a:srgbClr val="EAD2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" y="200253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000000"/>
                </a:solidFill>
                <a:latin typeface="Helvetica"/>
              </a:rPr>
              <a:t>Limited vote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" y="2267712"/>
            <a:ext cx="146304" cy="146304"/>
          </a:xfrm>
          <a:prstGeom prst="rect">
            <a:avLst/>
          </a:prstGeom>
          <a:solidFill>
            <a:srgbClr val="FEF3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" y="222199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000000"/>
                </a:solidFill>
                <a:latin typeface="Helvetica"/>
              </a:rPr>
              <a:t>Full vote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1624" y="1801368"/>
            <a:ext cx="1645920" cy="566928"/>
          </a:xfrm>
          <a:prstGeom prst="rect">
            <a:avLst/>
          </a:prstGeom>
          <a:solidFill>
            <a:srgbClr val="EAD2D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Series D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7,982,735,660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4384" y="2532888"/>
            <a:ext cx="1463040" cy="713232"/>
          </a:xfrm>
          <a:prstGeom prst="rect">
            <a:avLst/>
          </a:prstGeom>
          <a:solidFill>
            <a:srgbClr val="EAD2D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Sub-series D-B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3,991,367,830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6024" y="2532888"/>
            <a:ext cx="1463040" cy="713232"/>
          </a:xfrm>
          <a:prstGeom prst="rect">
            <a:avLst/>
          </a:prstGeom>
          <a:solidFill>
            <a:srgbClr val="EAD2D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Sub-series D-L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3,991,367,830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7664" y="2532888"/>
            <a:ext cx="1463040" cy="713232"/>
          </a:xfrm>
          <a:prstGeom prst="rect">
            <a:avLst/>
          </a:prstGeom>
          <a:solidFill>
            <a:srgbClr val="FEF3DA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Series B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9,080,926,415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7104" y="3584448"/>
            <a:ext cx="1645920" cy="713232"/>
          </a:xfrm>
          <a:prstGeom prst="rect">
            <a:avLst/>
          </a:prstGeom>
          <a:solidFill>
            <a:srgbClr val="C7DFEF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ADS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1:10 BD Units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7384" y="3584448"/>
            <a:ext cx="1645920" cy="713232"/>
          </a:xfrm>
          <a:prstGeom prst="rect">
            <a:avLst/>
          </a:prstGeom>
          <a:solidFill>
            <a:srgbClr val="862633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BD Units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FFFFFF"/>
                </a:solidFill>
                <a:latin typeface="Helvetica"/>
              </a:rPr>
              <a:t>1,995,683,915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7384" y="4325112"/>
            <a:ext cx="1645920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1000" b="1" i="1">
                <a:solidFill>
                  <a:srgbClr val="000000"/>
                </a:solidFill>
                <a:latin typeface="Helvetica"/>
              </a:rPr>
              <a:t>1 BD Unit: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1" i="1">
                <a:solidFill>
                  <a:srgbClr val="000000"/>
                </a:solidFill>
                <a:latin typeface="Helvetica"/>
              </a:rPr>
              <a:t>2 Series D-B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1" i="1">
                <a:solidFill>
                  <a:srgbClr val="000000"/>
                </a:solidFill>
                <a:latin typeface="Helvetica"/>
              </a:rPr>
              <a:t>2 Series D-L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1" i="1">
                <a:solidFill>
                  <a:srgbClr val="000000"/>
                </a:solidFill>
                <a:latin typeface="Helvetica"/>
              </a:rPr>
              <a:t>1 Series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7664" y="3584448"/>
            <a:ext cx="1463040" cy="713232"/>
          </a:xfrm>
          <a:prstGeom prst="rect">
            <a:avLst/>
          </a:prstGeom>
          <a:solidFill>
            <a:srgbClr val="FEF3DA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000000"/>
                </a:solidFill>
                <a:latin typeface="Helvetica"/>
              </a:rPr>
              <a:t>B Units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1,417,048,500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7664" y="4325112"/>
            <a:ext cx="1463040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1000" b="1" i="1">
                <a:solidFill>
                  <a:srgbClr val="000000"/>
                </a:solidFill>
                <a:latin typeface="Helvetica"/>
              </a:rPr>
              <a:t>1 B Unit = 5 Series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7104" y="5184648"/>
            <a:ext cx="1645920" cy="457200"/>
          </a:xfrm>
          <a:prstGeom prst="rect">
            <a:avLst/>
          </a:prstGeom>
          <a:solidFill>
            <a:srgbClr val="3D8FC9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NYSE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664" y="5184648"/>
            <a:ext cx="1645920" cy="457200"/>
          </a:xfrm>
          <a:prstGeom prst="rect">
            <a:avLst/>
          </a:prstGeom>
          <a:solidFill>
            <a:srgbClr val="8087A1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BMV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90064" y="4297680"/>
            <a:ext cx="0" cy="8869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4587544" y="4297680"/>
            <a:ext cx="0" cy="8869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6827824" y="4297680"/>
            <a:ext cx="0" cy="443484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H="1">
            <a:off x="5867704" y="4741164"/>
            <a:ext cx="96012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5867704" y="4741164"/>
            <a:ext cx="0" cy="44348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7818120" y="1298448"/>
            <a:ext cx="376458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1371600"/>
            <a:ext cx="3581704" cy="466344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/>
            <a:r>
              <a:rPr sz="1100" b="1" i="0">
                <a:solidFill>
                  <a:srgbClr val="000000"/>
                </a:solidFill>
                <a:latin typeface="Helvetica"/>
              </a:rPr>
              <a:t>Characteristics of the common shares</a:t>
            </a:r>
          </a:p>
          <a:p>
            <a:pPr algn="just">
              <a:spcBef>
                <a:spcPts val="800"/>
              </a:spcBef>
            </a:pP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Series B: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unlimited vote; at least 51% of capital; the control series.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Series D: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limited vote; up to 49% of capital; split into D-B and D-L.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BD Units: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1 Series B + 2 D-B + 2 D-L; trade on the BMV and, as ADSs, on the NYSE.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B Units: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5 Series B shares; trade only on the BMV.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Voting Trust Controls 76% of the Vote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Free float ~52% of capital; voting trust 40.6% of capital and 76.3% of Series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884224" y="1417319"/>
            <a:ext cx="4572000" cy="4572000"/>
          </a:xfrm>
          <a:prstGeom prst="ellipse">
            <a:avLst/>
          </a:prstGeom>
          <a:noFill/>
          <a:ln w="12700">
            <a:solidFill>
              <a:srgbClr val="8626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9984" y="1730044"/>
            <a:ext cx="3840480" cy="1077163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Free float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~52% of capital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46.4% of BD Units via ADS</a:t>
            </a:r>
          </a:p>
        </p:txBody>
      </p:sp>
      <p:sp>
        <p:nvSpPr>
          <p:cNvPr id="8" name="Oval 7"/>
          <p:cNvSpPr/>
          <p:nvPr/>
        </p:nvSpPr>
        <p:spPr>
          <a:xfrm>
            <a:off x="1752904" y="3154680"/>
            <a:ext cx="2834640" cy="2834640"/>
          </a:xfrm>
          <a:prstGeom prst="ellipse">
            <a:avLst/>
          </a:prstGeom>
          <a:solidFill>
            <a:srgbClr val="B96A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9676" y="3393338"/>
            <a:ext cx="2381097" cy="822045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Voting Trust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Helvetica"/>
              </a:rPr>
              <a:t>40.6% of total capital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Helvetica"/>
              </a:rPr>
              <a:t>76.3% of Series B (vote)</a:t>
            </a:r>
          </a:p>
        </p:txBody>
      </p:sp>
      <p:sp>
        <p:nvSpPr>
          <p:cNvPr id="10" name="Oval 9"/>
          <p:cNvSpPr/>
          <p:nvPr/>
        </p:nvSpPr>
        <p:spPr>
          <a:xfrm>
            <a:off x="2415844" y="4480559"/>
            <a:ext cx="1508760" cy="150876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6545" y="4752136"/>
            <a:ext cx="1267358" cy="93543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Single holder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8.2% of capital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6669" y="1645919"/>
            <a:ext cx="2462731" cy="0"/>
          </a:xfrm>
          <a:prstGeom prst="line">
            <a:avLst/>
          </a:prstGeom>
          <a:ln w="15875">
            <a:solidFill>
              <a:srgbClr val="862633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4130093" y="1609343"/>
            <a:ext cx="73152" cy="73152"/>
          </a:xfrm>
          <a:prstGeom prst="ellipse">
            <a:avLst/>
          </a:prstGeom>
          <a:solidFill>
            <a:srgbClr val="862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44751"/>
            <a:ext cx="4816144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/>
            <a:r>
              <a:rPr sz="1100" b="1" i="0">
                <a:solidFill>
                  <a:srgbClr val="000000"/>
                </a:solidFill>
                <a:latin typeface="Helvetica"/>
              </a:rPr>
              <a:t>Institutional free float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Held mostly by international and domestic funds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Sensitive to capital-return signals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2782" y="3225546"/>
            <a:ext cx="3016618" cy="0"/>
          </a:xfrm>
          <a:prstGeom prst="line">
            <a:avLst/>
          </a:prstGeom>
          <a:ln w="15875">
            <a:solidFill>
              <a:srgbClr val="862633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576206" y="3188970"/>
            <a:ext cx="73152" cy="73152"/>
          </a:xfrm>
          <a:prstGeom prst="ellipse">
            <a:avLst/>
          </a:prstGeom>
          <a:solidFill>
            <a:srgbClr val="862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024377"/>
            <a:ext cx="4816144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/>
            <a:r>
              <a:rPr sz="1100" b="1" i="0">
                <a:solidFill>
                  <a:srgbClr val="000000"/>
                </a:solidFill>
                <a:latin typeface="Helvetica"/>
              </a:rPr>
              <a:t>Voting Trust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Four families acting as a block until 2030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A buyback lifts its stake without spending capital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95949" y="4693920"/>
            <a:ext cx="2933451" cy="0"/>
          </a:xfrm>
          <a:prstGeom prst="line">
            <a:avLst/>
          </a:prstGeom>
          <a:ln w="15875">
            <a:solidFill>
              <a:srgbClr val="862633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3659373" y="4657344"/>
            <a:ext cx="73152" cy="73152"/>
          </a:xfrm>
          <a:prstGeom prst="ellipse">
            <a:avLst/>
          </a:prstGeom>
          <a:solidFill>
            <a:srgbClr val="862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92752"/>
            <a:ext cx="4816144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/>
            <a:r>
              <a:rPr sz="1100" b="1" i="0">
                <a:solidFill>
                  <a:srgbClr val="000000"/>
                </a:solidFill>
                <a:latin typeface="Helvetica"/>
              </a:rPr>
              <a:t>Single large holder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Holds mostly limited-vote Series D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No challenge to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Buyback Range: Spot to Intrinsic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Repurchases create value only between $214.5 (spot) and $238.7 (DCF value)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4168"/>
            <a:ext cx="548640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Buyback price range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699869"/>
            <a:ext cx="54864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929944" y="3218688"/>
            <a:ext cx="4983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2148382" y="3017520"/>
            <a:ext cx="0" cy="310896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1764334" y="2761488"/>
            <a:ext cx="768096" cy="256032"/>
          </a:xfrm>
          <a:prstGeom prst="roundRect">
            <a:avLst>
              <a:gd name="adj" fmla="val 20000"/>
            </a:avLst>
          </a:prstGeom>
          <a:solidFill>
            <a:srgbClr val="4E161E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"/>
              </a:rPr>
              <a:t>$214.5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04918" y="3017520"/>
            <a:ext cx="0" cy="310896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4220870" y="2761488"/>
            <a:ext cx="768096" cy="256032"/>
          </a:xfrm>
          <a:prstGeom prst="roundRect">
            <a:avLst>
              <a:gd name="adj" fmla="val 20000"/>
            </a:avLst>
          </a:prstGeom>
          <a:solidFill>
            <a:srgbClr val="862633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"/>
              </a:rPr>
              <a:t>$234.4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35727" y="2688336"/>
            <a:ext cx="0" cy="64008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4751679" y="2432304"/>
            <a:ext cx="768096" cy="256032"/>
          </a:xfrm>
          <a:prstGeom prst="roundRect">
            <a:avLst>
              <a:gd name="adj" fmla="val 20000"/>
            </a:avLst>
          </a:prstGeom>
          <a:solidFill>
            <a:srgbClr val="4E161E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"/>
              </a:rPr>
              <a:t>$238.7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39772" y="3547872"/>
            <a:ext cx="345643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</p:cxnSp>
      <p:sp>
        <p:nvSpPr>
          <p:cNvPr id="16" name="Rectangle 15"/>
          <p:cNvSpPr/>
          <p:nvPr/>
        </p:nvSpPr>
        <p:spPr>
          <a:xfrm>
            <a:off x="2516428" y="3383280"/>
            <a:ext cx="2103120" cy="365760"/>
          </a:xfrm>
          <a:prstGeom prst="rect">
            <a:avLst/>
          </a:prstGeom>
          <a:solidFill>
            <a:srgbClr val="4E161E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27432" rIns="27432" tIns="27432" bIns="27432"/>
          <a:lstStyle/>
          <a:p>
            <a:pPr algn="ctr"/>
            <a:r>
              <a:rPr sz="1000" b="0" i="0">
                <a:solidFill>
                  <a:srgbClr val="FFFFFF"/>
                </a:solidFill>
                <a:latin typeface="Helvetica"/>
              </a:rPr>
              <a:t>Range that creates value for holders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2776118" y="1984248"/>
            <a:ext cx="1005840" cy="237744"/>
          </a:xfrm>
          <a:prstGeom prst="wedgeRectCallout">
            <a:avLst>
              <a:gd name="adj1" fmla="val 104545"/>
              <a:gd name="adj2" fmla="val 238461"/>
            </a:avLst>
          </a:prstGeom>
          <a:solidFill>
            <a:srgbClr val="FFF2B3"/>
          </a:solidFill>
          <a:ln w="6350">
            <a:solidFill>
              <a:srgbClr val="404040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900" b="0" i="0">
                <a:solidFill>
                  <a:srgbClr val="000000"/>
                </a:solidFill>
                <a:latin typeface="Helvetica"/>
              </a:rPr>
              <a:t>Consensus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344168"/>
            <a:ext cx="5136184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Where the buyback creates value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1699869"/>
            <a:ext cx="5136184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46520" y="1801368"/>
            <a:ext cx="5136184" cy="2743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A buyback only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creates value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if executed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below intrinsic value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; paying more transfers wealth to sellers.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The lower bound is anchored at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spot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, the natural starting point of any execution.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The upper bound is the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DCF value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: buying above it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destroys value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for holders who stay.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Excess Cash: Ps. 32bn of Capacity at 2.0x Leverage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Approved returns of Ps. 46.6bn still leave room before the 2.0x ND/EBITDA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784" y="1600200"/>
            <a:ext cx="1969008" cy="3566160"/>
          </a:xfrm>
          <a:custGeom>
            <a:avLst/>
            <a:gdLst/>
            <a:ahLst/>
            <a:cxnLst/>
            <a:rect l="0" t="0" r="r" b="b"/>
            <a:pathLst>
              <a:path w="1969008" h="3566160">
                <a:moveTo>
                  <a:pt x="201168" y="0"/>
                </a:moveTo>
                <a:lnTo>
                  <a:pt x="1868424" y="160477"/>
                </a:lnTo>
                <a:arcTo wR="100584" hR="1622602" stAng="-5400000" swAng="10800000"/>
                <a:lnTo>
                  <a:pt x="201168" y="3566160"/>
                </a:lnTo>
                <a:arcTo wR="201168" hR="1783080" stAng="5400000" swAng="10800000"/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2784" y="1600200"/>
            <a:ext cx="402336" cy="356616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1840" y="1885492"/>
            <a:ext cx="310896" cy="310896"/>
          </a:xfrm>
          <a:prstGeom prst="ellipse">
            <a:avLst/>
          </a:prstGeom>
          <a:solidFill>
            <a:srgbClr val="4E16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2240" y="2456078"/>
            <a:ext cx="1475232" cy="9985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Net debt (2025A)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Ps. 74,920 mm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31112" y="3561588"/>
            <a:ext cx="133807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012240" y="3668572"/>
            <a:ext cx="1475232" cy="9985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Net debt / EBITDA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1.02x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624" y="1760677"/>
            <a:ext cx="1969008" cy="3245205"/>
          </a:xfrm>
          <a:custGeom>
            <a:avLst/>
            <a:gdLst/>
            <a:ahLst/>
            <a:cxnLst/>
            <a:rect l="0" t="0" r="r" b="b"/>
            <a:pathLst>
              <a:path w="1969008" h="3245205">
                <a:moveTo>
                  <a:pt x="201168" y="0"/>
                </a:moveTo>
                <a:lnTo>
                  <a:pt x="1868424" y="160477"/>
                </a:lnTo>
                <a:arcTo wR="100584" hR="1462125" stAng="-5400000" swAng="10800000"/>
                <a:lnTo>
                  <a:pt x="201168" y="3245205"/>
                </a:lnTo>
                <a:arcTo wR="201168" hR="1622602" stAng="5400000" swAng="10800000"/>
                <a:close/>
              </a:path>
            </a:pathLst>
          </a:custGeom>
          <a:solidFill>
            <a:srgbClr val="D4D4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624" y="1760677"/>
            <a:ext cx="402336" cy="3245205"/>
          </a:xfrm>
          <a:prstGeom prst="ellipse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9680" y="2020293"/>
            <a:ext cx="310896" cy="310896"/>
          </a:xfrm>
          <a:prstGeom prst="ellipse">
            <a:avLst/>
          </a:prstGeom>
          <a:solidFill>
            <a:srgbClr val="4E16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0080" y="2539526"/>
            <a:ext cx="1475232" cy="90865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Ordinary dividend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Ps. 15,200 mm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952" y="3545540"/>
            <a:ext cx="133807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780080" y="3642896"/>
            <a:ext cx="1475232" cy="90865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Extraordinary div.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Ps. 25,800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8464" y="1921154"/>
            <a:ext cx="1969008" cy="2924251"/>
          </a:xfrm>
          <a:custGeom>
            <a:avLst/>
            <a:gdLst/>
            <a:ahLst/>
            <a:cxnLst/>
            <a:rect l="0" t="0" r="r" b="b"/>
            <a:pathLst>
              <a:path w="1969008" h="2924251">
                <a:moveTo>
                  <a:pt x="201168" y="0"/>
                </a:moveTo>
                <a:lnTo>
                  <a:pt x="1868424" y="160477"/>
                </a:lnTo>
                <a:arcTo wR="100584" hR="1301648" stAng="-5400000" swAng="10800000"/>
                <a:lnTo>
                  <a:pt x="201168" y="2924251"/>
                </a:lnTo>
                <a:arcTo wR="201168" hR="1462125" stAng="5400000" swAng="10800000"/>
                <a:close/>
              </a:path>
            </a:pathLst>
          </a:cu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28464" y="1921154"/>
            <a:ext cx="402336" cy="2924251"/>
          </a:xfrm>
          <a:prstGeom prst="ellipse">
            <a:avLst/>
          </a:prstGeom>
          <a:solidFill>
            <a:srgbClr val="D7D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520" y="2155094"/>
            <a:ext cx="310896" cy="310896"/>
          </a:xfrm>
          <a:prstGeom prst="ellipse">
            <a:avLst/>
          </a:prstGeom>
          <a:solidFill>
            <a:srgbClr val="4E16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7920" y="2622974"/>
            <a:ext cx="1475232" cy="81879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Pending buybacks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Ps. 5,600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304" y="2081631"/>
            <a:ext cx="1969008" cy="2603296"/>
          </a:xfrm>
          <a:custGeom>
            <a:avLst/>
            <a:gdLst/>
            <a:ahLst/>
            <a:cxnLst/>
            <a:rect l="0" t="0" r="r" b="b"/>
            <a:pathLst>
              <a:path w="1969008" h="2603296">
                <a:moveTo>
                  <a:pt x="201168" y="0"/>
                </a:moveTo>
                <a:lnTo>
                  <a:pt x="1868424" y="160477"/>
                </a:lnTo>
                <a:arcTo wR="100584" hR="1141171" stAng="-5400000" swAng="10800000"/>
                <a:lnTo>
                  <a:pt x="201168" y="2603296"/>
                </a:lnTo>
                <a:arcTo wR="201168" hR="1301648" stAng="5400000" swAng="10800000"/>
                <a:close/>
              </a:path>
            </a:pathLst>
          </a:cu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96304" y="2081631"/>
            <a:ext cx="402336" cy="2603296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25360" y="2289895"/>
            <a:ext cx="310896" cy="310896"/>
          </a:xfrm>
          <a:prstGeom prst="ellipse">
            <a:avLst/>
          </a:prstGeom>
          <a:solidFill>
            <a:srgbClr val="4E16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760" y="2706422"/>
            <a:ext cx="1475232" cy="72892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Cash (2026E)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Ps. 59,608 mm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34632" y="3513444"/>
            <a:ext cx="133807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315760" y="3591543"/>
            <a:ext cx="1475232" cy="72892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Gross debt (2026E)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Ps. 178,372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4144" y="2242108"/>
            <a:ext cx="1969008" cy="2282342"/>
          </a:xfrm>
          <a:custGeom>
            <a:avLst/>
            <a:gdLst/>
            <a:ahLst/>
            <a:cxnLst/>
            <a:rect l="0" t="0" r="r" b="b"/>
            <a:pathLst>
              <a:path w="1969008" h="2282342">
                <a:moveTo>
                  <a:pt x="201168" y="0"/>
                </a:moveTo>
                <a:lnTo>
                  <a:pt x="1868424" y="160477"/>
                </a:lnTo>
                <a:arcTo wR="100584" hR="980694" stAng="-5400000" swAng="10800000"/>
                <a:lnTo>
                  <a:pt x="201168" y="2282342"/>
                </a:lnTo>
                <a:arcTo wR="201168" hR="1141171" stAng="5400000" swAng="10800000"/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64144" y="2242108"/>
            <a:ext cx="402336" cy="2282342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3200" y="2424696"/>
            <a:ext cx="310896" cy="310896"/>
          </a:xfrm>
          <a:prstGeom prst="ellipse">
            <a:avLst/>
          </a:prstGeom>
          <a:solidFill>
            <a:srgbClr val="4E16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600" y="2789870"/>
            <a:ext cx="1475232" cy="6390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Net debt (2026E)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Ps. 118,765 mm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02472" y="3497397"/>
            <a:ext cx="133807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8083600" y="3565867"/>
            <a:ext cx="1475232" cy="6390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ND / EBITDA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1.57x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1984" y="2402586"/>
            <a:ext cx="1969008" cy="1961388"/>
          </a:xfrm>
          <a:custGeom>
            <a:avLst/>
            <a:gdLst/>
            <a:ahLst/>
            <a:cxnLst/>
            <a:rect l="0" t="0" r="r" b="b"/>
            <a:pathLst>
              <a:path w="1969008" h="1961388">
                <a:moveTo>
                  <a:pt x="201168" y="0"/>
                </a:moveTo>
                <a:lnTo>
                  <a:pt x="1868424" y="160477"/>
                </a:lnTo>
                <a:arcTo wR="100584" hR="820216" stAng="-5400000" swAng="10800000"/>
                <a:lnTo>
                  <a:pt x="201168" y="1961388"/>
                </a:lnTo>
                <a:arcTo wR="201168" hR="980694" stAng="5400000" swAng="10800000"/>
                <a:close/>
              </a:path>
            </a:pathLst>
          </a:custGeom>
          <a:solidFill>
            <a:srgbClr val="862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31984" y="2402586"/>
            <a:ext cx="402336" cy="1961388"/>
          </a:xfrm>
          <a:prstGeom prst="ellipse">
            <a:avLst/>
          </a:prstGeom>
          <a:solidFill>
            <a:srgbClr val="BC8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61040" y="2559497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862633"/>
                </a:solidFill>
                <a:latin typeface="Helvetic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440" y="2873319"/>
            <a:ext cx="1475232" cy="5491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Excess cash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Helvetica"/>
              </a:rPr>
              <a:t>Ps. 32,121 mm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70312" y="3481349"/>
            <a:ext cx="1338072" cy="0"/>
          </a:xfrm>
          <a:prstGeom prst="line">
            <a:avLst/>
          </a:prstGeom>
          <a:ln w="9525">
            <a:solidFill>
              <a:srgbClr val="FFFF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9851440" y="3540191"/>
            <a:ext cx="1475232" cy="5491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ND / EBITDA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Helvetica"/>
              </a:rPr>
              <a:t>2.00x</a:t>
            </a:r>
          </a:p>
        </p:txBody>
      </p:sp>
      <p:sp>
        <p:nvSpPr>
          <p:cNvPr id="40" name="Oval 39"/>
          <p:cNvSpPr/>
          <p:nvPr/>
        </p:nvSpPr>
        <p:spPr>
          <a:xfrm>
            <a:off x="2535021" y="323697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-</a:t>
            </a:r>
          </a:p>
        </p:txBody>
      </p:sp>
      <p:sp>
        <p:nvSpPr>
          <p:cNvPr id="41" name="Oval 40"/>
          <p:cNvSpPr/>
          <p:nvPr/>
        </p:nvSpPr>
        <p:spPr>
          <a:xfrm>
            <a:off x="4302861" y="323697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-</a:t>
            </a:r>
          </a:p>
        </p:txBody>
      </p:sp>
      <p:sp>
        <p:nvSpPr>
          <p:cNvPr id="42" name="Oval 41"/>
          <p:cNvSpPr/>
          <p:nvPr/>
        </p:nvSpPr>
        <p:spPr>
          <a:xfrm>
            <a:off x="6070701" y="3236976"/>
            <a:ext cx="292608" cy="2926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≈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898952" y="4684928"/>
            <a:ext cx="0" cy="228600"/>
          </a:xfrm>
          <a:prstGeom prst="line">
            <a:avLst/>
          </a:prstGeom>
          <a:ln w="15875">
            <a:solidFill>
              <a:srgbClr val="4E161E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6004864" y="4684928"/>
            <a:ext cx="0" cy="228600"/>
          </a:xfrm>
          <a:prstGeom prst="line">
            <a:avLst/>
          </a:prstGeom>
          <a:ln w="15875">
            <a:solidFill>
              <a:srgbClr val="4E161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898952" y="4913528"/>
            <a:ext cx="3105912" cy="0"/>
          </a:xfrm>
          <a:prstGeom prst="line">
            <a:avLst/>
          </a:prstGeom>
          <a:ln w="15875">
            <a:solidFill>
              <a:srgbClr val="4E161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3674668" y="4758080"/>
            <a:ext cx="1554480" cy="329184"/>
          </a:xfrm>
          <a:prstGeom prst="ellipse">
            <a:avLst/>
          </a:prstGeom>
          <a:solidFill>
            <a:srgbClr val="B96A73"/>
          </a:solidFill>
          <a:ln w="9525">
            <a:solidFill>
              <a:srgbClr val="4E161E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Ps. 46,600 mm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4628" y="51146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Helvetica"/>
              </a:rPr>
              <a:t>Total approved capital return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today's balance sheet to the target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6</a:t>
            </a:r>
          </a:p>
        </p:txBody>
      </p:sp>
      <p:sp>
        <p:nvSpPr>
          <p:cNvPr id="6" name="Pentagon 5"/>
          <p:cNvSpPr/>
          <p:nvPr/>
        </p:nvSpPr>
        <p:spPr>
          <a:xfrm>
            <a:off x="609904" y="1371600"/>
            <a:ext cx="2777490" cy="475488"/>
          </a:xfrm>
          <a:prstGeom prst="homePlate">
            <a:avLst/>
          </a:prstGeom>
          <a:solidFill>
            <a:srgbClr val="808080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"/>
              </a:rPr>
              <a:t>Current situation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3341674" y="1371600"/>
            <a:ext cx="2777490" cy="475488"/>
          </a:xfrm>
          <a:prstGeom prst="chevron">
            <a:avLst/>
          </a:prstGeom>
          <a:solidFill>
            <a:srgbClr val="82626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"/>
              </a:rPr>
              <a:t>2026 programme</a:t>
            </a:r>
          </a:p>
        </p:txBody>
      </p:sp>
      <p:sp>
        <p:nvSpPr>
          <p:cNvPr id="8" name="Chevron 7"/>
          <p:cNvSpPr/>
          <p:nvPr/>
        </p:nvSpPr>
        <p:spPr>
          <a:xfrm>
            <a:off x="6073444" y="1371600"/>
            <a:ext cx="2777490" cy="475488"/>
          </a:xfrm>
          <a:prstGeom prst="chevron">
            <a:avLst/>
          </a:prstGeom>
          <a:solidFill>
            <a:srgbClr val="84444D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"/>
              </a:rPr>
              <a:t>The opportunity</a:t>
            </a:r>
          </a:p>
        </p:txBody>
      </p:sp>
      <p:sp>
        <p:nvSpPr>
          <p:cNvPr id="9" name="Chevron 8"/>
          <p:cNvSpPr/>
          <p:nvPr/>
        </p:nvSpPr>
        <p:spPr>
          <a:xfrm>
            <a:off x="8805214" y="1371600"/>
            <a:ext cx="2777490" cy="475488"/>
          </a:xfrm>
          <a:prstGeom prst="chevron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"/>
              </a:rPr>
              <a:t>Target 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064" y="2011680"/>
            <a:ext cx="2434589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Cash &amp; equivalents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$99,955</a:t>
            </a:r>
          </a:p>
          <a:p>
            <a:pPr algn="ctr">
              <a:spcBef>
                <a:spcPts val="800"/>
              </a:spcBef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Net debt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$74,920</a:t>
            </a:r>
          </a:p>
          <a:p>
            <a:pPr algn="ctr">
              <a:spcBef>
                <a:spcPts val="800"/>
              </a:spcBef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ND / EBITDA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1.02x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1694" y="2011680"/>
            <a:ext cx="2434589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Returns approved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Ps. ~47,000 mm</a:t>
            </a:r>
          </a:p>
          <a:p>
            <a:pPr algn="ctr">
              <a:spcBef>
                <a:spcPts val="800"/>
              </a:spcBef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ND / EBITDA 2026E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1.57x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6324" y="2011680"/>
            <a:ext cx="2434589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Excess cash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Ps. 32,121 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0954" y="2011680"/>
            <a:ext cx="2434589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000000"/>
                </a:solidFill>
                <a:latin typeface="Helvetica"/>
              </a:rPr>
              <a:t>Proposal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Dividends 30% / Buybacks 70%</a:t>
            </a:r>
          </a:p>
          <a:p>
            <a:pPr algn="ctr">
              <a:spcBef>
                <a:spcPts val="800"/>
              </a:spcBef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ND / EBITDA</a:t>
            </a:r>
          </a:p>
          <a:p>
            <a:pPr algn="ctr">
              <a:spcBef>
                <a:spcPts val="800"/>
              </a:spcBef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2.0x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609904" y="4425696"/>
            <a:ext cx="10972800" cy="201168"/>
          </a:xfrm>
          <a:prstGeom prst="triangle">
            <a:avLst/>
          </a:prstGeom>
          <a:solidFill>
            <a:srgbClr val="CECE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" y="4023360"/>
            <a:ext cx="10972800" cy="411480"/>
          </a:xfrm>
          <a:prstGeom prst="rect">
            <a:avLst/>
          </a:prstGeom>
          <a:solidFill>
            <a:srgbClr val="7F7F7F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Conclusions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" y="4773168"/>
            <a:ext cx="347472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The company holds excess cash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that can be returned via dividends or buybacks without hurting its capital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944" y="4773168"/>
            <a:ext cx="347472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With a dividend yield already above the market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, raising the dividend adds little perceived value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67504" y="4773168"/>
            <a:ext cx="0" cy="13716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016544" y="4773168"/>
            <a:ext cx="347472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The stock trades at a discount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; buying back shares is the allocation with the highest risk-adjusted return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5104" y="4773168"/>
            <a:ext cx="0" cy="13716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Plan in Four Stages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think-cell 'Process stages' (tc:13) recoloured to the house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7</a:t>
            </a:r>
          </a:p>
        </p:txBody>
      </p:sp>
      <p:grpSp>
        <p:nvGrpSpPr>
          <p:cNvPr id="6" name="tclib Thinkcell.pptx #13"/>
          <p:cNvGrpSpPr/>
          <p:nvPr/>
        </p:nvGrpSpPr>
        <p:grpSpPr>
          <a:xfrm>
            <a:off x="609904" y="2107393"/>
            <a:ext cx="10972800" cy="3191853"/>
            <a:chOff x="0" y="2034283"/>
            <a:chExt cx="12192000" cy="3546504"/>
          </a:xfrm>
        </p:grpSpPr>
        <p:cxnSp>
          <p:nvCxnSpPr>
            <p:cNvPr id="7" name="Gerader Verbinder 8">
              <a:extLst>
                <a:ext uri="{FF2B5EF4-FFF2-40B4-BE49-F238E27FC236}">
                  <a16:creationId xmlns:a16="http://schemas.microsoft.com/office/drawing/2014/main" id="{D6021A95-DE8B-450E-4404-34B449669F8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0" y="5124742"/>
              <a:ext cx="12192000" cy="0"/>
            </a:xfrm>
            <a:prstGeom prst="line">
              <a:avLst/>
            </a:prstGeom>
            <a:noFill/>
            <a:ln w="9525" cap="rnd" cmpd="sng" algn="ctr">
              <a:solidFill>
                <a:srgbClr val="4E161E">
                  <a:lumMod val="20000"/>
                  <a:lumOff val="80000"/>
                </a:srgbClr>
              </a:solidFill>
              <a:prstDash val="solid"/>
            </a:ln>
            <a:effectLst/>
          </p:spPr>
        </p:cxnSp>
        <p:sp>
          <p:nvSpPr>
            <p:cNvPr id="8" name="Rechteck 10">
              <a:extLst>
                <a:ext uri="{FF2B5EF4-FFF2-40B4-BE49-F238E27FC236}">
                  <a16:creationId xmlns:a16="http://schemas.microsoft.com/office/drawing/2014/main" id="{000FEB2C-736C-6333-80B3-2F06AD5D4A84}"/>
                </a:ext>
              </a:extLst>
            </p:cNvPr>
            <p:cNvSpPr>
              <a:spLocks/>
            </p:cNvSpPr>
            <p:nvPr/>
          </p:nvSpPr>
          <p:spPr>
            <a:xfrm>
              <a:off x="1147830" y="2034283"/>
              <a:ext cx="2204085" cy="2236053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144000" tIns="144000" rIns="144000" bIns="144000" rtlCol="0" anchor="t"/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Diligence</a:t>
              </a:r>
            </a:p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62633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Weeks 1-4</a:t>
              </a:r>
            </a:p>
            <a:p>
              <a:pPr marL="0" marR="0" lvl="1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Confirm synergies, legal and tax structure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sym typeface="Futura"/>
              </a:endParaRPr>
            </a:p>
          </p:txBody>
        </p:sp>
        <p:sp>
          <p:nvSpPr>
            <p:cNvPr id="9" name="Rechteck 11">
              <a:extLst>
                <a:ext uri="{FF2B5EF4-FFF2-40B4-BE49-F238E27FC236}">
                  <a16:creationId xmlns:a16="http://schemas.microsoft.com/office/drawing/2014/main" id="{8BC4A3D0-5AB5-83D5-DD33-CA2BD1C5C3DC}"/>
                </a:ext>
              </a:extLst>
            </p:cNvPr>
            <p:cNvSpPr>
              <a:spLocks/>
            </p:cNvSpPr>
            <p:nvPr/>
          </p:nvSpPr>
          <p:spPr>
            <a:xfrm>
              <a:off x="3711915" y="2034283"/>
              <a:ext cx="2204085" cy="2236053"/>
            </a:xfrm>
            <a:prstGeom prst="rect">
              <a:avLst/>
            </a:prstGeom>
            <a:solidFill>
              <a:srgbClr val="862633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144000" tIns="144000" rIns="144000" bIns="144000" rtlCol="0" anchor="t"/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Signing</a:t>
              </a:r>
            </a:p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Week 6</a:t>
              </a:r>
            </a:p>
            <a:p>
              <a:pPr marL="0" marR="0" lvl="1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FFFF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SPA, financing commitments and announcement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ea typeface="+mn-ea"/>
                <a:sym typeface="Futura"/>
              </a:endParaRPr>
            </a:p>
          </p:txBody>
        </p:sp>
        <p:sp>
          <p:nvSpPr>
            <p:cNvPr id="10" name="Rechteck 12">
              <a:extLst>
                <a:ext uri="{FF2B5EF4-FFF2-40B4-BE49-F238E27FC236}">
                  <a16:creationId xmlns:a16="http://schemas.microsoft.com/office/drawing/2014/main" id="{7A2444BF-F16A-8244-F5CE-3CD253CABD6E}"/>
                </a:ext>
              </a:extLst>
            </p:cNvPr>
            <p:cNvSpPr>
              <a:spLocks/>
            </p:cNvSpPr>
            <p:nvPr/>
          </p:nvSpPr>
          <p:spPr>
            <a:xfrm>
              <a:off x="6276000" y="2034283"/>
              <a:ext cx="2204085" cy="2236053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144000" tIns="144000" rIns="144000" bIns="144000" rtlCol="0" anchor="t"/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Approvals</a:t>
              </a:r>
            </a:p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62633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Weeks 6-20</a:t>
              </a:r>
            </a:p>
            <a:p>
              <a:pPr marL="0" marR="0" lvl="1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Antitrust and shareholder approvals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sym typeface="Futura"/>
              </a:endParaRPr>
            </a:p>
          </p:txBody>
        </p:sp>
        <p:sp>
          <p:nvSpPr>
            <p:cNvPr id="11" name="Rechteck 13">
              <a:extLst>
                <a:ext uri="{FF2B5EF4-FFF2-40B4-BE49-F238E27FC236}">
                  <a16:creationId xmlns:a16="http://schemas.microsoft.com/office/drawing/2014/main" id="{3429B6EF-FA33-0D70-15B5-335C7F591F60}"/>
                </a:ext>
              </a:extLst>
            </p:cNvPr>
            <p:cNvSpPr>
              <a:spLocks/>
            </p:cNvSpPr>
            <p:nvPr/>
          </p:nvSpPr>
          <p:spPr>
            <a:xfrm>
              <a:off x="8840085" y="2034283"/>
              <a:ext cx="2204085" cy="2236053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144000" tIns="144000" rIns="144000" bIns="144000" rtlCol="0" anchor="t"/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Closing</a:t>
              </a:r>
            </a:p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62633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Week 24</a:t>
              </a:r>
            </a:p>
            <a:p>
              <a:pPr marL="0" marR="0" lvl="1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Funds flow and day-one integration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sym typeface="Futura"/>
              </a:endParaRPr>
            </a:p>
          </p:txBody>
        </p:sp>
        <p:sp>
          <p:nvSpPr>
            <p:cNvPr id="12" name="Gleichschenkliges Dreieck 15">
              <a:extLst>
                <a:ext uri="{FF2B5EF4-FFF2-40B4-BE49-F238E27FC236}">
                  <a16:creationId xmlns:a16="http://schemas.microsoft.com/office/drawing/2014/main" id="{52326103-2ACC-6025-D468-7AFC7D01BDB6}"/>
                </a:ext>
              </a:extLst>
            </p:cNvPr>
            <p:cNvSpPr>
              <a:spLocks/>
            </p:cNvSpPr>
            <p:nvPr/>
          </p:nvSpPr>
          <p:spPr>
            <a:xfrm flipV="1">
              <a:off x="1942886" y="4270337"/>
              <a:ext cx="613972" cy="529286"/>
            </a:xfrm>
            <a:prstGeom prst="triangle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/>
              </a:endParaRPr>
            </a:p>
          </p:txBody>
        </p:sp>
        <p:sp>
          <p:nvSpPr>
            <p:cNvPr id="13" name="Gleichschenkliges Dreieck 16">
              <a:extLst>
                <a:ext uri="{FF2B5EF4-FFF2-40B4-BE49-F238E27FC236}">
                  <a16:creationId xmlns:a16="http://schemas.microsoft.com/office/drawing/2014/main" id="{D9A781BD-462D-9562-9EE4-54B7E65382C1}"/>
                </a:ext>
              </a:extLst>
            </p:cNvPr>
            <p:cNvSpPr>
              <a:spLocks/>
            </p:cNvSpPr>
            <p:nvPr/>
          </p:nvSpPr>
          <p:spPr>
            <a:xfrm flipV="1">
              <a:off x="4506971" y="4270337"/>
              <a:ext cx="613972" cy="529286"/>
            </a:xfrm>
            <a:prstGeom prst="triangle">
              <a:avLst/>
            </a:prstGeom>
            <a:solidFill>
              <a:srgbClr val="862633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latin typeface="Helvetica"/>
              </a:endParaRPr>
            </a:p>
          </p:txBody>
        </p:sp>
        <p:sp>
          <p:nvSpPr>
            <p:cNvPr id="14" name="Gleichschenkliges Dreieck 17">
              <a:extLst>
                <a:ext uri="{FF2B5EF4-FFF2-40B4-BE49-F238E27FC236}">
                  <a16:creationId xmlns:a16="http://schemas.microsoft.com/office/drawing/2014/main" id="{48FA3444-36AA-95E1-3528-198458B2453E}"/>
                </a:ext>
              </a:extLst>
            </p:cNvPr>
            <p:cNvSpPr>
              <a:spLocks/>
            </p:cNvSpPr>
            <p:nvPr/>
          </p:nvSpPr>
          <p:spPr>
            <a:xfrm flipV="1">
              <a:off x="7071056" y="4270337"/>
              <a:ext cx="613972" cy="529286"/>
            </a:xfrm>
            <a:prstGeom prst="triangle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/>
              </a:endParaRPr>
            </a:p>
          </p:txBody>
        </p:sp>
        <p:sp>
          <p:nvSpPr>
            <p:cNvPr id="15" name="Gleichschenkliges Dreieck 18">
              <a:extLst>
                <a:ext uri="{FF2B5EF4-FFF2-40B4-BE49-F238E27FC236}">
                  <a16:creationId xmlns:a16="http://schemas.microsoft.com/office/drawing/2014/main" id="{669E7860-00B9-E219-0975-A58E052E7FD9}"/>
                </a:ext>
              </a:extLst>
            </p:cNvPr>
            <p:cNvSpPr>
              <a:spLocks/>
            </p:cNvSpPr>
            <p:nvPr/>
          </p:nvSpPr>
          <p:spPr>
            <a:xfrm flipV="1">
              <a:off x="9635141" y="4270337"/>
              <a:ext cx="613972" cy="529286"/>
            </a:xfrm>
            <a:prstGeom prst="triangle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/>
              </a:endParaRPr>
            </a:p>
          </p:txBody>
        </p:sp>
        <p:sp>
          <p:nvSpPr>
            <p:cNvPr id="16" name="Ellipse 19">
              <a:extLst>
                <a:ext uri="{FF2B5EF4-FFF2-40B4-BE49-F238E27FC236}">
                  <a16:creationId xmlns:a16="http://schemas.microsoft.com/office/drawing/2014/main" id="{D23632E0-7E1B-131C-E9A2-166537F6C797}"/>
                </a:ext>
              </a:extLst>
            </p:cNvPr>
            <p:cNvSpPr>
              <a:spLocks/>
            </p:cNvSpPr>
            <p:nvPr/>
          </p:nvSpPr>
          <p:spPr>
            <a:xfrm flipV="1">
              <a:off x="2174329" y="5048999"/>
              <a:ext cx="151086" cy="151486"/>
            </a:xfrm>
            <a:prstGeom prst="ellipse">
              <a:avLst/>
            </a:prstGeom>
            <a:solidFill>
              <a:srgbClr val="EFEFEF"/>
            </a:soli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000000"/>
                </a:solidFill>
                <a:latin typeface="Helvetica"/>
              </a:endParaRPr>
            </a:p>
          </p:txBody>
        </p:sp>
        <p:sp>
          <p:nvSpPr>
            <p:cNvPr id="17" name="Ellipse 20">
              <a:extLst>
                <a:ext uri="{FF2B5EF4-FFF2-40B4-BE49-F238E27FC236}">
                  <a16:creationId xmlns:a16="http://schemas.microsoft.com/office/drawing/2014/main" id="{B3E07142-8AC8-27CA-E1E5-0D7C7AADA6EC}"/>
                </a:ext>
              </a:extLst>
            </p:cNvPr>
            <p:cNvSpPr>
              <a:spLocks/>
            </p:cNvSpPr>
            <p:nvPr/>
          </p:nvSpPr>
          <p:spPr>
            <a:xfrm flipV="1">
              <a:off x="4738414" y="5048999"/>
              <a:ext cx="151086" cy="151486"/>
            </a:xfrm>
            <a:prstGeom prst="ellipse">
              <a:avLst/>
            </a:prstGeom>
            <a:solidFill>
              <a:srgbClr val="EFEFEF"/>
            </a:soli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000000"/>
                </a:solidFill>
                <a:latin typeface="Helvetica"/>
              </a:endParaRPr>
            </a:p>
          </p:txBody>
        </p:sp>
        <p:sp>
          <p:nvSpPr>
            <p:cNvPr id="18" name="Ellipse 21">
              <a:extLst>
                <a:ext uri="{FF2B5EF4-FFF2-40B4-BE49-F238E27FC236}">
                  <a16:creationId xmlns:a16="http://schemas.microsoft.com/office/drawing/2014/main" id="{1F62A501-A3C3-1AEE-D4F9-0870B8559532}"/>
                </a:ext>
              </a:extLst>
            </p:cNvPr>
            <p:cNvSpPr>
              <a:spLocks/>
            </p:cNvSpPr>
            <p:nvPr/>
          </p:nvSpPr>
          <p:spPr>
            <a:xfrm flipV="1">
              <a:off x="7302499" y="5048999"/>
              <a:ext cx="151086" cy="151486"/>
            </a:xfrm>
            <a:prstGeom prst="ellipse">
              <a:avLst/>
            </a:prstGeom>
            <a:solidFill>
              <a:srgbClr val="EFEFEF"/>
            </a:soli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000000"/>
                </a:solidFill>
                <a:latin typeface="Helvetica"/>
              </a:endParaRPr>
            </a:p>
          </p:txBody>
        </p:sp>
        <p:sp>
          <p:nvSpPr>
            <p:cNvPr id="19" name="Ellipse 22">
              <a:extLst>
                <a:ext uri="{FF2B5EF4-FFF2-40B4-BE49-F238E27FC236}">
                  <a16:creationId xmlns:a16="http://schemas.microsoft.com/office/drawing/2014/main" id="{85C6A953-7887-1E66-E187-B9D098825649}"/>
                </a:ext>
              </a:extLst>
            </p:cNvPr>
            <p:cNvSpPr>
              <a:spLocks/>
            </p:cNvSpPr>
            <p:nvPr/>
          </p:nvSpPr>
          <p:spPr>
            <a:xfrm flipV="1">
              <a:off x="9866584" y="5048999"/>
              <a:ext cx="151086" cy="151486"/>
            </a:xfrm>
            <a:prstGeom prst="ellipse">
              <a:avLst/>
            </a:prstGeom>
            <a:solidFill>
              <a:srgbClr val="EFEFEF"/>
            </a:solidFill>
            <a:ln w="1905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000000"/>
                </a:solidFill>
                <a:latin typeface="Helvetica"/>
              </a:endParaRPr>
            </a:p>
          </p:txBody>
        </p:sp>
        <p:sp>
          <p:nvSpPr>
            <p:cNvPr id="20" name="Rechteck: abgerundete Ecken 23">
              <a:extLst>
                <a:ext uri="{FF2B5EF4-FFF2-40B4-BE49-F238E27FC236}">
                  <a16:creationId xmlns:a16="http://schemas.microsoft.com/office/drawing/2014/main" id="{0A148FAE-5272-7031-D8AF-C1C4EC6FE211}"/>
                </a:ext>
              </a:extLst>
            </p:cNvPr>
            <p:cNvSpPr>
              <a:spLocks/>
            </p:cNvSpPr>
            <p:nvPr/>
          </p:nvSpPr>
          <p:spPr>
            <a:xfrm>
              <a:off x="1147830" y="5359093"/>
              <a:ext cx="2204085" cy="221694"/>
            </a:xfrm>
            <a:prstGeom prst="roundRect">
              <a:avLst>
                <a:gd name="adj" fmla="val 5719"/>
              </a:avLst>
            </a:prstGeom>
            <a:noFill/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Phase 1</a:t>
              </a:r>
            </a:p>
          </p:txBody>
        </p:sp>
        <p:sp>
          <p:nvSpPr>
            <p:cNvPr id="21" name="Rechteck: abgerundete Ecken 24">
              <a:extLst>
                <a:ext uri="{FF2B5EF4-FFF2-40B4-BE49-F238E27FC236}">
                  <a16:creationId xmlns:a16="http://schemas.microsoft.com/office/drawing/2014/main" id="{5746F37C-6487-FBB1-3F41-4745B117156D}"/>
                </a:ext>
              </a:extLst>
            </p:cNvPr>
            <p:cNvSpPr>
              <a:spLocks/>
            </p:cNvSpPr>
            <p:nvPr/>
          </p:nvSpPr>
          <p:spPr>
            <a:xfrm>
              <a:off x="3711915" y="5359093"/>
              <a:ext cx="2204085" cy="221694"/>
            </a:xfrm>
            <a:prstGeom prst="roundRect">
              <a:avLst>
                <a:gd name="adj" fmla="val 5719"/>
              </a:avLst>
            </a:prstGeom>
            <a:noFill/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Phase 2</a:t>
              </a:r>
            </a:p>
          </p:txBody>
        </p:sp>
        <p:sp>
          <p:nvSpPr>
            <p:cNvPr id="22" name="Rechteck: abgerundete Ecken 25">
              <a:extLst>
                <a:ext uri="{FF2B5EF4-FFF2-40B4-BE49-F238E27FC236}">
                  <a16:creationId xmlns:a16="http://schemas.microsoft.com/office/drawing/2014/main" id="{705A953A-A11B-4E28-75A3-C0967B6D0A0E}"/>
                </a:ext>
              </a:extLst>
            </p:cNvPr>
            <p:cNvSpPr>
              <a:spLocks/>
            </p:cNvSpPr>
            <p:nvPr/>
          </p:nvSpPr>
          <p:spPr>
            <a:xfrm>
              <a:off x="6276000" y="5359093"/>
              <a:ext cx="2204085" cy="221694"/>
            </a:xfrm>
            <a:prstGeom prst="roundRect">
              <a:avLst>
                <a:gd name="adj" fmla="val 5719"/>
              </a:avLst>
            </a:prstGeom>
            <a:noFill/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Phase 3</a:t>
              </a:r>
            </a:p>
          </p:txBody>
        </p:sp>
        <p:sp>
          <p:nvSpPr>
            <p:cNvPr id="23" name="Rechteck: abgerundete Ecken 26">
              <a:extLst>
                <a:ext uri="{FF2B5EF4-FFF2-40B4-BE49-F238E27FC236}">
                  <a16:creationId xmlns:a16="http://schemas.microsoft.com/office/drawing/2014/main" id="{1EB74A8D-7CF4-304E-D530-418C5981A3C6}"/>
                </a:ext>
              </a:extLst>
            </p:cNvPr>
            <p:cNvSpPr>
              <a:spLocks/>
            </p:cNvSpPr>
            <p:nvPr/>
          </p:nvSpPr>
          <p:spPr>
            <a:xfrm>
              <a:off x="8840085" y="5359093"/>
              <a:ext cx="2204085" cy="221694"/>
            </a:xfrm>
            <a:prstGeom prst="roundRect">
              <a:avLst>
                <a:gd name="adj" fmla="val 5719"/>
              </a:avLst>
            </a:prstGeom>
            <a:noFill/>
            <a:ln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+mn-ea"/>
                  <a:sym typeface="Futura"/>
                </a:rPr>
                <a:t>Phase 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Levers of the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think-cell 'Four circle segments' (tc:15)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8</a:t>
            </a:r>
          </a:p>
        </p:txBody>
      </p:sp>
      <p:grpSp>
        <p:nvGrpSpPr>
          <p:cNvPr id="6" name="tclib Thinkcell.pptx #15"/>
          <p:cNvGrpSpPr/>
          <p:nvPr/>
        </p:nvGrpSpPr>
        <p:grpSpPr>
          <a:xfrm>
            <a:off x="609904" y="1678479"/>
            <a:ext cx="10972800" cy="4049682"/>
            <a:chOff x="419099" y="1640502"/>
            <a:chExt cx="11391901" cy="4204358"/>
          </a:xfrm>
        </p:grpSpPr>
        <p:grpSp>
          <p:nvGrpSpPr>
            <p:cNvPr id="7" name="Gruppieren 42">
              <a:extLst>
                <a:ext uri="{FF2B5EF4-FFF2-40B4-BE49-F238E27FC236}">
                  <a16:creationId xmlns:a16="http://schemas.microsoft.com/office/drawing/2014/main" id="{6793E2A7-B5C7-D981-F1C8-7C648ADD1BD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77014" y="1770378"/>
              <a:ext cx="4074484" cy="4074482"/>
              <a:chOff x="4273362" y="1811758"/>
              <a:chExt cx="3647493" cy="3647492"/>
            </a:xfrm>
          </p:grpSpPr>
          <p:sp>
            <p:nvSpPr>
              <p:cNvPr id="8" name="Freihandform: Form 38">
                <a:extLst>
                  <a:ext uri="{FF2B5EF4-FFF2-40B4-BE49-F238E27FC236}">
                    <a16:creationId xmlns:a16="http://schemas.microsoft.com/office/drawing/2014/main" id="{5F7F1FAC-233A-2912-764F-78587A795A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3362" y="1985830"/>
                <a:ext cx="1450870" cy="2331332"/>
              </a:xfrm>
              <a:custGeom>
                <a:avLst/>
                <a:gdLst>
                  <a:gd name="connsiteX0" fmla="*/ 1450870 w 1450870"/>
                  <a:gd name="connsiteY0" fmla="*/ 2331333 h 2331332"/>
                  <a:gd name="connsiteX1" fmla="*/ 132165 w 1450870"/>
                  <a:gd name="connsiteY1" fmla="*/ 2331333 h 2331332"/>
                  <a:gd name="connsiteX2" fmla="*/ 0 w 1450870"/>
                  <a:gd name="connsiteY2" fmla="*/ 1649674 h 2331332"/>
                  <a:gd name="connsiteX3" fmla="*/ 1046583 w 1450870"/>
                  <a:gd name="connsiteY3" fmla="*/ 0 h 2331332"/>
                  <a:gd name="connsiteX4" fmla="*/ 1046583 w 1450870"/>
                  <a:gd name="connsiteY4" fmla="*/ 1649674 h 2331332"/>
                  <a:gd name="connsiteX5" fmla="*/ 1450870 w 1450870"/>
                  <a:gd name="connsiteY5" fmla="*/ 2331333 h 2331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0870" h="2331332">
                    <a:moveTo>
                      <a:pt x="1450870" y="2331333"/>
                    </a:moveTo>
                    <a:lnTo>
                      <a:pt x="132165" y="2331333"/>
                    </a:lnTo>
                    <a:cubicBezTo>
                      <a:pt x="46918" y="2120680"/>
                      <a:pt x="0" y="1890545"/>
                      <a:pt x="0" y="1649674"/>
                    </a:cubicBezTo>
                    <a:cubicBezTo>
                      <a:pt x="0" y="921814"/>
                      <a:pt x="428542" y="292242"/>
                      <a:pt x="1046583" y="0"/>
                    </a:cubicBezTo>
                    <a:lnTo>
                      <a:pt x="1046583" y="1649674"/>
                    </a:lnTo>
                    <a:cubicBezTo>
                      <a:pt x="1046583" y="1943108"/>
                      <a:pt x="1210159" y="2199168"/>
                      <a:pt x="1450870" y="2331333"/>
                    </a:cubicBezTo>
                    <a:close/>
                  </a:path>
                </a:pathLst>
              </a:custGeom>
              <a:solidFill>
                <a:srgbClr val="EFEFEF"/>
              </a:solidFill>
              <a:ln w="79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9" name="Freihandform: Form 39">
                <a:extLst>
                  <a:ext uri="{FF2B5EF4-FFF2-40B4-BE49-F238E27FC236}">
                    <a16:creationId xmlns:a16="http://schemas.microsoft.com/office/drawing/2014/main" id="{FB0FE777-1E8A-8090-A8C2-4E3CA9156E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47434" y="4008301"/>
                <a:ext cx="2331412" cy="1450949"/>
              </a:xfrm>
              <a:custGeom>
                <a:avLst/>
                <a:gdLst>
                  <a:gd name="connsiteX0" fmla="*/ 2331412 w 2331412"/>
                  <a:gd name="connsiteY0" fmla="*/ 0 h 1450949"/>
                  <a:gd name="connsiteX1" fmla="*/ 2331412 w 2331412"/>
                  <a:gd name="connsiteY1" fmla="*/ 1318785 h 1450949"/>
                  <a:gd name="connsiteX2" fmla="*/ 1649674 w 2331412"/>
                  <a:gd name="connsiteY2" fmla="*/ 1450950 h 1450949"/>
                  <a:gd name="connsiteX3" fmla="*/ 0 w 2331412"/>
                  <a:gd name="connsiteY3" fmla="*/ 404287 h 1450949"/>
                  <a:gd name="connsiteX4" fmla="*/ 1649674 w 2331412"/>
                  <a:gd name="connsiteY4" fmla="*/ 404287 h 1450949"/>
                  <a:gd name="connsiteX5" fmla="*/ 2331412 w 2331412"/>
                  <a:gd name="connsiteY5" fmla="*/ 0 h 1450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31412" h="1450949">
                    <a:moveTo>
                      <a:pt x="2331412" y="0"/>
                    </a:moveTo>
                    <a:lnTo>
                      <a:pt x="2331412" y="1318785"/>
                    </a:lnTo>
                    <a:cubicBezTo>
                      <a:pt x="2120680" y="1404032"/>
                      <a:pt x="1890545" y="1450950"/>
                      <a:pt x="1649674" y="1450950"/>
                    </a:cubicBezTo>
                    <a:cubicBezTo>
                      <a:pt x="921814" y="1450950"/>
                      <a:pt x="292242" y="1022329"/>
                      <a:pt x="0" y="404287"/>
                    </a:cubicBezTo>
                    <a:lnTo>
                      <a:pt x="1649674" y="404287"/>
                    </a:lnTo>
                    <a:cubicBezTo>
                      <a:pt x="1943188" y="404287"/>
                      <a:pt x="2199248" y="240712"/>
                      <a:pt x="2331412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 w="79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10" name="Freihandform: Form 40">
                <a:extLst>
                  <a:ext uri="{FF2B5EF4-FFF2-40B4-BE49-F238E27FC236}">
                    <a16:creationId xmlns:a16="http://schemas.microsoft.com/office/drawing/2014/main" id="{DF5E55C7-3E77-B26A-C7F4-8C730A90D8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69985" y="2953766"/>
                <a:ext cx="1450870" cy="2331412"/>
              </a:xfrm>
              <a:custGeom>
                <a:avLst/>
                <a:gdLst>
                  <a:gd name="connsiteX0" fmla="*/ 1450870 w 1450870"/>
                  <a:gd name="connsiteY0" fmla="*/ 681738 h 2331412"/>
                  <a:gd name="connsiteX1" fmla="*/ 404287 w 1450870"/>
                  <a:gd name="connsiteY1" fmla="*/ 2331412 h 2331412"/>
                  <a:gd name="connsiteX2" fmla="*/ 404287 w 1450870"/>
                  <a:gd name="connsiteY2" fmla="*/ 681738 h 2331412"/>
                  <a:gd name="connsiteX3" fmla="*/ 0 w 1450870"/>
                  <a:gd name="connsiteY3" fmla="*/ 0 h 2331412"/>
                  <a:gd name="connsiteX4" fmla="*/ 1318626 w 1450870"/>
                  <a:gd name="connsiteY4" fmla="*/ 0 h 2331412"/>
                  <a:gd name="connsiteX5" fmla="*/ 1450870 w 1450870"/>
                  <a:gd name="connsiteY5" fmla="*/ 681738 h 2331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0870" h="2331412">
                    <a:moveTo>
                      <a:pt x="1450870" y="681738"/>
                    </a:moveTo>
                    <a:cubicBezTo>
                      <a:pt x="1450870" y="1409519"/>
                      <a:pt x="1022329" y="2039171"/>
                      <a:pt x="404287" y="2331412"/>
                    </a:cubicBezTo>
                    <a:lnTo>
                      <a:pt x="404287" y="681738"/>
                    </a:lnTo>
                    <a:cubicBezTo>
                      <a:pt x="404287" y="388224"/>
                      <a:pt x="240712" y="132165"/>
                      <a:pt x="0" y="0"/>
                    </a:cubicBezTo>
                    <a:lnTo>
                      <a:pt x="1318626" y="0"/>
                    </a:lnTo>
                    <a:cubicBezTo>
                      <a:pt x="1403952" y="210653"/>
                      <a:pt x="1450870" y="440788"/>
                      <a:pt x="1450870" y="681738"/>
                    </a:cubicBezTo>
                    <a:close/>
                  </a:path>
                </a:pathLst>
              </a:custGeom>
              <a:solidFill>
                <a:srgbClr val="EFEFEF"/>
              </a:solidFill>
              <a:ln w="79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11" name="Freihandform: Form 41">
                <a:extLst>
                  <a:ext uri="{FF2B5EF4-FFF2-40B4-BE49-F238E27FC236}">
                    <a16:creationId xmlns:a16="http://schemas.microsoft.com/office/drawing/2014/main" id="{B7651585-B212-92F5-29F0-EEEB0902D2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5370" y="1811758"/>
                <a:ext cx="2331412" cy="1450870"/>
              </a:xfrm>
              <a:custGeom>
                <a:avLst/>
                <a:gdLst>
                  <a:gd name="connsiteX0" fmla="*/ 2331412 w 2331412"/>
                  <a:gd name="connsiteY0" fmla="*/ 1046583 h 1450870"/>
                  <a:gd name="connsiteX1" fmla="*/ 681738 w 2331412"/>
                  <a:gd name="connsiteY1" fmla="*/ 1046583 h 1450870"/>
                  <a:gd name="connsiteX2" fmla="*/ 0 w 2331412"/>
                  <a:gd name="connsiteY2" fmla="*/ 1450870 h 1450870"/>
                  <a:gd name="connsiteX3" fmla="*/ 0 w 2331412"/>
                  <a:gd name="connsiteY3" fmla="*/ 132165 h 1450870"/>
                  <a:gd name="connsiteX4" fmla="*/ 681738 w 2331412"/>
                  <a:gd name="connsiteY4" fmla="*/ 0 h 1450870"/>
                  <a:gd name="connsiteX5" fmla="*/ 2331412 w 2331412"/>
                  <a:gd name="connsiteY5" fmla="*/ 1046583 h 145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31412" h="1450870">
                    <a:moveTo>
                      <a:pt x="2331412" y="1046583"/>
                    </a:moveTo>
                    <a:lnTo>
                      <a:pt x="681738" y="1046583"/>
                    </a:lnTo>
                    <a:cubicBezTo>
                      <a:pt x="388224" y="1046583"/>
                      <a:pt x="132165" y="1210159"/>
                      <a:pt x="0" y="1450870"/>
                    </a:cubicBezTo>
                    <a:lnTo>
                      <a:pt x="0" y="132165"/>
                    </a:lnTo>
                    <a:cubicBezTo>
                      <a:pt x="210732" y="46918"/>
                      <a:pt x="440867" y="0"/>
                      <a:pt x="681738" y="0"/>
                    </a:cubicBezTo>
                    <a:cubicBezTo>
                      <a:pt x="1409519" y="0"/>
                      <a:pt x="2039171" y="428542"/>
                      <a:pt x="2331412" y="1046583"/>
                    </a:cubicBezTo>
                    <a:close/>
                  </a:path>
                </a:pathLst>
              </a:custGeom>
              <a:solidFill>
                <a:srgbClr val="862633"/>
              </a:solidFill>
              <a:ln w="79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</p:grpSp>
        <p:sp>
          <p:nvSpPr>
            <p:cNvPr id="12" name="Textfeld 55">
              <a:extLst>
                <a:ext uri="{FF2B5EF4-FFF2-40B4-BE49-F238E27FC236}">
                  <a16:creationId xmlns:a16="http://schemas.microsoft.com/office/drawing/2014/main" id="{44D16396-322B-5561-FC4A-F3868E5CEE6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724597" y="2322008"/>
              <a:ext cx="934139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</a:rPr>
                <a:t>Lorem ipsum dolor sit</a:t>
              </a:r>
            </a:p>
          </p:txBody>
        </p:sp>
        <p:sp>
          <p:nvSpPr>
            <p:cNvPr id="13" name="Textfeld 56">
              <a:extLst>
                <a:ext uri="{FF2B5EF4-FFF2-40B4-BE49-F238E27FC236}">
                  <a16:creationId xmlns:a16="http://schemas.microsoft.com/office/drawing/2014/main" id="{7D0F6004-B758-92A7-C090-E7432233EAB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724597" y="2028795"/>
              <a:ext cx="934139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</a:rPr>
                <a:t>01.</a:t>
              </a:r>
            </a:p>
          </p:txBody>
        </p:sp>
        <p:sp>
          <p:nvSpPr>
            <p:cNvPr id="14" name="Textfeld 53">
              <a:extLst>
                <a:ext uri="{FF2B5EF4-FFF2-40B4-BE49-F238E27FC236}">
                  <a16:creationId xmlns:a16="http://schemas.microsoft.com/office/drawing/2014/main" id="{C1913699-5525-4BE8-1DDD-2AE6F4511C1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724597" y="5176069"/>
              <a:ext cx="934139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Helvetica"/>
                </a:rPr>
                <a:t>Lorem ipsum dolor sit</a:t>
              </a:r>
            </a:p>
          </p:txBody>
        </p:sp>
        <p:sp>
          <p:nvSpPr>
            <p:cNvPr id="15" name="Textfeld 54">
              <a:extLst>
                <a:ext uri="{FF2B5EF4-FFF2-40B4-BE49-F238E27FC236}">
                  <a16:creationId xmlns:a16="http://schemas.microsoft.com/office/drawing/2014/main" id="{E1996D71-0C98-0F2B-16C8-611A817FEAA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724597" y="4882856"/>
              <a:ext cx="934139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>
                  <a:latin typeface="Helvetica"/>
                </a:defRPr>
              </a:pPr>
              <a:r>
                <a:rPr lang="en-US" b="1" kern="0">
                  <a:solidFill>
                    <a:srgbClr val="862633"/>
                  </a:solidFill>
                  <a:latin typeface="Helvetica"/>
                </a:rPr>
                <a:t>03.</a:t>
              </a:r>
            </a:p>
          </p:txBody>
        </p:sp>
        <p:sp>
          <p:nvSpPr>
            <p:cNvPr id="16" name="Textfeld 51">
              <a:extLst>
                <a:ext uri="{FF2B5EF4-FFF2-40B4-BE49-F238E27FC236}">
                  <a16:creationId xmlns:a16="http://schemas.microsoft.com/office/drawing/2014/main" id="{02FAC230-2930-20F2-2811-CD9B7E47341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178124" y="3875612"/>
              <a:ext cx="7997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Helvetica"/>
                </a:rPr>
                <a:t>Lorem ipsum sit</a:t>
              </a:r>
            </a:p>
          </p:txBody>
        </p:sp>
        <p:sp>
          <p:nvSpPr>
            <p:cNvPr id="17" name="Textfeld 52">
              <a:extLst>
                <a:ext uri="{FF2B5EF4-FFF2-40B4-BE49-F238E27FC236}">
                  <a16:creationId xmlns:a16="http://schemas.microsoft.com/office/drawing/2014/main" id="{68F17446-BBAD-5825-9D6B-255D2A1A5CA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178124" y="3582399"/>
              <a:ext cx="722832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>
                  <a:latin typeface="Helvetica"/>
                </a:defRPr>
              </a:pPr>
              <a:r>
                <a:rPr lang="en-US" b="1" kern="0">
                  <a:solidFill>
                    <a:srgbClr val="862633"/>
                  </a:solidFill>
                  <a:latin typeface="Helvetica"/>
                </a:rPr>
                <a:t>02.</a:t>
              </a:r>
            </a:p>
          </p:txBody>
        </p:sp>
        <p:sp>
          <p:nvSpPr>
            <p:cNvPr id="18" name="Textfeld 49">
              <a:extLst>
                <a:ext uri="{FF2B5EF4-FFF2-40B4-BE49-F238E27FC236}">
                  <a16:creationId xmlns:a16="http://schemas.microsoft.com/office/drawing/2014/main" id="{58A56E9D-7C98-FE50-5D82-F9B061A24F5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41873" y="3421905"/>
              <a:ext cx="7997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Helvetica"/>
                </a:rPr>
                <a:t>Lorem ipsum sit</a:t>
              </a:r>
            </a:p>
          </p:txBody>
        </p:sp>
        <p:sp>
          <p:nvSpPr>
            <p:cNvPr id="19" name="Textfeld 50">
              <a:extLst>
                <a:ext uri="{FF2B5EF4-FFF2-40B4-BE49-F238E27FC236}">
                  <a16:creationId xmlns:a16="http://schemas.microsoft.com/office/drawing/2014/main" id="{804397FC-7604-EC39-F4FF-D683358391E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41873" y="3128692"/>
              <a:ext cx="722832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>
                  <a:latin typeface="Helvetica"/>
                </a:defRPr>
              </a:pPr>
              <a:r>
                <a:rPr lang="en-US" b="1" kern="0">
                  <a:solidFill>
                    <a:srgbClr val="862633"/>
                  </a:solidFill>
                  <a:latin typeface="Helvetica"/>
                </a:rPr>
                <a:t>04.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B84696F-7814-B800-680F-76BFB242D61F}"/>
                </a:ext>
              </a:extLst>
            </p:cNvPr>
            <p:cNvSpPr txBox="1">
              <a:spLocks/>
            </p:cNvSpPr>
            <p:nvPr/>
          </p:nvSpPr>
          <p:spPr>
            <a:xfrm>
              <a:off x="5481952" y="3465218"/>
              <a:ext cx="1264608" cy="6848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lang="en-US" dirty="0">
                  <a:latin typeface="Helvetica"/>
                  <a:sym typeface="Futura"/>
                </a:rPr>
                <a:t>Sample text</a:t>
              </a:r>
            </a:p>
            <a:p>
              <a:pPr marR="0" lvl="0" algn="ctr" fontAlgn="auto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200" b="1" dirty="0">
                  <a:solidFill>
                    <a:srgbClr val="862633"/>
                  </a:solidFill>
                  <a:latin typeface="Helvetica"/>
                  <a:sym typeface="Futura"/>
                </a:rPr>
                <a:t>Insert desired text</a:t>
              </a:r>
            </a:p>
          </p:txBody>
        </p:sp>
        <p:cxnSp>
          <p:nvCxnSpPr>
            <p:cNvPr id="21" name="Gerade Verbindung 22">
              <a:extLst>
                <a:ext uri="{FF2B5EF4-FFF2-40B4-BE49-F238E27FC236}">
                  <a16:creationId xmlns:a16="http://schemas.microsoft.com/office/drawing/2014/main" id="{121EF96E-936E-8756-0CF5-D5FDE5B41BF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9100" y="4304578"/>
              <a:ext cx="3603458" cy="0"/>
            </a:xfrm>
            <a:prstGeom prst="line">
              <a:avLst/>
            </a:prstGeom>
            <a:ln w="9525">
              <a:solidFill>
                <a:srgbClr val="4E161E">
                  <a:lumMod val="20000"/>
                  <a:lumOff val="8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cxnSp>
          <p:nvCxnSpPr>
            <p:cNvPr id="22" name="Gerade Verbindung 22">
              <a:extLst>
                <a:ext uri="{FF2B5EF4-FFF2-40B4-BE49-F238E27FC236}">
                  <a16:creationId xmlns:a16="http://schemas.microsoft.com/office/drawing/2014/main" id="{26CEFD01-0944-51C6-0CF9-B7922A01B15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9099" y="2060039"/>
              <a:ext cx="4465722" cy="0"/>
            </a:xfrm>
            <a:prstGeom prst="line">
              <a:avLst/>
            </a:prstGeom>
            <a:ln w="9525">
              <a:solidFill>
                <a:srgbClr val="4E161E">
                  <a:lumMod val="20000"/>
                  <a:lumOff val="8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sp>
          <p:nvSpPr>
            <p:cNvPr id="23" name="Textplatzhalter 13">
              <a:extLst>
                <a:ext uri="{FF2B5EF4-FFF2-40B4-BE49-F238E27FC236}">
                  <a16:creationId xmlns:a16="http://schemas.microsoft.com/office/drawing/2014/main" id="{FF8EEAE4-4827-B1CC-E0B8-B357F9005DD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19101" y="3885041"/>
              <a:ext cx="3457011" cy="307777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de-DE">
                  <a:latin typeface="Helvetica"/>
                </a:defRPr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rgbClr val="4E161E"/>
                  </a:solidFill>
                  <a:latin typeface="Helvetica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9pPr>
            </a:lstStyle>
            <a:p>
              <a:r>
                <a:rPr lang="en-US" sz="2000" cap="none" dirty="0">
                  <a:solidFill>
                    <a:srgbClr val="000000"/>
                  </a:solidFill>
                  <a:latin typeface="Helvetica"/>
                </a:rPr>
                <a:t>Sample text</a:t>
              </a:r>
            </a:p>
          </p:txBody>
        </p:sp>
        <p:sp>
          <p:nvSpPr>
            <p:cNvPr id="24" name="Textplatzhalter 13">
              <a:extLst>
                <a:ext uri="{FF2B5EF4-FFF2-40B4-BE49-F238E27FC236}">
                  <a16:creationId xmlns:a16="http://schemas.microsoft.com/office/drawing/2014/main" id="{A8E6554A-B28E-E970-DE33-2C1F1BA30AA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19101" y="1640502"/>
              <a:ext cx="3457011" cy="307777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de-DE">
                  <a:latin typeface="Helvetica"/>
                </a:defRPr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rgbClr val="4E161E"/>
                  </a:solidFill>
                  <a:latin typeface="Helvetica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9pPr>
            </a:lstStyle>
            <a:p>
              <a:r>
                <a:rPr lang="en-US" sz="2000" cap="none" dirty="0">
                  <a:solidFill>
                    <a:srgbClr val="000000"/>
                  </a:solidFill>
                  <a:latin typeface="Helvetica"/>
                </a:rPr>
                <a:t>Sample text</a:t>
              </a:r>
            </a:p>
          </p:txBody>
        </p:sp>
        <p:sp>
          <p:nvSpPr>
            <p:cNvPr id="25" name="Textplatzhalter 13">
              <a:extLst>
                <a:ext uri="{FF2B5EF4-FFF2-40B4-BE49-F238E27FC236}">
                  <a16:creationId xmlns:a16="http://schemas.microsoft.com/office/drawing/2014/main" id="{CF937A0F-F945-4F1E-95B3-C121E217B9C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53989" y="1640502"/>
              <a:ext cx="3457011" cy="307777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de-DE">
                  <a:latin typeface="Helvetica"/>
                </a:defRPr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rgbClr val="4E161E"/>
                  </a:solidFill>
                  <a:latin typeface="Helvetica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9pPr>
            </a:lstStyle>
            <a:p>
              <a:r>
                <a:rPr lang="en-US" sz="2000" cap="none" dirty="0">
                  <a:solidFill>
                    <a:srgbClr val="000000"/>
                  </a:solidFill>
                  <a:latin typeface="Helvetica"/>
                </a:rPr>
                <a:t>Sample text</a:t>
              </a:r>
            </a:p>
          </p:txBody>
        </p:sp>
        <p:sp>
          <p:nvSpPr>
            <p:cNvPr id="26" name="Textplatzhalter 13">
              <a:extLst>
                <a:ext uri="{FF2B5EF4-FFF2-40B4-BE49-F238E27FC236}">
                  <a16:creationId xmlns:a16="http://schemas.microsoft.com/office/drawing/2014/main" id="{FE100FB6-70F7-FB0D-059B-8FAF225A213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53989" y="3885041"/>
              <a:ext cx="3457011" cy="307777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de-DE">
                  <a:latin typeface="Helvetica"/>
                </a:defRPr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rgbClr val="4E161E"/>
                  </a:solidFill>
                  <a:latin typeface="Helvetica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Helvetica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Helvetica"/>
                </a:defRPr>
              </a:lvl9pPr>
            </a:lstStyle>
            <a:p>
              <a:r>
                <a:rPr lang="en-US" sz="2000" cap="none" dirty="0">
                  <a:solidFill>
                    <a:srgbClr val="000000"/>
                  </a:solidFill>
                  <a:latin typeface="Helvetica"/>
                </a:rPr>
                <a:t>Sample text</a:t>
              </a:r>
            </a:p>
          </p:txBody>
        </p:sp>
        <p:sp>
          <p:nvSpPr>
            <p:cNvPr id="27" name="Inhaltsplatzhalter 2">
              <a:extLst>
                <a:ext uri="{FF2B5EF4-FFF2-40B4-BE49-F238E27FC236}">
                  <a16:creationId xmlns:a16="http://schemas.microsoft.com/office/drawing/2014/main" id="{12DFA0CF-54DB-E259-AF52-6B7018EC2E5B}"/>
                </a:ext>
              </a:extLst>
            </p:cNvPr>
            <p:cNvSpPr txBox="1">
              <a:spLocks/>
            </p:cNvSpPr>
            <p:nvPr/>
          </p:nvSpPr>
          <p:spPr>
            <a:xfrm>
              <a:off x="419101" y="2190391"/>
              <a:ext cx="3457011" cy="111825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862633"/>
                  </a:solidFill>
                  <a:latin typeface="Helvetica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4E161E"/>
                  </a:solidFill>
                  <a:latin typeface="Helvetica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latin typeface="Helvetica"/>
                </a:rPr>
                <a:t>Lorem ipsum dolor sit </a:t>
              </a:r>
              <a:r>
                <a:rPr lang="en-US" sz="1400" dirty="0" err="1">
                  <a:latin typeface="Helvetica"/>
                </a:rPr>
                <a:t>amet</a:t>
              </a:r>
              <a:r>
                <a:rPr lang="en-US" sz="1400" dirty="0">
                  <a:latin typeface="Helvetica"/>
                </a:rPr>
                <a:t>,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consectetur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adipiscing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tempor</a:t>
              </a:r>
              <a:r>
                <a:rPr lang="en-US" sz="1400" dirty="0">
                  <a:latin typeface="Helvetica"/>
                </a:rPr>
                <a:t> </a:t>
              </a:r>
            </a:p>
            <a:p>
              <a:pPr marL="140400" indent="-140400"/>
              <a:r>
                <a:rPr lang="en-US" sz="1400" dirty="0">
                  <a:latin typeface="Helvetica"/>
                </a:rPr>
                <a:t>Quis </a:t>
              </a:r>
              <a:r>
                <a:rPr lang="en-US" sz="1400" dirty="0" err="1">
                  <a:latin typeface="Helvetica"/>
                </a:rPr>
                <a:t>nostrud</a:t>
              </a:r>
              <a:r>
                <a:rPr lang="en-US" sz="1400" dirty="0">
                  <a:latin typeface="Helvetica"/>
                </a:rPr>
                <a:t> exercitation </a:t>
              </a:r>
              <a:r>
                <a:rPr lang="en-US" sz="1400" dirty="0" err="1">
                  <a:latin typeface="Helvetica"/>
                </a:rPr>
                <a:t>ullamco</a:t>
              </a:r>
              <a:endParaRPr lang="en-US" sz="1400" dirty="0">
                <a:latin typeface="Helvetica"/>
              </a:endParaRPr>
            </a:p>
            <a:p>
              <a:pPr marL="140400" indent="-140400"/>
              <a:r>
                <a:rPr lang="en-US" sz="1400" dirty="0">
                  <a:latin typeface="Helvetica"/>
                </a:rPr>
                <a:t>Duis </a:t>
              </a:r>
              <a:r>
                <a:rPr lang="en-US" sz="1400" dirty="0" err="1">
                  <a:latin typeface="Helvetica"/>
                </a:rPr>
                <a:t>aute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irure</a:t>
              </a:r>
              <a:r>
                <a:rPr lang="en-US" sz="1400" dirty="0">
                  <a:latin typeface="Helvetica"/>
                </a:rPr>
                <a:t> dolor </a:t>
              </a:r>
            </a:p>
          </p:txBody>
        </p:sp>
        <p:sp>
          <p:nvSpPr>
            <p:cNvPr id="28" name="Inhaltsplatzhalter 2">
              <a:extLst>
                <a:ext uri="{FF2B5EF4-FFF2-40B4-BE49-F238E27FC236}">
                  <a16:creationId xmlns:a16="http://schemas.microsoft.com/office/drawing/2014/main" id="{6429A5E7-48B0-7630-9B41-959E3AD928A7}"/>
                </a:ext>
              </a:extLst>
            </p:cNvPr>
            <p:cNvSpPr txBox="1">
              <a:spLocks/>
            </p:cNvSpPr>
            <p:nvPr/>
          </p:nvSpPr>
          <p:spPr>
            <a:xfrm>
              <a:off x="419101" y="4460709"/>
              <a:ext cx="3457011" cy="111825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862633"/>
                  </a:solidFill>
                  <a:latin typeface="Helvetica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4E161E"/>
                  </a:solidFill>
                  <a:latin typeface="Helvetica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latin typeface="Helvetica"/>
                </a:rPr>
                <a:t>Lorem ipsum dolor sit </a:t>
              </a:r>
              <a:r>
                <a:rPr lang="en-US" sz="1400" dirty="0" err="1">
                  <a:latin typeface="Helvetica"/>
                </a:rPr>
                <a:t>amet</a:t>
              </a:r>
              <a:r>
                <a:rPr lang="en-US" sz="1400" dirty="0">
                  <a:latin typeface="Helvetica"/>
                </a:rPr>
                <a:t>,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consectetur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adipiscing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tempor</a:t>
              </a:r>
              <a:r>
                <a:rPr lang="en-US" sz="1400" dirty="0">
                  <a:latin typeface="Helvetica"/>
                </a:rPr>
                <a:t> </a:t>
              </a:r>
            </a:p>
            <a:p>
              <a:pPr marL="140400" indent="-140400"/>
              <a:r>
                <a:rPr lang="en-US" sz="1400" dirty="0">
                  <a:latin typeface="Helvetica"/>
                </a:rPr>
                <a:t>Quis </a:t>
              </a:r>
              <a:r>
                <a:rPr lang="en-US" sz="1400" dirty="0" err="1">
                  <a:latin typeface="Helvetica"/>
                </a:rPr>
                <a:t>nostrud</a:t>
              </a:r>
              <a:r>
                <a:rPr lang="en-US" sz="1400" dirty="0">
                  <a:latin typeface="Helvetica"/>
                </a:rPr>
                <a:t> exercitation </a:t>
              </a:r>
              <a:r>
                <a:rPr lang="en-US" sz="1400" dirty="0" err="1">
                  <a:latin typeface="Helvetica"/>
                </a:rPr>
                <a:t>ullamco</a:t>
              </a:r>
              <a:endParaRPr lang="en-US" sz="1400" dirty="0">
                <a:latin typeface="Helvetica"/>
              </a:endParaRPr>
            </a:p>
            <a:p>
              <a:pPr marL="140400" indent="-140400"/>
              <a:r>
                <a:rPr lang="en-US" sz="1400" dirty="0">
                  <a:latin typeface="Helvetica"/>
                </a:rPr>
                <a:t>Duis </a:t>
              </a:r>
              <a:r>
                <a:rPr lang="en-US" sz="1400" dirty="0" err="1">
                  <a:latin typeface="Helvetica"/>
                </a:rPr>
                <a:t>aute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irure</a:t>
              </a:r>
              <a:r>
                <a:rPr lang="en-US" sz="1400" dirty="0">
                  <a:latin typeface="Helvetica"/>
                </a:rPr>
                <a:t> dolor </a:t>
              </a:r>
            </a:p>
          </p:txBody>
        </p:sp>
        <p:sp>
          <p:nvSpPr>
            <p:cNvPr id="29" name="Inhaltsplatzhalter 2">
              <a:extLst>
                <a:ext uri="{FF2B5EF4-FFF2-40B4-BE49-F238E27FC236}">
                  <a16:creationId xmlns:a16="http://schemas.microsoft.com/office/drawing/2014/main" id="{463A6E30-BC89-F701-3955-25A13970B821}"/>
                </a:ext>
              </a:extLst>
            </p:cNvPr>
            <p:cNvSpPr txBox="1">
              <a:spLocks/>
            </p:cNvSpPr>
            <p:nvPr/>
          </p:nvSpPr>
          <p:spPr>
            <a:xfrm>
              <a:off x="8353989" y="2190391"/>
              <a:ext cx="3457011" cy="111825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862633"/>
                  </a:solidFill>
                  <a:latin typeface="Helvetica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4E161E"/>
                  </a:solidFill>
                  <a:latin typeface="Helvetica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latin typeface="Helvetica"/>
                </a:rPr>
                <a:t>Lorem ipsum dolor sit </a:t>
              </a:r>
              <a:r>
                <a:rPr lang="en-US" sz="1400" dirty="0" err="1">
                  <a:latin typeface="Helvetica"/>
                </a:rPr>
                <a:t>amet</a:t>
              </a:r>
              <a:r>
                <a:rPr lang="en-US" sz="1400" dirty="0">
                  <a:latin typeface="Helvetica"/>
                </a:rPr>
                <a:t>,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consectetur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adipiscing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tempor</a:t>
              </a:r>
              <a:r>
                <a:rPr lang="en-US" sz="1400" dirty="0">
                  <a:latin typeface="Helvetica"/>
                </a:rPr>
                <a:t> </a:t>
              </a:r>
            </a:p>
            <a:p>
              <a:pPr marL="140400" indent="-140400"/>
              <a:r>
                <a:rPr lang="en-US" sz="1400" dirty="0">
                  <a:latin typeface="Helvetica"/>
                </a:rPr>
                <a:t>Quis </a:t>
              </a:r>
              <a:r>
                <a:rPr lang="en-US" sz="1400" dirty="0" err="1">
                  <a:latin typeface="Helvetica"/>
                </a:rPr>
                <a:t>nostrud</a:t>
              </a:r>
              <a:r>
                <a:rPr lang="en-US" sz="1400" dirty="0">
                  <a:latin typeface="Helvetica"/>
                </a:rPr>
                <a:t> exercitation </a:t>
              </a:r>
              <a:r>
                <a:rPr lang="en-US" sz="1400" dirty="0" err="1">
                  <a:latin typeface="Helvetica"/>
                </a:rPr>
                <a:t>ullamco</a:t>
              </a:r>
              <a:endParaRPr lang="en-US" sz="1400" dirty="0">
                <a:latin typeface="Helvetica"/>
              </a:endParaRPr>
            </a:p>
            <a:p>
              <a:pPr marL="140400" indent="-140400"/>
              <a:r>
                <a:rPr lang="en-US" sz="1400" dirty="0">
                  <a:latin typeface="Helvetica"/>
                </a:rPr>
                <a:t>Duis </a:t>
              </a:r>
              <a:r>
                <a:rPr lang="en-US" sz="1400" dirty="0" err="1">
                  <a:latin typeface="Helvetica"/>
                </a:rPr>
                <a:t>aute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irure</a:t>
              </a:r>
              <a:r>
                <a:rPr lang="en-US" sz="1400" dirty="0">
                  <a:latin typeface="Helvetica"/>
                </a:rPr>
                <a:t> dolor </a:t>
              </a:r>
            </a:p>
          </p:txBody>
        </p:sp>
        <p:sp>
          <p:nvSpPr>
            <p:cNvPr id="30" name="Inhaltsplatzhalter 2">
              <a:extLst>
                <a:ext uri="{FF2B5EF4-FFF2-40B4-BE49-F238E27FC236}">
                  <a16:creationId xmlns:a16="http://schemas.microsoft.com/office/drawing/2014/main" id="{1999287D-716C-A92C-94D1-9E86C023908D}"/>
                </a:ext>
              </a:extLst>
            </p:cNvPr>
            <p:cNvSpPr txBox="1">
              <a:spLocks/>
            </p:cNvSpPr>
            <p:nvPr/>
          </p:nvSpPr>
          <p:spPr>
            <a:xfrm>
              <a:off x="8353989" y="4460709"/>
              <a:ext cx="3457011" cy="111825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862633"/>
                  </a:solidFill>
                  <a:latin typeface="Helvetica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4E161E"/>
                  </a:solidFill>
                  <a:latin typeface="Helvetica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latin typeface="Helvetica"/>
                </a:rPr>
                <a:t>Lorem ipsum dolor sit </a:t>
              </a:r>
              <a:r>
                <a:rPr lang="en-US" sz="1400" dirty="0" err="1">
                  <a:latin typeface="Helvetica"/>
                </a:rPr>
                <a:t>amet</a:t>
              </a:r>
              <a:r>
                <a:rPr lang="en-US" sz="1400" dirty="0">
                  <a:latin typeface="Helvetica"/>
                </a:rPr>
                <a:t>,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consectetur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adipiscing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tempor</a:t>
              </a:r>
              <a:r>
                <a:rPr lang="en-US" sz="1400" dirty="0">
                  <a:latin typeface="Helvetica"/>
                </a:rPr>
                <a:t> </a:t>
              </a:r>
            </a:p>
            <a:p>
              <a:pPr marL="140400" indent="-140400"/>
              <a:r>
                <a:rPr lang="en-US" sz="1400" dirty="0">
                  <a:latin typeface="Helvetica"/>
                </a:rPr>
                <a:t>Quis </a:t>
              </a:r>
              <a:r>
                <a:rPr lang="en-US" sz="1400" dirty="0" err="1">
                  <a:latin typeface="Helvetica"/>
                </a:rPr>
                <a:t>nostrud</a:t>
              </a:r>
              <a:r>
                <a:rPr lang="en-US" sz="1400" dirty="0">
                  <a:latin typeface="Helvetica"/>
                </a:rPr>
                <a:t> exercitation </a:t>
              </a:r>
              <a:r>
                <a:rPr lang="en-US" sz="1400" dirty="0" err="1">
                  <a:latin typeface="Helvetica"/>
                </a:rPr>
                <a:t>ullamco</a:t>
              </a:r>
              <a:endParaRPr lang="en-US" sz="1400" dirty="0">
                <a:latin typeface="Helvetica"/>
              </a:endParaRPr>
            </a:p>
            <a:p>
              <a:pPr marL="140400" indent="-140400"/>
              <a:r>
                <a:rPr lang="en-US" sz="1400" dirty="0">
                  <a:latin typeface="Helvetica"/>
                </a:rPr>
                <a:t>Duis </a:t>
              </a:r>
              <a:r>
                <a:rPr lang="en-US" sz="1400" dirty="0" err="1">
                  <a:latin typeface="Helvetica"/>
                </a:rPr>
                <a:t>aute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irure</a:t>
              </a:r>
              <a:r>
                <a:rPr lang="en-US" sz="1400" dirty="0">
                  <a:latin typeface="Helvetica"/>
                </a:rPr>
                <a:t> dolor </a:t>
              </a:r>
            </a:p>
          </p:txBody>
        </p:sp>
        <p:cxnSp>
          <p:nvCxnSpPr>
            <p:cNvPr id="31" name="Gerade Verbindung 22">
              <a:extLst>
                <a:ext uri="{FF2B5EF4-FFF2-40B4-BE49-F238E27FC236}">
                  <a16:creationId xmlns:a16="http://schemas.microsoft.com/office/drawing/2014/main" id="{CF6D6E12-07B6-B611-0A8A-76A8D0B154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207542" y="4304578"/>
              <a:ext cx="3603458" cy="0"/>
            </a:xfrm>
            <a:prstGeom prst="line">
              <a:avLst/>
            </a:prstGeom>
            <a:ln w="9525">
              <a:solidFill>
                <a:srgbClr val="4E161E">
                  <a:lumMod val="20000"/>
                  <a:lumOff val="8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cxnSp>
          <p:nvCxnSpPr>
            <p:cNvPr id="32" name="Gerade Verbindung 22">
              <a:extLst>
                <a:ext uri="{FF2B5EF4-FFF2-40B4-BE49-F238E27FC236}">
                  <a16:creationId xmlns:a16="http://schemas.microsoft.com/office/drawing/2014/main" id="{C8E4FD1A-BDB6-52FD-8A2C-C5744805539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345278" y="2060039"/>
              <a:ext cx="4465722" cy="0"/>
            </a:xfrm>
            <a:prstGeom prst="line">
              <a:avLst/>
            </a:prstGeom>
            <a:ln w="9525">
              <a:solidFill>
                <a:srgbClr val="4E161E">
                  <a:lumMod val="20000"/>
                  <a:lumOff val="8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Today to 2030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think-cell 'Road map' (tc:18)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9</a:t>
            </a:r>
          </a:p>
        </p:txBody>
      </p:sp>
      <p:grpSp>
        <p:nvGrpSpPr>
          <p:cNvPr id="6" name="tclib Thinkcell.pptx #18"/>
          <p:cNvGrpSpPr/>
          <p:nvPr/>
        </p:nvGrpSpPr>
        <p:grpSpPr>
          <a:xfrm>
            <a:off x="609904" y="1472733"/>
            <a:ext cx="10972800" cy="4461173"/>
            <a:chOff x="407988" y="1563945"/>
            <a:chExt cx="11053430" cy="4493955"/>
          </a:xfrm>
        </p:grpSpPr>
        <p:grpSp>
          <p:nvGrpSpPr>
            <p:cNvPr id="7" name="Gruppieren 36">
              <a:extLst>
                <a:ext uri="{FF2B5EF4-FFF2-40B4-BE49-F238E27FC236}">
                  <a16:creationId xmlns:a16="http://schemas.microsoft.com/office/drawing/2014/main" id="{7A40A91B-85FA-C57C-2881-B3606A8A316E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7988" y="1563945"/>
              <a:ext cx="11053430" cy="4493955"/>
              <a:chOff x="1586" y="1550196"/>
              <a:chExt cx="11818939" cy="4976234"/>
            </a:xfrm>
          </p:grpSpPr>
          <p:sp>
            <p:nvSpPr>
              <p:cNvPr id="8" name="Freihandform: Form 29">
                <a:extLst>
                  <a:ext uri="{FF2B5EF4-FFF2-40B4-BE49-F238E27FC236}">
                    <a16:creationId xmlns:a16="http://schemas.microsoft.com/office/drawing/2014/main" id="{CE2A39AE-0EA6-7011-6D8F-E63F37781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1550196"/>
                <a:ext cx="11818938" cy="4976233"/>
              </a:xfrm>
              <a:custGeom>
                <a:avLst/>
                <a:gdLst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2470484 w 11804048"/>
                  <a:gd name="connsiteY33" fmla="*/ 359542 h 4989102"/>
                  <a:gd name="connsiteX34" fmla="*/ 2470484 w 11804048"/>
                  <a:gd name="connsiteY34" fmla="*/ 360362 h 4989102"/>
                  <a:gd name="connsiteX35" fmla="*/ 0 w 11804048"/>
                  <a:gd name="connsiteY35" fmla="*/ 360362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2470484 w 11804048"/>
                  <a:gd name="connsiteY33" fmla="*/ 359542 h 4989102"/>
                  <a:gd name="connsiteX34" fmla="*/ 0 w 11804048"/>
                  <a:gd name="connsiteY34" fmla="*/ 360362 h 4989102"/>
                  <a:gd name="connsiteX35" fmla="*/ 0 w 11804048"/>
                  <a:gd name="connsiteY35" fmla="*/ 0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0 w 11804048"/>
                  <a:gd name="connsiteY33" fmla="*/ 360362 h 4989102"/>
                  <a:gd name="connsiteX34" fmla="*/ 0 w 11804048"/>
                  <a:gd name="connsiteY34" fmla="*/ 0 h 4989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804048" h="4989102">
                    <a:moveTo>
                      <a:pt x="0" y="0"/>
                    </a:moveTo>
                    <a:lnTo>
                      <a:pt x="2470484" y="0"/>
                    </a:lnTo>
                    <a:lnTo>
                      <a:pt x="2931171" y="4048"/>
                    </a:lnTo>
                    <a:cubicBezTo>
                      <a:pt x="4085463" y="24074"/>
                      <a:pt x="5274428" y="112739"/>
                      <a:pt x="6192260" y="249741"/>
                    </a:cubicBezTo>
                    <a:cubicBezTo>
                      <a:pt x="6778962" y="337047"/>
                      <a:pt x="7240249" y="440949"/>
                      <a:pt x="7564593" y="558199"/>
                    </a:cubicBezTo>
                    <a:cubicBezTo>
                      <a:pt x="7927857" y="689519"/>
                      <a:pt x="8111411" y="835991"/>
                      <a:pt x="8111411" y="994008"/>
                    </a:cubicBezTo>
                    <a:cubicBezTo>
                      <a:pt x="8111411" y="1061833"/>
                      <a:pt x="8073451" y="1124968"/>
                      <a:pt x="7998011" y="1181248"/>
                    </a:cubicBezTo>
                    <a:cubicBezTo>
                      <a:pt x="7931221" y="1231395"/>
                      <a:pt x="7835119" y="1277573"/>
                      <a:pt x="7704421" y="1321947"/>
                    </a:cubicBezTo>
                    <a:cubicBezTo>
                      <a:pt x="7463686" y="1403482"/>
                      <a:pt x="7135499" y="1468059"/>
                      <a:pt x="6816921" y="1530472"/>
                    </a:cubicBezTo>
                    <a:cubicBezTo>
                      <a:pt x="6144209" y="1662875"/>
                      <a:pt x="5448433" y="1798885"/>
                      <a:pt x="5448433" y="2106982"/>
                    </a:cubicBezTo>
                    <a:cubicBezTo>
                      <a:pt x="5448433" y="2175889"/>
                      <a:pt x="5621416" y="2250929"/>
                      <a:pt x="5977954" y="2336792"/>
                    </a:cubicBezTo>
                    <a:cubicBezTo>
                      <a:pt x="6310946" y="2416522"/>
                      <a:pt x="6763105" y="2498056"/>
                      <a:pt x="7286859" y="2591856"/>
                    </a:cubicBezTo>
                    <a:cubicBezTo>
                      <a:pt x="7980232" y="2715960"/>
                      <a:pt x="8765863" y="2857382"/>
                      <a:pt x="9458757" y="3031273"/>
                    </a:cubicBezTo>
                    <a:cubicBezTo>
                      <a:pt x="10260726" y="3233304"/>
                      <a:pt x="10787844" y="3442550"/>
                      <a:pt x="11069902" y="3671639"/>
                    </a:cubicBezTo>
                    <a:cubicBezTo>
                      <a:pt x="11283729" y="3845169"/>
                      <a:pt x="11453829" y="4028800"/>
                      <a:pt x="11575878" y="4217483"/>
                    </a:cubicBezTo>
                    <a:cubicBezTo>
                      <a:pt x="11673902" y="4368284"/>
                      <a:pt x="11741173" y="4523055"/>
                      <a:pt x="11776250" y="4677103"/>
                    </a:cubicBezTo>
                    <a:cubicBezTo>
                      <a:pt x="11798594" y="4775458"/>
                      <a:pt x="11804923" y="4860419"/>
                      <a:pt x="11803954" y="4928562"/>
                    </a:cubicBezTo>
                    <a:lnTo>
                      <a:pt x="11800968" y="4989102"/>
                    </a:lnTo>
                    <a:lnTo>
                      <a:pt x="9480312" y="4989102"/>
                    </a:lnTo>
                    <a:lnTo>
                      <a:pt x="9473653" y="4566347"/>
                    </a:lnTo>
                    <a:cubicBezTo>
                      <a:pt x="9439537" y="4394260"/>
                      <a:pt x="9367941" y="4238769"/>
                      <a:pt x="9259827" y="4105284"/>
                    </a:cubicBezTo>
                    <a:cubicBezTo>
                      <a:pt x="9124323" y="3938248"/>
                      <a:pt x="8931639" y="3804402"/>
                      <a:pt x="8687061" y="3706994"/>
                    </a:cubicBezTo>
                    <a:cubicBezTo>
                      <a:pt x="8322835" y="3562326"/>
                      <a:pt x="7595826" y="3424151"/>
                      <a:pt x="6827493" y="3277679"/>
                    </a:cubicBezTo>
                    <a:cubicBezTo>
                      <a:pt x="6075016" y="3134092"/>
                      <a:pt x="5222113" y="2971746"/>
                      <a:pt x="4576790" y="2777652"/>
                    </a:cubicBezTo>
                    <a:cubicBezTo>
                      <a:pt x="4225538" y="2671946"/>
                      <a:pt x="3966064" y="2566963"/>
                      <a:pt x="3783470" y="2456567"/>
                    </a:cubicBezTo>
                    <a:cubicBezTo>
                      <a:pt x="3576371" y="2331381"/>
                      <a:pt x="3471621" y="2197896"/>
                      <a:pt x="3471621" y="2060443"/>
                    </a:cubicBezTo>
                    <a:cubicBezTo>
                      <a:pt x="3471621" y="1829550"/>
                      <a:pt x="3657577" y="1647001"/>
                      <a:pt x="4040063" y="1501972"/>
                    </a:cubicBezTo>
                    <a:cubicBezTo>
                      <a:pt x="4369210" y="1377145"/>
                      <a:pt x="4796863" y="1298137"/>
                      <a:pt x="5174543" y="1228508"/>
                    </a:cubicBezTo>
                    <a:cubicBezTo>
                      <a:pt x="5690129" y="1133265"/>
                      <a:pt x="6135560" y="1051010"/>
                      <a:pt x="6135560" y="891189"/>
                    </a:cubicBezTo>
                    <a:cubicBezTo>
                      <a:pt x="6135560" y="846093"/>
                      <a:pt x="6084146" y="801718"/>
                      <a:pt x="5983239" y="758787"/>
                    </a:cubicBezTo>
                    <a:cubicBezTo>
                      <a:pt x="5888099" y="718741"/>
                      <a:pt x="5747790" y="679417"/>
                      <a:pt x="5566157" y="642619"/>
                    </a:cubicBezTo>
                    <a:cubicBezTo>
                      <a:pt x="5259112" y="580927"/>
                      <a:pt x="4830979" y="524287"/>
                      <a:pt x="4293290" y="475583"/>
                    </a:cubicBezTo>
                    <a:cubicBezTo>
                      <a:pt x="3491081" y="402662"/>
                      <a:pt x="2680043" y="367859"/>
                      <a:pt x="2483701" y="360056"/>
                    </a:cubicBezTo>
                    <a:lnTo>
                      <a:pt x="0" y="360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EFEF"/>
              </a:solidFill>
              <a:ln w="6350">
                <a:solidFill>
                  <a:srgbClr val="862633"/>
                </a:solidFill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3266" dirty="0">
                  <a:latin typeface="Helvetica"/>
                </a:endParaRPr>
              </a:p>
            </p:txBody>
          </p:sp>
          <p:sp>
            <p:nvSpPr>
              <p:cNvPr id="9" name="Freihandform: Form 34">
                <a:extLst>
                  <a:ext uri="{FF2B5EF4-FFF2-40B4-BE49-F238E27FC236}">
                    <a16:creationId xmlns:a16="http://schemas.microsoft.com/office/drawing/2014/main" id="{199E3CCC-FE20-A88E-B69F-BCC9BD727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1909324"/>
                <a:ext cx="9492271" cy="4617106"/>
              </a:xfrm>
              <a:custGeom>
                <a:avLst/>
                <a:gdLst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2470484 w 11804048"/>
                  <a:gd name="connsiteY33" fmla="*/ 359542 h 4989102"/>
                  <a:gd name="connsiteX34" fmla="*/ 2470484 w 11804048"/>
                  <a:gd name="connsiteY34" fmla="*/ 360362 h 4989102"/>
                  <a:gd name="connsiteX35" fmla="*/ 0 w 11804048"/>
                  <a:gd name="connsiteY35" fmla="*/ 360362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2470484 w 11804048"/>
                  <a:gd name="connsiteY33" fmla="*/ 359542 h 4989102"/>
                  <a:gd name="connsiteX34" fmla="*/ 0 w 11804048"/>
                  <a:gd name="connsiteY34" fmla="*/ 360362 h 4989102"/>
                  <a:gd name="connsiteX35" fmla="*/ 0 w 11804048"/>
                  <a:gd name="connsiteY35" fmla="*/ 0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0 w 11804048"/>
                  <a:gd name="connsiteY33" fmla="*/ 360362 h 4989102"/>
                  <a:gd name="connsiteX34" fmla="*/ 0 w 11804048"/>
                  <a:gd name="connsiteY34" fmla="*/ 0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0 w 11804048"/>
                  <a:gd name="connsiteY33" fmla="*/ 360362 h 4989102"/>
                  <a:gd name="connsiteX34" fmla="*/ 91325 w 11804048"/>
                  <a:gd name="connsiteY34" fmla="*/ 91676 h 4989102"/>
                  <a:gd name="connsiteX0" fmla="*/ 0 w 11804048"/>
                  <a:gd name="connsiteY0" fmla="*/ 0 h 4989102"/>
                  <a:gd name="connsiteX1" fmla="*/ 2470484 w 11804048"/>
                  <a:gd name="connsiteY1" fmla="*/ 0 h 4989102"/>
                  <a:gd name="connsiteX2" fmla="*/ 2931171 w 11804048"/>
                  <a:gd name="connsiteY2" fmla="*/ 4048 h 4989102"/>
                  <a:gd name="connsiteX3" fmla="*/ 6192260 w 11804048"/>
                  <a:gd name="connsiteY3" fmla="*/ 249741 h 4989102"/>
                  <a:gd name="connsiteX4" fmla="*/ 7564593 w 11804048"/>
                  <a:gd name="connsiteY4" fmla="*/ 558199 h 4989102"/>
                  <a:gd name="connsiteX5" fmla="*/ 8111411 w 11804048"/>
                  <a:gd name="connsiteY5" fmla="*/ 994008 h 4989102"/>
                  <a:gd name="connsiteX6" fmla="*/ 7998011 w 11804048"/>
                  <a:gd name="connsiteY6" fmla="*/ 1181248 h 4989102"/>
                  <a:gd name="connsiteX7" fmla="*/ 7704421 w 11804048"/>
                  <a:gd name="connsiteY7" fmla="*/ 1321947 h 4989102"/>
                  <a:gd name="connsiteX8" fmla="*/ 6816921 w 11804048"/>
                  <a:gd name="connsiteY8" fmla="*/ 1530472 h 4989102"/>
                  <a:gd name="connsiteX9" fmla="*/ 5448433 w 11804048"/>
                  <a:gd name="connsiteY9" fmla="*/ 2106982 h 4989102"/>
                  <a:gd name="connsiteX10" fmla="*/ 5977954 w 11804048"/>
                  <a:gd name="connsiteY10" fmla="*/ 2336792 h 4989102"/>
                  <a:gd name="connsiteX11" fmla="*/ 7286859 w 11804048"/>
                  <a:gd name="connsiteY11" fmla="*/ 2591856 h 4989102"/>
                  <a:gd name="connsiteX12" fmla="*/ 9458757 w 11804048"/>
                  <a:gd name="connsiteY12" fmla="*/ 3031273 h 4989102"/>
                  <a:gd name="connsiteX13" fmla="*/ 11069902 w 11804048"/>
                  <a:gd name="connsiteY13" fmla="*/ 3671639 h 4989102"/>
                  <a:gd name="connsiteX14" fmla="*/ 11575878 w 11804048"/>
                  <a:gd name="connsiteY14" fmla="*/ 4217483 h 4989102"/>
                  <a:gd name="connsiteX15" fmla="*/ 11776250 w 11804048"/>
                  <a:gd name="connsiteY15" fmla="*/ 4677103 h 4989102"/>
                  <a:gd name="connsiteX16" fmla="*/ 11803954 w 11804048"/>
                  <a:gd name="connsiteY16" fmla="*/ 4928562 h 4989102"/>
                  <a:gd name="connsiteX17" fmla="*/ 11800968 w 11804048"/>
                  <a:gd name="connsiteY17" fmla="*/ 4989102 h 4989102"/>
                  <a:gd name="connsiteX18" fmla="*/ 9480312 w 11804048"/>
                  <a:gd name="connsiteY18" fmla="*/ 4989102 h 4989102"/>
                  <a:gd name="connsiteX19" fmla="*/ 9473653 w 11804048"/>
                  <a:gd name="connsiteY19" fmla="*/ 4566347 h 4989102"/>
                  <a:gd name="connsiteX20" fmla="*/ 9259827 w 11804048"/>
                  <a:gd name="connsiteY20" fmla="*/ 4105284 h 4989102"/>
                  <a:gd name="connsiteX21" fmla="*/ 8687061 w 11804048"/>
                  <a:gd name="connsiteY21" fmla="*/ 3706994 h 4989102"/>
                  <a:gd name="connsiteX22" fmla="*/ 6827493 w 11804048"/>
                  <a:gd name="connsiteY22" fmla="*/ 3277679 h 4989102"/>
                  <a:gd name="connsiteX23" fmla="*/ 4576790 w 11804048"/>
                  <a:gd name="connsiteY23" fmla="*/ 2777652 h 4989102"/>
                  <a:gd name="connsiteX24" fmla="*/ 3783470 w 11804048"/>
                  <a:gd name="connsiteY24" fmla="*/ 2456567 h 4989102"/>
                  <a:gd name="connsiteX25" fmla="*/ 3471621 w 11804048"/>
                  <a:gd name="connsiteY25" fmla="*/ 2060443 h 4989102"/>
                  <a:gd name="connsiteX26" fmla="*/ 4040063 w 11804048"/>
                  <a:gd name="connsiteY26" fmla="*/ 1501972 h 4989102"/>
                  <a:gd name="connsiteX27" fmla="*/ 5174543 w 11804048"/>
                  <a:gd name="connsiteY27" fmla="*/ 1228508 h 4989102"/>
                  <a:gd name="connsiteX28" fmla="*/ 6135560 w 11804048"/>
                  <a:gd name="connsiteY28" fmla="*/ 891189 h 4989102"/>
                  <a:gd name="connsiteX29" fmla="*/ 5983239 w 11804048"/>
                  <a:gd name="connsiteY29" fmla="*/ 758787 h 4989102"/>
                  <a:gd name="connsiteX30" fmla="*/ 5566157 w 11804048"/>
                  <a:gd name="connsiteY30" fmla="*/ 642619 h 4989102"/>
                  <a:gd name="connsiteX31" fmla="*/ 4293290 w 11804048"/>
                  <a:gd name="connsiteY31" fmla="*/ 475583 h 4989102"/>
                  <a:gd name="connsiteX32" fmla="*/ 2483701 w 11804048"/>
                  <a:gd name="connsiteY32" fmla="*/ 360056 h 4989102"/>
                  <a:gd name="connsiteX33" fmla="*/ 0 w 11804048"/>
                  <a:gd name="connsiteY33" fmla="*/ 360362 h 4989102"/>
                  <a:gd name="connsiteX0" fmla="*/ 2470484 w 11804048"/>
                  <a:gd name="connsiteY0" fmla="*/ 0 h 4989102"/>
                  <a:gd name="connsiteX1" fmla="*/ 2931171 w 11804048"/>
                  <a:gd name="connsiteY1" fmla="*/ 4048 h 4989102"/>
                  <a:gd name="connsiteX2" fmla="*/ 6192260 w 11804048"/>
                  <a:gd name="connsiteY2" fmla="*/ 249741 h 4989102"/>
                  <a:gd name="connsiteX3" fmla="*/ 7564593 w 11804048"/>
                  <a:gd name="connsiteY3" fmla="*/ 558199 h 4989102"/>
                  <a:gd name="connsiteX4" fmla="*/ 8111411 w 11804048"/>
                  <a:gd name="connsiteY4" fmla="*/ 994008 h 4989102"/>
                  <a:gd name="connsiteX5" fmla="*/ 7998011 w 11804048"/>
                  <a:gd name="connsiteY5" fmla="*/ 1181248 h 4989102"/>
                  <a:gd name="connsiteX6" fmla="*/ 7704421 w 11804048"/>
                  <a:gd name="connsiteY6" fmla="*/ 1321947 h 4989102"/>
                  <a:gd name="connsiteX7" fmla="*/ 6816921 w 11804048"/>
                  <a:gd name="connsiteY7" fmla="*/ 1530472 h 4989102"/>
                  <a:gd name="connsiteX8" fmla="*/ 5448433 w 11804048"/>
                  <a:gd name="connsiteY8" fmla="*/ 2106982 h 4989102"/>
                  <a:gd name="connsiteX9" fmla="*/ 5977954 w 11804048"/>
                  <a:gd name="connsiteY9" fmla="*/ 2336792 h 4989102"/>
                  <a:gd name="connsiteX10" fmla="*/ 7286859 w 11804048"/>
                  <a:gd name="connsiteY10" fmla="*/ 2591856 h 4989102"/>
                  <a:gd name="connsiteX11" fmla="*/ 9458757 w 11804048"/>
                  <a:gd name="connsiteY11" fmla="*/ 3031273 h 4989102"/>
                  <a:gd name="connsiteX12" fmla="*/ 11069902 w 11804048"/>
                  <a:gd name="connsiteY12" fmla="*/ 3671639 h 4989102"/>
                  <a:gd name="connsiteX13" fmla="*/ 11575878 w 11804048"/>
                  <a:gd name="connsiteY13" fmla="*/ 4217483 h 4989102"/>
                  <a:gd name="connsiteX14" fmla="*/ 11776250 w 11804048"/>
                  <a:gd name="connsiteY14" fmla="*/ 4677103 h 4989102"/>
                  <a:gd name="connsiteX15" fmla="*/ 11803954 w 11804048"/>
                  <a:gd name="connsiteY15" fmla="*/ 4928562 h 4989102"/>
                  <a:gd name="connsiteX16" fmla="*/ 11800968 w 11804048"/>
                  <a:gd name="connsiteY16" fmla="*/ 4989102 h 4989102"/>
                  <a:gd name="connsiteX17" fmla="*/ 9480312 w 11804048"/>
                  <a:gd name="connsiteY17" fmla="*/ 4989102 h 4989102"/>
                  <a:gd name="connsiteX18" fmla="*/ 9473653 w 11804048"/>
                  <a:gd name="connsiteY18" fmla="*/ 4566347 h 4989102"/>
                  <a:gd name="connsiteX19" fmla="*/ 9259827 w 11804048"/>
                  <a:gd name="connsiteY19" fmla="*/ 4105284 h 4989102"/>
                  <a:gd name="connsiteX20" fmla="*/ 8687061 w 11804048"/>
                  <a:gd name="connsiteY20" fmla="*/ 3706994 h 4989102"/>
                  <a:gd name="connsiteX21" fmla="*/ 6827493 w 11804048"/>
                  <a:gd name="connsiteY21" fmla="*/ 3277679 h 4989102"/>
                  <a:gd name="connsiteX22" fmla="*/ 4576790 w 11804048"/>
                  <a:gd name="connsiteY22" fmla="*/ 2777652 h 4989102"/>
                  <a:gd name="connsiteX23" fmla="*/ 3783470 w 11804048"/>
                  <a:gd name="connsiteY23" fmla="*/ 2456567 h 4989102"/>
                  <a:gd name="connsiteX24" fmla="*/ 3471621 w 11804048"/>
                  <a:gd name="connsiteY24" fmla="*/ 2060443 h 4989102"/>
                  <a:gd name="connsiteX25" fmla="*/ 4040063 w 11804048"/>
                  <a:gd name="connsiteY25" fmla="*/ 1501972 h 4989102"/>
                  <a:gd name="connsiteX26" fmla="*/ 5174543 w 11804048"/>
                  <a:gd name="connsiteY26" fmla="*/ 1228508 h 4989102"/>
                  <a:gd name="connsiteX27" fmla="*/ 6135560 w 11804048"/>
                  <a:gd name="connsiteY27" fmla="*/ 891189 h 4989102"/>
                  <a:gd name="connsiteX28" fmla="*/ 5983239 w 11804048"/>
                  <a:gd name="connsiteY28" fmla="*/ 758787 h 4989102"/>
                  <a:gd name="connsiteX29" fmla="*/ 5566157 w 11804048"/>
                  <a:gd name="connsiteY29" fmla="*/ 642619 h 4989102"/>
                  <a:gd name="connsiteX30" fmla="*/ 4293290 w 11804048"/>
                  <a:gd name="connsiteY30" fmla="*/ 475583 h 4989102"/>
                  <a:gd name="connsiteX31" fmla="*/ 2483701 w 11804048"/>
                  <a:gd name="connsiteY31" fmla="*/ 360056 h 4989102"/>
                  <a:gd name="connsiteX32" fmla="*/ 0 w 11804048"/>
                  <a:gd name="connsiteY32" fmla="*/ 360362 h 4989102"/>
                  <a:gd name="connsiteX0" fmla="*/ 2931171 w 11804048"/>
                  <a:gd name="connsiteY0" fmla="*/ 0 h 4985054"/>
                  <a:gd name="connsiteX1" fmla="*/ 6192260 w 11804048"/>
                  <a:gd name="connsiteY1" fmla="*/ 245693 h 4985054"/>
                  <a:gd name="connsiteX2" fmla="*/ 7564593 w 11804048"/>
                  <a:gd name="connsiteY2" fmla="*/ 554151 h 4985054"/>
                  <a:gd name="connsiteX3" fmla="*/ 8111411 w 11804048"/>
                  <a:gd name="connsiteY3" fmla="*/ 989960 h 4985054"/>
                  <a:gd name="connsiteX4" fmla="*/ 7998011 w 11804048"/>
                  <a:gd name="connsiteY4" fmla="*/ 1177200 h 4985054"/>
                  <a:gd name="connsiteX5" fmla="*/ 7704421 w 11804048"/>
                  <a:gd name="connsiteY5" fmla="*/ 1317899 h 4985054"/>
                  <a:gd name="connsiteX6" fmla="*/ 6816921 w 11804048"/>
                  <a:gd name="connsiteY6" fmla="*/ 1526424 h 4985054"/>
                  <a:gd name="connsiteX7" fmla="*/ 5448433 w 11804048"/>
                  <a:gd name="connsiteY7" fmla="*/ 2102934 h 4985054"/>
                  <a:gd name="connsiteX8" fmla="*/ 5977954 w 11804048"/>
                  <a:gd name="connsiteY8" fmla="*/ 2332744 h 4985054"/>
                  <a:gd name="connsiteX9" fmla="*/ 7286859 w 11804048"/>
                  <a:gd name="connsiteY9" fmla="*/ 2587808 h 4985054"/>
                  <a:gd name="connsiteX10" fmla="*/ 9458757 w 11804048"/>
                  <a:gd name="connsiteY10" fmla="*/ 3027225 h 4985054"/>
                  <a:gd name="connsiteX11" fmla="*/ 11069902 w 11804048"/>
                  <a:gd name="connsiteY11" fmla="*/ 3667591 h 4985054"/>
                  <a:gd name="connsiteX12" fmla="*/ 11575878 w 11804048"/>
                  <a:gd name="connsiteY12" fmla="*/ 4213435 h 4985054"/>
                  <a:gd name="connsiteX13" fmla="*/ 11776250 w 11804048"/>
                  <a:gd name="connsiteY13" fmla="*/ 4673055 h 4985054"/>
                  <a:gd name="connsiteX14" fmla="*/ 11803954 w 11804048"/>
                  <a:gd name="connsiteY14" fmla="*/ 4924514 h 4985054"/>
                  <a:gd name="connsiteX15" fmla="*/ 11800968 w 11804048"/>
                  <a:gd name="connsiteY15" fmla="*/ 4985054 h 4985054"/>
                  <a:gd name="connsiteX16" fmla="*/ 9480312 w 11804048"/>
                  <a:gd name="connsiteY16" fmla="*/ 4985054 h 4985054"/>
                  <a:gd name="connsiteX17" fmla="*/ 9473653 w 11804048"/>
                  <a:gd name="connsiteY17" fmla="*/ 4562299 h 4985054"/>
                  <a:gd name="connsiteX18" fmla="*/ 9259827 w 11804048"/>
                  <a:gd name="connsiteY18" fmla="*/ 4101236 h 4985054"/>
                  <a:gd name="connsiteX19" fmla="*/ 8687061 w 11804048"/>
                  <a:gd name="connsiteY19" fmla="*/ 3702946 h 4985054"/>
                  <a:gd name="connsiteX20" fmla="*/ 6827493 w 11804048"/>
                  <a:gd name="connsiteY20" fmla="*/ 3273631 h 4985054"/>
                  <a:gd name="connsiteX21" fmla="*/ 4576790 w 11804048"/>
                  <a:gd name="connsiteY21" fmla="*/ 2773604 h 4985054"/>
                  <a:gd name="connsiteX22" fmla="*/ 3783470 w 11804048"/>
                  <a:gd name="connsiteY22" fmla="*/ 2452519 h 4985054"/>
                  <a:gd name="connsiteX23" fmla="*/ 3471621 w 11804048"/>
                  <a:gd name="connsiteY23" fmla="*/ 2056395 h 4985054"/>
                  <a:gd name="connsiteX24" fmla="*/ 4040063 w 11804048"/>
                  <a:gd name="connsiteY24" fmla="*/ 1497924 h 4985054"/>
                  <a:gd name="connsiteX25" fmla="*/ 5174543 w 11804048"/>
                  <a:gd name="connsiteY25" fmla="*/ 1224460 h 4985054"/>
                  <a:gd name="connsiteX26" fmla="*/ 6135560 w 11804048"/>
                  <a:gd name="connsiteY26" fmla="*/ 887141 h 4985054"/>
                  <a:gd name="connsiteX27" fmla="*/ 5983239 w 11804048"/>
                  <a:gd name="connsiteY27" fmla="*/ 754739 h 4985054"/>
                  <a:gd name="connsiteX28" fmla="*/ 5566157 w 11804048"/>
                  <a:gd name="connsiteY28" fmla="*/ 638571 h 4985054"/>
                  <a:gd name="connsiteX29" fmla="*/ 4293290 w 11804048"/>
                  <a:gd name="connsiteY29" fmla="*/ 471535 h 4985054"/>
                  <a:gd name="connsiteX30" fmla="*/ 2483701 w 11804048"/>
                  <a:gd name="connsiteY30" fmla="*/ 356008 h 4985054"/>
                  <a:gd name="connsiteX31" fmla="*/ 0 w 11804048"/>
                  <a:gd name="connsiteY31" fmla="*/ 356314 h 4985054"/>
                  <a:gd name="connsiteX0" fmla="*/ 6192260 w 11804048"/>
                  <a:gd name="connsiteY0" fmla="*/ 0 h 4739361"/>
                  <a:gd name="connsiteX1" fmla="*/ 7564593 w 11804048"/>
                  <a:gd name="connsiteY1" fmla="*/ 308458 h 4739361"/>
                  <a:gd name="connsiteX2" fmla="*/ 8111411 w 11804048"/>
                  <a:gd name="connsiteY2" fmla="*/ 744267 h 4739361"/>
                  <a:gd name="connsiteX3" fmla="*/ 7998011 w 11804048"/>
                  <a:gd name="connsiteY3" fmla="*/ 931507 h 4739361"/>
                  <a:gd name="connsiteX4" fmla="*/ 7704421 w 11804048"/>
                  <a:gd name="connsiteY4" fmla="*/ 1072206 h 4739361"/>
                  <a:gd name="connsiteX5" fmla="*/ 6816921 w 11804048"/>
                  <a:gd name="connsiteY5" fmla="*/ 1280731 h 4739361"/>
                  <a:gd name="connsiteX6" fmla="*/ 5448433 w 11804048"/>
                  <a:gd name="connsiteY6" fmla="*/ 1857241 h 4739361"/>
                  <a:gd name="connsiteX7" fmla="*/ 5977954 w 11804048"/>
                  <a:gd name="connsiteY7" fmla="*/ 2087051 h 4739361"/>
                  <a:gd name="connsiteX8" fmla="*/ 7286859 w 11804048"/>
                  <a:gd name="connsiteY8" fmla="*/ 2342115 h 4739361"/>
                  <a:gd name="connsiteX9" fmla="*/ 9458757 w 11804048"/>
                  <a:gd name="connsiteY9" fmla="*/ 2781532 h 4739361"/>
                  <a:gd name="connsiteX10" fmla="*/ 11069902 w 11804048"/>
                  <a:gd name="connsiteY10" fmla="*/ 3421898 h 4739361"/>
                  <a:gd name="connsiteX11" fmla="*/ 11575878 w 11804048"/>
                  <a:gd name="connsiteY11" fmla="*/ 3967742 h 4739361"/>
                  <a:gd name="connsiteX12" fmla="*/ 11776250 w 11804048"/>
                  <a:gd name="connsiteY12" fmla="*/ 4427362 h 4739361"/>
                  <a:gd name="connsiteX13" fmla="*/ 11803954 w 11804048"/>
                  <a:gd name="connsiteY13" fmla="*/ 4678821 h 4739361"/>
                  <a:gd name="connsiteX14" fmla="*/ 11800968 w 11804048"/>
                  <a:gd name="connsiteY14" fmla="*/ 4739361 h 4739361"/>
                  <a:gd name="connsiteX15" fmla="*/ 9480312 w 11804048"/>
                  <a:gd name="connsiteY15" fmla="*/ 4739361 h 4739361"/>
                  <a:gd name="connsiteX16" fmla="*/ 9473653 w 11804048"/>
                  <a:gd name="connsiteY16" fmla="*/ 4316606 h 4739361"/>
                  <a:gd name="connsiteX17" fmla="*/ 9259827 w 11804048"/>
                  <a:gd name="connsiteY17" fmla="*/ 3855543 h 4739361"/>
                  <a:gd name="connsiteX18" fmla="*/ 8687061 w 11804048"/>
                  <a:gd name="connsiteY18" fmla="*/ 3457253 h 4739361"/>
                  <a:gd name="connsiteX19" fmla="*/ 6827493 w 11804048"/>
                  <a:gd name="connsiteY19" fmla="*/ 3027938 h 4739361"/>
                  <a:gd name="connsiteX20" fmla="*/ 4576790 w 11804048"/>
                  <a:gd name="connsiteY20" fmla="*/ 2527911 h 4739361"/>
                  <a:gd name="connsiteX21" fmla="*/ 3783470 w 11804048"/>
                  <a:gd name="connsiteY21" fmla="*/ 2206826 h 4739361"/>
                  <a:gd name="connsiteX22" fmla="*/ 3471621 w 11804048"/>
                  <a:gd name="connsiteY22" fmla="*/ 1810702 h 4739361"/>
                  <a:gd name="connsiteX23" fmla="*/ 4040063 w 11804048"/>
                  <a:gd name="connsiteY23" fmla="*/ 1252231 h 4739361"/>
                  <a:gd name="connsiteX24" fmla="*/ 5174543 w 11804048"/>
                  <a:gd name="connsiteY24" fmla="*/ 978767 h 4739361"/>
                  <a:gd name="connsiteX25" fmla="*/ 6135560 w 11804048"/>
                  <a:gd name="connsiteY25" fmla="*/ 641448 h 4739361"/>
                  <a:gd name="connsiteX26" fmla="*/ 5983239 w 11804048"/>
                  <a:gd name="connsiteY26" fmla="*/ 509046 h 4739361"/>
                  <a:gd name="connsiteX27" fmla="*/ 5566157 w 11804048"/>
                  <a:gd name="connsiteY27" fmla="*/ 392878 h 4739361"/>
                  <a:gd name="connsiteX28" fmla="*/ 4293290 w 11804048"/>
                  <a:gd name="connsiteY28" fmla="*/ 225842 h 4739361"/>
                  <a:gd name="connsiteX29" fmla="*/ 2483701 w 11804048"/>
                  <a:gd name="connsiteY29" fmla="*/ 110315 h 4739361"/>
                  <a:gd name="connsiteX30" fmla="*/ 0 w 11804048"/>
                  <a:gd name="connsiteY30" fmla="*/ 110621 h 4739361"/>
                  <a:gd name="connsiteX0" fmla="*/ 7564593 w 11804048"/>
                  <a:gd name="connsiteY0" fmla="*/ 198143 h 4629046"/>
                  <a:gd name="connsiteX1" fmla="*/ 8111411 w 11804048"/>
                  <a:gd name="connsiteY1" fmla="*/ 633952 h 4629046"/>
                  <a:gd name="connsiteX2" fmla="*/ 7998011 w 11804048"/>
                  <a:gd name="connsiteY2" fmla="*/ 821192 h 4629046"/>
                  <a:gd name="connsiteX3" fmla="*/ 7704421 w 11804048"/>
                  <a:gd name="connsiteY3" fmla="*/ 961891 h 4629046"/>
                  <a:gd name="connsiteX4" fmla="*/ 6816921 w 11804048"/>
                  <a:gd name="connsiteY4" fmla="*/ 1170416 h 4629046"/>
                  <a:gd name="connsiteX5" fmla="*/ 5448433 w 11804048"/>
                  <a:gd name="connsiteY5" fmla="*/ 1746926 h 4629046"/>
                  <a:gd name="connsiteX6" fmla="*/ 5977954 w 11804048"/>
                  <a:gd name="connsiteY6" fmla="*/ 1976736 h 4629046"/>
                  <a:gd name="connsiteX7" fmla="*/ 7286859 w 11804048"/>
                  <a:gd name="connsiteY7" fmla="*/ 2231800 h 4629046"/>
                  <a:gd name="connsiteX8" fmla="*/ 9458757 w 11804048"/>
                  <a:gd name="connsiteY8" fmla="*/ 2671217 h 4629046"/>
                  <a:gd name="connsiteX9" fmla="*/ 11069902 w 11804048"/>
                  <a:gd name="connsiteY9" fmla="*/ 3311583 h 4629046"/>
                  <a:gd name="connsiteX10" fmla="*/ 11575878 w 11804048"/>
                  <a:gd name="connsiteY10" fmla="*/ 3857427 h 4629046"/>
                  <a:gd name="connsiteX11" fmla="*/ 11776250 w 11804048"/>
                  <a:gd name="connsiteY11" fmla="*/ 4317047 h 4629046"/>
                  <a:gd name="connsiteX12" fmla="*/ 11803954 w 11804048"/>
                  <a:gd name="connsiteY12" fmla="*/ 4568506 h 4629046"/>
                  <a:gd name="connsiteX13" fmla="*/ 11800968 w 11804048"/>
                  <a:gd name="connsiteY13" fmla="*/ 4629046 h 4629046"/>
                  <a:gd name="connsiteX14" fmla="*/ 9480312 w 11804048"/>
                  <a:gd name="connsiteY14" fmla="*/ 4629046 h 4629046"/>
                  <a:gd name="connsiteX15" fmla="*/ 9473653 w 11804048"/>
                  <a:gd name="connsiteY15" fmla="*/ 4206291 h 4629046"/>
                  <a:gd name="connsiteX16" fmla="*/ 9259827 w 11804048"/>
                  <a:gd name="connsiteY16" fmla="*/ 3745228 h 4629046"/>
                  <a:gd name="connsiteX17" fmla="*/ 8687061 w 11804048"/>
                  <a:gd name="connsiteY17" fmla="*/ 3346938 h 4629046"/>
                  <a:gd name="connsiteX18" fmla="*/ 6827493 w 11804048"/>
                  <a:gd name="connsiteY18" fmla="*/ 2917623 h 4629046"/>
                  <a:gd name="connsiteX19" fmla="*/ 4576790 w 11804048"/>
                  <a:gd name="connsiteY19" fmla="*/ 2417596 h 4629046"/>
                  <a:gd name="connsiteX20" fmla="*/ 3783470 w 11804048"/>
                  <a:gd name="connsiteY20" fmla="*/ 2096511 h 4629046"/>
                  <a:gd name="connsiteX21" fmla="*/ 3471621 w 11804048"/>
                  <a:gd name="connsiteY21" fmla="*/ 1700387 h 4629046"/>
                  <a:gd name="connsiteX22" fmla="*/ 4040063 w 11804048"/>
                  <a:gd name="connsiteY22" fmla="*/ 1141916 h 4629046"/>
                  <a:gd name="connsiteX23" fmla="*/ 5174543 w 11804048"/>
                  <a:gd name="connsiteY23" fmla="*/ 868452 h 4629046"/>
                  <a:gd name="connsiteX24" fmla="*/ 6135560 w 11804048"/>
                  <a:gd name="connsiteY24" fmla="*/ 531133 h 4629046"/>
                  <a:gd name="connsiteX25" fmla="*/ 5983239 w 11804048"/>
                  <a:gd name="connsiteY25" fmla="*/ 398731 h 4629046"/>
                  <a:gd name="connsiteX26" fmla="*/ 5566157 w 11804048"/>
                  <a:gd name="connsiteY26" fmla="*/ 282563 h 4629046"/>
                  <a:gd name="connsiteX27" fmla="*/ 4293290 w 11804048"/>
                  <a:gd name="connsiteY27" fmla="*/ 115527 h 4629046"/>
                  <a:gd name="connsiteX28" fmla="*/ 2483701 w 11804048"/>
                  <a:gd name="connsiteY28" fmla="*/ 0 h 4629046"/>
                  <a:gd name="connsiteX29" fmla="*/ 0 w 11804048"/>
                  <a:gd name="connsiteY29" fmla="*/ 306 h 4629046"/>
                  <a:gd name="connsiteX0" fmla="*/ 8111411 w 11804048"/>
                  <a:gd name="connsiteY0" fmla="*/ 633952 h 4629046"/>
                  <a:gd name="connsiteX1" fmla="*/ 7998011 w 11804048"/>
                  <a:gd name="connsiteY1" fmla="*/ 821192 h 4629046"/>
                  <a:gd name="connsiteX2" fmla="*/ 7704421 w 11804048"/>
                  <a:gd name="connsiteY2" fmla="*/ 961891 h 4629046"/>
                  <a:gd name="connsiteX3" fmla="*/ 6816921 w 11804048"/>
                  <a:gd name="connsiteY3" fmla="*/ 1170416 h 4629046"/>
                  <a:gd name="connsiteX4" fmla="*/ 5448433 w 11804048"/>
                  <a:gd name="connsiteY4" fmla="*/ 1746926 h 4629046"/>
                  <a:gd name="connsiteX5" fmla="*/ 5977954 w 11804048"/>
                  <a:gd name="connsiteY5" fmla="*/ 1976736 h 4629046"/>
                  <a:gd name="connsiteX6" fmla="*/ 7286859 w 11804048"/>
                  <a:gd name="connsiteY6" fmla="*/ 2231800 h 4629046"/>
                  <a:gd name="connsiteX7" fmla="*/ 9458757 w 11804048"/>
                  <a:gd name="connsiteY7" fmla="*/ 2671217 h 4629046"/>
                  <a:gd name="connsiteX8" fmla="*/ 11069902 w 11804048"/>
                  <a:gd name="connsiteY8" fmla="*/ 3311583 h 4629046"/>
                  <a:gd name="connsiteX9" fmla="*/ 11575878 w 11804048"/>
                  <a:gd name="connsiteY9" fmla="*/ 3857427 h 4629046"/>
                  <a:gd name="connsiteX10" fmla="*/ 11776250 w 11804048"/>
                  <a:gd name="connsiteY10" fmla="*/ 4317047 h 4629046"/>
                  <a:gd name="connsiteX11" fmla="*/ 11803954 w 11804048"/>
                  <a:gd name="connsiteY11" fmla="*/ 4568506 h 4629046"/>
                  <a:gd name="connsiteX12" fmla="*/ 11800968 w 11804048"/>
                  <a:gd name="connsiteY12" fmla="*/ 4629046 h 4629046"/>
                  <a:gd name="connsiteX13" fmla="*/ 9480312 w 11804048"/>
                  <a:gd name="connsiteY13" fmla="*/ 4629046 h 4629046"/>
                  <a:gd name="connsiteX14" fmla="*/ 9473653 w 11804048"/>
                  <a:gd name="connsiteY14" fmla="*/ 4206291 h 4629046"/>
                  <a:gd name="connsiteX15" fmla="*/ 9259827 w 11804048"/>
                  <a:gd name="connsiteY15" fmla="*/ 3745228 h 4629046"/>
                  <a:gd name="connsiteX16" fmla="*/ 8687061 w 11804048"/>
                  <a:gd name="connsiteY16" fmla="*/ 3346938 h 4629046"/>
                  <a:gd name="connsiteX17" fmla="*/ 6827493 w 11804048"/>
                  <a:gd name="connsiteY17" fmla="*/ 2917623 h 4629046"/>
                  <a:gd name="connsiteX18" fmla="*/ 4576790 w 11804048"/>
                  <a:gd name="connsiteY18" fmla="*/ 2417596 h 4629046"/>
                  <a:gd name="connsiteX19" fmla="*/ 3783470 w 11804048"/>
                  <a:gd name="connsiteY19" fmla="*/ 2096511 h 4629046"/>
                  <a:gd name="connsiteX20" fmla="*/ 3471621 w 11804048"/>
                  <a:gd name="connsiteY20" fmla="*/ 1700387 h 4629046"/>
                  <a:gd name="connsiteX21" fmla="*/ 4040063 w 11804048"/>
                  <a:gd name="connsiteY21" fmla="*/ 1141916 h 4629046"/>
                  <a:gd name="connsiteX22" fmla="*/ 5174543 w 11804048"/>
                  <a:gd name="connsiteY22" fmla="*/ 868452 h 4629046"/>
                  <a:gd name="connsiteX23" fmla="*/ 6135560 w 11804048"/>
                  <a:gd name="connsiteY23" fmla="*/ 531133 h 4629046"/>
                  <a:gd name="connsiteX24" fmla="*/ 5983239 w 11804048"/>
                  <a:gd name="connsiteY24" fmla="*/ 398731 h 4629046"/>
                  <a:gd name="connsiteX25" fmla="*/ 5566157 w 11804048"/>
                  <a:gd name="connsiteY25" fmla="*/ 282563 h 4629046"/>
                  <a:gd name="connsiteX26" fmla="*/ 4293290 w 11804048"/>
                  <a:gd name="connsiteY26" fmla="*/ 115527 h 4629046"/>
                  <a:gd name="connsiteX27" fmla="*/ 2483701 w 11804048"/>
                  <a:gd name="connsiteY27" fmla="*/ 0 h 4629046"/>
                  <a:gd name="connsiteX28" fmla="*/ 0 w 11804048"/>
                  <a:gd name="connsiteY28" fmla="*/ 306 h 4629046"/>
                  <a:gd name="connsiteX0" fmla="*/ 7998011 w 11804048"/>
                  <a:gd name="connsiteY0" fmla="*/ 821192 h 4629046"/>
                  <a:gd name="connsiteX1" fmla="*/ 7704421 w 11804048"/>
                  <a:gd name="connsiteY1" fmla="*/ 961891 h 4629046"/>
                  <a:gd name="connsiteX2" fmla="*/ 6816921 w 11804048"/>
                  <a:gd name="connsiteY2" fmla="*/ 1170416 h 4629046"/>
                  <a:gd name="connsiteX3" fmla="*/ 5448433 w 11804048"/>
                  <a:gd name="connsiteY3" fmla="*/ 1746926 h 4629046"/>
                  <a:gd name="connsiteX4" fmla="*/ 5977954 w 11804048"/>
                  <a:gd name="connsiteY4" fmla="*/ 1976736 h 4629046"/>
                  <a:gd name="connsiteX5" fmla="*/ 7286859 w 11804048"/>
                  <a:gd name="connsiteY5" fmla="*/ 2231800 h 4629046"/>
                  <a:gd name="connsiteX6" fmla="*/ 9458757 w 11804048"/>
                  <a:gd name="connsiteY6" fmla="*/ 2671217 h 4629046"/>
                  <a:gd name="connsiteX7" fmla="*/ 11069902 w 11804048"/>
                  <a:gd name="connsiteY7" fmla="*/ 3311583 h 4629046"/>
                  <a:gd name="connsiteX8" fmla="*/ 11575878 w 11804048"/>
                  <a:gd name="connsiteY8" fmla="*/ 3857427 h 4629046"/>
                  <a:gd name="connsiteX9" fmla="*/ 11776250 w 11804048"/>
                  <a:gd name="connsiteY9" fmla="*/ 4317047 h 4629046"/>
                  <a:gd name="connsiteX10" fmla="*/ 11803954 w 11804048"/>
                  <a:gd name="connsiteY10" fmla="*/ 4568506 h 4629046"/>
                  <a:gd name="connsiteX11" fmla="*/ 11800968 w 11804048"/>
                  <a:gd name="connsiteY11" fmla="*/ 4629046 h 4629046"/>
                  <a:gd name="connsiteX12" fmla="*/ 9480312 w 11804048"/>
                  <a:gd name="connsiteY12" fmla="*/ 4629046 h 4629046"/>
                  <a:gd name="connsiteX13" fmla="*/ 9473653 w 11804048"/>
                  <a:gd name="connsiteY13" fmla="*/ 4206291 h 4629046"/>
                  <a:gd name="connsiteX14" fmla="*/ 9259827 w 11804048"/>
                  <a:gd name="connsiteY14" fmla="*/ 3745228 h 4629046"/>
                  <a:gd name="connsiteX15" fmla="*/ 8687061 w 11804048"/>
                  <a:gd name="connsiteY15" fmla="*/ 3346938 h 4629046"/>
                  <a:gd name="connsiteX16" fmla="*/ 6827493 w 11804048"/>
                  <a:gd name="connsiteY16" fmla="*/ 2917623 h 4629046"/>
                  <a:gd name="connsiteX17" fmla="*/ 4576790 w 11804048"/>
                  <a:gd name="connsiteY17" fmla="*/ 2417596 h 4629046"/>
                  <a:gd name="connsiteX18" fmla="*/ 3783470 w 11804048"/>
                  <a:gd name="connsiteY18" fmla="*/ 2096511 h 4629046"/>
                  <a:gd name="connsiteX19" fmla="*/ 3471621 w 11804048"/>
                  <a:gd name="connsiteY19" fmla="*/ 1700387 h 4629046"/>
                  <a:gd name="connsiteX20" fmla="*/ 4040063 w 11804048"/>
                  <a:gd name="connsiteY20" fmla="*/ 1141916 h 4629046"/>
                  <a:gd name="connsiteX21" fmla="*/ 5174543 w 11804048"/>
                  <a:gd name="connsiteY21" fmla="*/ 868452 h 4629046"/>
                  <a:gd name="connsiteX22" fmla="*/ 6135560 w 11804048"/>
                  <a:gd name="connsiteY22" fmla="*/ 531133 h 4629046"/>
                  <a:gd name="connsiteX23" fmla="*/ 5983239 w 11804048"/>
                  <a:gd name="connsiteY23" fmla="*/ 398731 h 4629046"/>
                  <a:gd name="connsiteX24" fmla="*/ 5566157 w 11804048"/>
                  <a:gd name="connsiteY24" fmla="*/ 282563 h 4629046"/>
                  <a:gd name="connsiteX25" fmla="*/ 4293290 w 11804048"/>
                  <a:gd name="connsiteY25" fmla="*/ 115527 h 4629046"/>
                  <a:gd name="connsiteX26" fmla="*/ 2483701 w 11804048"/>
                  <a:gd name="connsiteY26" fmla="*/ 0 h 4629046"/>
                  <a:gd name="connsiteX27" fmla="*/ 0 w 11804048"/>
                  <a:gd name="connsiteY27" fmla="*/ 306 h 4629046"/>
                  <a:gd name="connsiteX0" fmla="*/ 7704421 w 11804048"/>
                  <a:gd name="connsiteY0" fmla="*/ 961891 h 4629046"/>
                  <a:gd name="connsiteX1" fmla="*/ 6816921 w 11804048"/>
                  <a:gd name="connsiteY1" fmla="*/ 1170416 h 4629046"/>
                  <a:gd name="connsiteX2" fmla="*/ 5448433 w 11804048"/>
                  <a:gd name="connsiteY2" fmla="*/ 1746926 h 4629046"/>
                  <a:gd name="connsiteX3" fmla="*/ 5977954 w 11804048"/>
                  <a:gd name="connsiteY3" fmla="*/ 1976736 h 4629046"/>
                  <a:gd name="connsiteX4" fmla="*/ 7286859 w 11804048"/>
                  <a:gd name="connsiteY4" fmla="*/ 2231800 h 4629046"/>
                  <a:gd name="connsiteX5" fmla="*/ 9458757 w 11804048"/>
                  <a:gd name="connsiteY5" fmla="*/ 2671217 h 4629046"/>
                  <a:gd name="connsiteX6" fmla="*/ 11069902 w 11804048"/>
                  <a:gd name="connsiteY6" fmla="*/ 3311583 h 4629046"/>
                  <a:gd name="connsiteX7" fmla="*/ 11575878 w 11804048"/>
                  <a:gd name="connsiteY7" fmla="*/ 3857427 h 4629046"/>
                  <a:gd name="connsiteX8" fmla="*/ 11776250 w 11804048"/>
                  <a:gd name="connsiteY8" fmla="*/ 4317047 h 4629046"/>
                  <a:gd name="connsiteX9" fmla="*/ 11803954 w 11804048"/>
                  <a:gd name="connsiteY9" fmla="*/ 4568506 h 4629046"/>
                  <a:gd name="connsiteX10" fmla="*/ 11800968 w 11804048"/>
                  <a:gd name="connsiteY10" fmla="*/ 4629046 h 4629046"/>
                  <a:gd name="connsiteX11" fmla="*/ 9480312 w 11804048"/>
                  <a:gd name="connsiteY11" fmla="*/ 4629046 h 4629046"/>
                  <a:gd name="connsiteX12" fmla="*/ 9473653 w 11804048"/>
                  <a:gd name="connsiteY12" fmla="*/ 4206291 h 4629046"/>
                  <a:gd name="connsiteX13" fmla="*/ 9259827 w 11804048"/>
                  <a:gd name="connsiteY13" fmla="*/ 3745228 h 4629046"/>
                  <a:gd name="connsiteX14" fmla="*/ 8687061 w 11804048"/>
                  <a:gd name="connsiteY14" fmla="*/ 3346938 h 4629046"/>
                  <a:gd name="connsiteX15" fmla="*/ 6827493 w 11804048"/>
                  <a:gd name="connsiteY15" fmla="*/ 2917623 h 4629046"/>
                  <a:gd name="connsiteX16" fmla="*/ 4576790 w 11804048"/>
                  <a:gd name="connsiteY16" fmla="*/ 2417596 h 4629046"/>
                  <a:gd name="connsiteX17" fmla="*/ 3783470 w 11804048"/>
                  <a:gd name="connsiteY17" fmla="*/ 2096511 h 4629046"/>
                  <a:gd name="connsiteX18" fmla="*/ 3471621 w 11804048"/>
                  <a:gd name="connsiteY18" fmla="*/ 1700387 h 4629046"/>
                  <a:gd name="connsiteX19" fmla="*/ 4040063 w 11804048"/>
                  <a:gd name="connsiteY19" fmla="*/ 1141916 h 4629046"/>
                  <a:gd name="connsiteX20" fmla="*/ 5174543 w 11804048"/>
                  <a:gd name="connsiteY20" fmla="*/ 868452 h 4629046"/>
                  <a:gd name="connsiteX21" fmla="*/ 6135560 w 11804048"/>
                  <a:gd name="connsiteY21" fmla="*/ 531133 h 4629046"/>
                  <a:gd name="connsiteX22" fmla="*/ 5983239 w 11804048"/>
                  <a:gd name="connsiteY22" fmla="*/ 398731 h 4629046"/>
                  <a:gd name="connsiteX23" fmla="*/ 5566157 w 11804048"/>
                  <a:gd name="connsiteY23" fmla="*/ 282563 h 4629046"/>
                  <a:gd name="connsiteX24" fmla="*/ 4293290 w 11804048"/>
                  <a:gd name="connsiteY24" fmla="*/ 115527 h 4629046"/>
                  <a:gd name="connsiteX25" fmla="*/ 2483701 w 11804048"/>
                  <a:gd name="connsiteY25" fmla="*/ 0 h 4629046"/>
                  <a:gd name="connsiteX26" fmla="*/ 0 w 11804048"/>
                  <a:gd name="connsiteY26" fmla="*/ 306 h 4629046"/>
                  <a:gd name="connsiteX0" fmla="*/ 6816921 w 11804048"/>
                  <a:gd name="connsiteY0" fmla="*/ 1170416 h 4629046"/>
                  <a:gd name="connsiteX1" fmla="*/ 5448433 w 11804048"/>
                  <a:gd name="connsiteY1" fmla="*/ 1746926 h 4629046"/>
                  <a:gd name="connsiteX2" fmla="*/ 5977954 w 11804048"/>
                  <a:gd name="connsiteY2" fmla="*/ 1976736 h 4629046"/>
                  <a:gd name="connsiteX3" fmla="*/ 7286859 w 11804048"/>
                  <a:gd name="connsiteY3" fmla="*/ 2231800 h 4629046"/>
                  <a:gd name="connsiteX4" fmla="*/ 9458757 w 11804048"/>
                  <a:gd name="connsiteY4" fmla="*/ 2671217 h 4629046"/>
                  <a:gd name="connsiteX5" fmla="*/ 11069902 w 11804048"/>
                  <a:gd name="connsiteY5" fmla="*/ 3311583 h 4629046"/>
                  <a:gd name="connsiteX6" fmla="*/ 11575878 w 11804048"/>
                  <a:gd name="connsiteY6" fmla="*/ 3857427 h 4629046"/>
                  <a:gd name="connsiteX7" fmla="*/ 11776250 w 11804048"/>
                  <a:gd name="connsiteY7" fmla="*/ 4317047 h 4629046"/>
                  <a:gd name="connsiteX8" fmla="*/ 11803954 w 11804048"/>
                  <a:gd name="connsiteY8" fmla="*/ 4568506 h 4629046"/>
                  <a:gd name="connsiteX9" fmla="*/ 11800968 w 11804048"/>
                  <a:gd name="connsiteY9" fmla="*/ 4629046 h 4629046"/>
                  <a:gd name="connsiteX10" fmla="*/ 9480312 w 11804048"/>
                  <a:gd name="connsiteY10" fmla="*/ 4629046 h 4629046"/>
                  <a:gd name="connsiteX11" fmla="*/ 9473653 w 11804048"/>
                  <a:gd name="connsiteY11" fmla="*/ 4206291 h 4629046"/>
                  <a:gd name="connsiteX12" fmla="*/ 9259827 w 11804048"/>
                  <a:gd name="connsiteY12" fmla="*/ 3745228 h 4629046"/>
                  <a:gd name="connsiteX13" fmla="*/ 8687061 w 11804048"/>
                  <a:gd name="connsiteY13" fmla="*/ 3346938 h 4629046"/>
                  <a:gd name="connsiteX14" fmla="*/ 6827493 w 11804048"/>
                  <a:gd name="connsiteY14" fmla="*/ 2917623 h 4629046"/>
                  <a:gd name="connsiteX15" fmla="*/ 4576790 w 11804048"/>
                  <a:gd name="connsiteY15" fmla="*/ 2417596 h 4629046"/>
                  <a:gd name="connsiteX16" fmla="*/ 3783470 w 11804048"/>
                  <a:gd name="connsiteY16" fmla="*/ 2096511 h 4629046"/>
                  <a:gd name="connsiteX17" fmla="*/ 3471621 w 11804048"/>
                  <a:gd name="connsiteY17" fmla="*/ 1700387 h 4629046"/>
                  <a:gd name="connsiteX18" fmla="*/ 4040063 w 11804048"/>
                  <a:gd name="connsiteY18" fmla="*/ 1141916 h 4629046"/>
                  <a:gd name="connsiteX19" fmla="*/ 5174543 w 11804048"/>
                  <a:gd name="connsiteY19" fmla="*/ 868452 h 4629046"/>
                  <a:gd name="connsiteX20" fmla="*/ 6135560 w 11804048"/>
                  <a:gd name="connsiteY20" fmla="*/ 531133 h 4629046"/>
                  <a:gd name="connsiteX21" fmla="*/ 5983239 w 11804048"/>
                  <a:gd name="connsiteY21" fmla="*/ 398731 h 4629046"/>
                  <a:gd name="connsiteX22" fmla="*/ 5566157 w 11804048"/>
                  <a:gd name="connsiteY22" fmla="*/ 282563 h 4629046"/>
                  <a:gd name="connsiteX23" fmla="*/ 4293290 w 11804048"/>
                  <a:gd name="connsiteY23" fmla="*/ 115527 h 4629046"/>
                  <a:gd name="connsiteX24" fmla="*/ 2483701 w 11804048"/>
                  <a:gd name="connsiteY24" fmla="*/ 0 h 4629046"/>
                  <a:gd name="connsiteX25" fmla="*/ 0 w 11804048"/>
                  <a:gd name="connsiteY25" fmla="*/ 306 h 4629046"/>
                  <a:gd name="connsiteX0" fmla="*/ 5448433 w 11804048"/>
                  <a:gd name="connsiteY0" fmla="*/ 1746926 h 4629046"/>
                  <a:gd name="connsiteX1" fmla="*/ 5977954 w 11804048"/>
                  <a:gd name="connsiteY1" fmla="*/ 1976736 h 4629046"/>
                  <a:gd name="connsiteX2" fmla="*/ 7286859 w 11804048"/>
                  <a:gd name="connsiteY2" fmla="*/ 2231800 h 4629046"/>
                  <a:gd name="connsiteX3" fmla="*/ 9458757 w 11804048"/>
                  <a:gd name="connsiteY3" fmla="*/ 2671217 h 4629046"/>
                  <a:gd name="connsiteX4" fmla="*/ 11069902 w 11804048"/>
                  <a:gd name="connsiteY4" fmla="*/ 3311583 h 4629046"/>
                  <a:gd name="connsiteX5" fmla="*/ 11575878 w 11804048"/>
                  <a:gd name="connsiteY5" fmla="*/ 3857427 h 4629046"/>
                  <a:gd name="connsiteX6" fmla="*/ 11776250 w 11804048"/>
                  <a:gd name="connsiteY6" fmla="*/ 4317047 h 4629046"/>
                  <a:gd name="connsiteX7" fmla="*/ 11803954 w 11804048"/>
                  <a:gd name="connsiteY7" fmla="*/ 4568506 h 4629046"/>
                  <a:gd name="connsiteX8" fmla="*/ 11800968 w 11804048"/>
                  <a:gd name="connsiteY8" fmla="*/ 4629046 h 4629046"/>
                  <a:gd name="connsiteX9" fmla="*/ 9480312 w 11804048"/>
                  <a:gd name="connsiteY9" fmla="*/ 4629046 h 4629046"/>
                  <a:gd name="connsiteX10" fmla="*/ 9473653 w 11804048"/>
                  <a:gd name="connsiteY10" fmla="*/ 4206291 h 4629046"/>
                  <a:gd name="connsiteX11" fmla="*/ 9259827 w 11804048"/>
                  <a:gd name="connsiteY11" fmla="*/ 3745228 h 4629046"/>
                  <a:gd name="connsiteX12" fmla="*/ 8687061 w 11804048"/>
                  <a:gd name="connsiteY12" fmla="*/ 3346938 h 4629046"/>
                  <a:gd name="connsiteX13" fmla="*/ 6827493 w 11804048"/>
                  <a:gd name="connsiteY13" fmla="*/ 2917623 h 4629046"/>
                  <a:gd name="connsiteX14" fmla="*/ 4576790 w 11804048"/>
                  <a:gd name="connsiteY14" fmla="*/ 2417596 h 4629046"/>
                  <a:gd name="connsiteX15" fmla="*/ 3783470 w 11804048"/>
                  <a:gd name="connsiteY15" fmla="*/ 2096511 h 4629046"/>
                  <a:gd name="connsiteX16" fmla="*/ 3471621 w 11804048"/>
                  <a:gd name="connsiteY16" fmla="*/ 1700387 h 4629046"/>
                  <a:gd name="connsiteX17" fmla="*/ 4040063 w 11804048"/>
                  <a:gd name="connsiteY17" fmla="*/ 1141916 h 4629046"/>
                  <a:gd name="connsiteX18" fmla="*/ 5174543 w 11804048"/>
                  <a:gd name="connsiteY18" fmla="*/ 868452 h 4629046"/>
                  <a:gd name="connsiteX19" fmla="*/ 6135560 w 11804048"/>
                  <a:gd name="connsiteY19" fmla="*/ 531133 h 4629046"/>
                  <a:gd name="connsiteX20" fmla="*/ 5983239 w 11804048"/>
                  <a:gd name="connsiteY20" fmla="*/ 398731 h 4629046"/>
                  <a:gd name="connsiteX21" fmla="*/ 5566157 w 11804048"/>
                  <a:gd name="connsiteY21" fmla="*/ 282563 h 4629046"/>
                  <a:gd name="connsiteX22" fmla="*/ 4293290 w 11804048"/>
                  <a:gd name="connsiteY22" fmla="*/ 115527 h 4629046"/>
                  <a:gd name="connsiteX23" fmla="*/ 2483701 w 11804048"/>
                  <a:gd name="connsiteY23" fmla="*/ 0 h 4629046"/>
                  <a:gd name="connsiteX24" fmla="*/ 0 w 11804048"/>
                  <a:gd name="connsiteY24" fmla="*/ 306 h 4629046"/>
                  <a:gd name="connsiteX0" fmla="*/ 5977954 w 11804048"/>
                  <a:gd name="connsiteY0" fmla="*/ 1976736 h 4629046"/>
                  <a:gd name="connsiteX1" fmla="*/ 7286859 w 11804048"/>
                  <a:gd name="connsiteY1" fmla="*/ 2231800 h 4629046"/>
                  <a:gd name="connsiteX2" fmla="*/ 9458757 w 11804048"/>
                  <a:gd name="connsiteY2" fmla="*/ 2671217 h 4629046"/>
                  <a:gd name="connsiteX3" fmla="*/ 11069902 w 11804048"/>
                  <a:gd name="connsiteY3" fmla="*/ 3311583 h 4629046"/>
                  <a:gd name="connsiteX4" fmla="*/ 11575878 w 11804048"/>
                  <a:gd name="connsiteY4" fmla="*/ 3857427 h 4629046"/>
                  <a:gd name="connsiteX5" fmla="*/ 11776250 w 11804048"/>
                  <a:gd name="connsiteY5" fmla="*/ 4317047 h 4629046"/>
                  <a:gd name="connsiteX6" fmla="*/ 11803954 w 11804048"/>
                  <a:gd name="connsiteY6" fmla="*/ 4568506 h 4629046"/>
                  <a:gd name="connsiteX7" fmla="*/ 11800968 w 11804048"/>
                  <a:gd name="connsiteY7" fmla="*/ 4629046 h 4629046"/>
                  <a:gd name="connsiteX8" fmla="*/ 9480312 w 11804048"/>
                  <a:gd name="connsiteY8" fmla="*/ 4629046 h 4629046"/>
                  <a:gd name="connsiteX9" fmla="*/ 9473653 w 11804048"/>
                  <a:gd name="connsiteY9" fmla="*/ 4206291 h 4629046"/>
                  <a:gd name="connsiteX10" fmla="*/ 9259827 w 11804048"/>
                  <a:gd name="connsiteY10" fmla="*/ 3745228 h 4629046"/>
                  <a:gd name="connsiteX11" fmla="*/ 8687061 w 11804048"/>
                  <a:gd name="connsiteY11" fmla="*/ 3346938 h 4629046"/>
                  <a:gd name="connsiteX12" fmla="*/ 6827493 w 11804048"/>
                  <a:gd name="connsiteY12" fmla="*/ 2917623 h 4629046"/>
                  <a:gd name="connsiteX13" fmla="*/ 4576790 w 11804048"/>
                  <a:gd name="connsiteY13" fmla="*/ 2417596 h 4629046"/>
                  <a:gd name="connsiteX14" fmla="*/ 3783470 w 11804048"/>
                  <a:gd name="connsiteY14" fmla="*/ 2096511 h 4629046"/>
                  <a:gd name="connsiteX15" fmla="*/ 3471621 w 11804048"/>
                  <a:gd name="connsiteY15" fmla="*/ 1700387 h 4629046"/>
                  <a:gd name="connsiteX16" fmla="*/ 4040063 w 11804048"/>
                  <a:gd name="connsiteY16" fmla="*/ 1141916 h 4629046"/>
                  <a:gd name="connsiteX17" fmla="*/ 5174543 w 11804048"/>
                  <a:gd name="connsiteY17" fmla="*/ 868452 h 4629046"/>
                  <a:gd name="connsiteX18" fmla="*/ 6135560 w 11804048"/>
                  <a:gd name="connsiteY18" fmla="*/ 531133 h 4629046"/>
                  <a:gd name="connsiteX19" fmla="*/ 5983239 w 11804048"/>
                  <a:gd name="connsiteY19" fmla="*/ 398731 h 4629046"/>
                  <a:gd name="connsiteX20" fmla="*/ 5566157 w 11804048"/>
                  <a:gd name="connsiteY20" fmla="*/ 282563 h 4629046"/>
                  <a:gd name="connsiteX21" fmla="*/ 4293290 w 11804048"/>
                  <a:gd name="connsiteY21" fmla="*/ 115527 h 4629046"/>
                  <a:gd name="connsiteX22" fmla="*/ 2483701 w 11804048"/>
                  <a:gd name="connsiteY22" fmla="*/ 0 h 4629046"/>
                  <a:gd name="connsiteX23" fmla="*/ 0 w 11804048"/>
                  <a:gd name="connsiteY23" fmla="*/ 306 h 4629046"/>
                  <a:gd name="connsiteX0" fmla="*/ 7286859 w 11804048"/>
                  <a:gd name="connsiteY0" fmla="*/ 2231800 h 4629046"/>
                  <a:gd name="connsiteX1" fmla="*/ 9458757 w 11804048"/>
                  <a:gd name="connsiteY1" fmla="*/ 2671217 h 4629046"/>
                  <a:gd name="connsiteX2" fmla="*/ 11069902 w 11804048"/>
                  <a:gd name="connsiteY2" fmla="*/ 3311583 h 4629046"/>
                  <a:gd name="connsiteX3" fmla="*/ 11575878 w 11804048"/>
                  <a:gd name="connsiteY3" fmla="*/ 3857427 h 4629046"/>
                  <a:gd name="connsiteX4" fmla="*/ 11776250 w 11804048"/>
                  <a:gd name="connsiteY4" fmla="*/ 4317047 h 4629046"/>
                  <a:gd name="connsiteX5" fmla="*/ 11803954 w 11804048"/>
                  <a:gd name="connsiteY5" fmla="*/ 4568506 h 4629046"/>
                  <a:gd name="connsiteX6" fmla="*/ 11800968 w 11804048"/>
                  <a:gd name="connsiteY6" fmla="*/ 4629046 h 4629046"/>
                  <a:gd name="connsiteX7" fmla="*/ 9480312 w 11804048"/>
                  <a:gd name="connsiteY7" fmla="*/ 4629046 h 4629046"/>
                  <a:gd name="connsiteX8" fmla="*/ 9473653 w 11804048"/>
                  <a:gd name="connsiteY8" fmla="*/ 4206291 h 4629046"/>
                  <a:gd name="connsiteX9" fmla="*/ 9259827 w 11804048"/>
                  <a:gd name="connsiteY9" fmla="*/ 3745228 h 4629046"/>
                  <a:gd name="connsiteX10" fmla="*/ 8687061 w 11804048"/>
                  <a:gd name="connsiteY10" fmla="*/ 3346938 h 4629046"/>
                  <a:gd name="connsiteX11" fmla="*/ 6827493 w 11804048"/>
                  <a:gd name="connsiteY11" fmla="*/ 2917623 h 4629046"/>
                  <a:gd name="connsiteX12" fmla="*/ 4576790 w 11804048"/>
                  <a:gd name="connsiteY12" fmla="*/ 2417596 h 4629046"/>
                  <a:gd name="connsiteX13" fmla="*/ 3783470 w 11804048"/>
                  <a:gd name="connsiteY13" fmla="*/ 2096511 h 4629046"/>
                  <a:gd name="connsiteX14" fmla="*/ 3471621 w 11804048"/>
                  <a:gd name="connsiteY14" fmla="*/ 1700387 h 4629046"/>
                  <a:gd name="connsiteX15" fmla="*/ 4040063 w 11804048"/>
                  <a:gd name="connsiteY15" fmla="*/ 1141916 h 4629046"/>
                  <a:gd name="connsiteX16" fmla="*/ 5174543 w 11804048"/>
                  <a:gd name="connsiteY16" fmla="*/ 868452 h 4629046"/>
                  <a:gd name="connsiteX17" fmla="*/ 6135560 w 11804048"/>
                  <a:gd name="connsiteY17" fmla="*/ 531133 h 4629046"/>
                  <a:gd name="connsiteX18" fmla="*/ 5983239 w 11804048"/>
                  <a:gd name="connsiteY18" fmla="*/ 398731 h 4629046"/>
                  <a:gd name="connsiteX19" fmla="*/ 5566157 w 11804048"/>
                  <a:gd name="connsiteY19" fmla="*/ 282563 h 4629046"/>
                  <a:gd name="connsiteX20" fmla="*/ 4293290 w 11804048"/>
                  <a:gd name="connsiteY20" fmla="*/ 115527 h 4629046"/>
                  <a:gd name="connsiteX21" fmla="*/ 2483701 w 11804048"/>
                  <a:gd name="connsiteY21" fmla="*/ 0 h 4629046"/>
                  <a:gd name="connsiteX22" fmla="*/ 0 w 11804048"/>
                  <a:gd name="connsiteY22" fmla="*/ 306 h 4629046"/>
                  <a:gd name="connsiteX0" fmla="*/ 9458757 w 11804048"/>
                  <a:gd name="connsiteY0" fmla="*/ 2671217 h 4629046"/>
                  <a:gd name="connsiteX1" fmla="*/ 11069902 w 11804048"/>
                  <a:gd name="connsiteY1" fmla="*/ 3311583 h 4629046"/>
                  <a:gd name="connsiteX2" fmla="*/ 11575878 w 11804048"/>
                  <a:gd name="connsiteY2" fmla="*/ 3857427 h 4629046"/>
                  <a:gd name="connsiteX3" fmla="*/ 11776250 w 11804048"/>
                  <a:gd name="connsiteY3" fmla="*/ 4317047 h 4629046"/>
                  <a:gd name="connsiteX4" fmla="*/ 11803954 w 11804048"/>
                  <a:gd name="connsiteY4" fmla="*/ 4568506 h 4629046"/>
                  <a:gd name="connsiteX5" fmla="*/ 11800968 w 11804048"/>
                  <a:gd name="connsiteY5" fmla="*/ 4629046 h 4629046"/>
                  <a:gd name="connsiteX6" fmla="*/ 9480312 w 11804048"/>
                  <a:gd name="connsiteY6" fmla="*/ 4629046 h 4629046"/>
                  <a:gd name="connsiteX7" fmla="*/ 9473653 w 11804048"/>
                  <a:gd name="connsiteY7" fmla="*/ 4206291 h 4629046"/>
                  <a:gd name="connsiteX8" fmla="*/ 9259827 w 11804048"/>
                  <a:gd name="connsiteY8" fmla="*/ 3745228 h 4629046"/>
                  <a:gd name="connsiteX9" fmla="*/ 8687061 w 11804048"/>
                  <a:gd name="connsiteY9" fmla="*/ 3346938 h 4629046"/>
                  <a:gd name="connsiteX10" fmla="*/ 6827493 w 11804048"/>
                  <a:gd name="connsiteY10" fmla="*/ 2917623 h 4629046"/>
                  <a:gd name="connsiteX11" fmla="*/ 4576790 w 11804048"/>
                  <a:gd name="connsiteY11" fmla="*/ 2417596 h 4629046"/>
                  <a:gd name="connsiteX12" fmla="*/ 3783470 w 11804048"/>
                  <a:gd name="connsiteY12" fmla="*/ 2096511 h 4629046"/>
                  <a:gd name="connsiteX13" fmla="*/ 3471621 w 11804048"/>
                  <a:gd name="connsiteY13" fmla="*/ 1700387 h 4629046"/>
                  <a:gd name="connsiteX14" fmla="*/ 4040063 w 11804048"/>
                  <a:gd name="connsiteY14" fmla="*/ 1141916 h 4629046"/>
                  <a:gd name="connsiteX15" fmla="*/ 5174543 w 11804048"/>
                  <a:gd name="connsiteY15" fmla="*/ 868452 h 4629046"/>
                  <a:gd name="connsiteX16" fmla="*/ 6135560 w 11804048"/>
                  <a:gd name="connsiteY16" fmla="*/ 531133 h 4629046"/>
                  <a:gd name="connsiteX17" fmla="*/ 5983239 w 11804048"/>
                  <a:gd name="connsiteY17" fmla="*/ 398731 h 4629046"/>
                  <a:gd name="connsiteX18" fmla="*/ 5566157 w 11804048"/>
                  <a:gd name="connsiteY18" fmla="*/ 282563 h 4629046"/>
                  <a:gd name="connsiteX19" fmla="*/ 4293290 w 11804048"/>
                  <a:gd name="connsiteY19" fmla="*/ 115527 h 4629046"/>
                  <a:gd name="connsiteX20" fmla="*/ 2483701 w 11804048"/>
                  <a:gd name="connsiteY20" fmla="*/ 0 h 4629046"/>
                  <a:gd name="connsiteX21" fmla="*/ 0 w 11804048"/>
                  <a:gd name="connsiteY21" fmla="*/ 306 h 4629046"/>
                  <a:gd name="connsiteX0" fmla="*/ 11069902 w 11804048"/>
                  <a:gd name="connsiteY0" fmla="*/ 3311583 h 4629046"/>
                  <a:gd name="connsiteX1" fmla="*/ 11575878 w 11804048"/>
                  <a:gd name="connsiteY1" fmla="*/ 3857427 h 4629046"/>
                  <a:gd name="connsiteX2" fmla="*/ 11776250 w 11804048"/>
                  <a:gd name="connsiteY2" fmla="*/ 4317047 h 4629046"/>
                  <a:gd name="connsiteX3" fmla="*/ 11803954 w 11804048"/>
                  <a:gd name="connsiteY3" fmla="*/ 4568506 h 4629046"/>
                  <a:gd name="connsiteX4" fmla="*/ 11800968 w 11804048"/>
                  <a:gd name="connsiteY4" fmla="*/ 4629046 h 4629046"/>
                  <a:gd name="connsiteX5" fmla="*/ 9480312 w 11804048"/>
                  <a:gd name="connsiteY5" fmla="*/ 4629046 h 4629046"/>
                  <a:gd name="connsiteX6" fmla="*/ 9473653 w 11804048"/>
                  <a:gd name="connsiteY6" fmla="*/ 4206291 h 4629046"/>
                  <a:gd name="connsiteX7" fmla="*/ 9259827 w 11804048"/>
                  <a:gd name="connsiteY7" fmla="*/ 3745228 h 4629046"/>
                  <a:gd name="connsiteX8" fmla="*/ 8687061 w 11804048"/>
                  <a:gd name="connsiteY8" fmla="*/ 3346938 h 4629046"/>
                  <a:gd name="connsiteX9" fmla="*/ 6827493 w 11804048"/>
                  <a:gd name="connsiteY9" fmla="*/ 2917623 h 4629046"/>
                  <a:gd name="connsiteX10" fmla="*/ 4576790 w 11804048"/>
                  <a:gd name="connsiteY10" fmla="*/ 2417596 h 4629046"/>
                  <a:gd name="connsiteX11" fmla="*/ 3783470 w 11804048"/>
                  <a:gd name="connsiteY11" fmla="*/ 2096511 h 4629046"/>
                  <a:gd name="connsiteX12" fmla="*/ 3471621 w 11804048"/>
                  <a:gd name="connsiteY12" fmla="*/ 1700387 h 4629046"/>
                  <a:gd name="connsiteX13" fmla="*/ 4040063 w 11804048"/>
                  <a:gd name="connsiteY13" fmla="*/ 1141916 h 4629046"/>
                  <a:gd name="connsiteX14" fmla="*/ 5174543 w 11804048"/>
                  <a:gd name="connsiteY14" fmla="*/ 868452 h 4629046"/>
                  <a:gd name="connsiteX15" fmla="*/ 6135560 w 11804048"/>
                  <a:gd name="connsiteY15" fmla="*/ 531133 h 4629046"/>
                  <a:gd name="connsiteX16" fmla="*/ 5983239 w 11804048"/>
                  <a:gd name="connsiteY16" fmla="*/ 398731 h 4629046"/>
                  <a:gd name="connsiteX17" fmla="*/ 5566157 w 11804048"/>
                  <a:gd name="connsiteY17" fmla="*/ 282563 h 4629046"/>
                  <a:gd name="connsiteX18" fmla="*/ 4293290 w 11804048"/>
                  <a:gd name="connsiteY18" fmla="*/ 115527 h 4629046"/>
                  <a:gd name="connsiteX19" fmla="*/ 2483701 w 11804048"/>
                  <a:gd name="connsiteY19" fmla="*/ 0 h 4629046"/>
                  <a:gd name="connsiteX20" fmla="*/ 0 w 11804048"/>
                  <a:gd name="connsiteY20" fmla="*/ 306 h 4629046"/>
                  <a:gd name="connsiteX0" fmla="*/ 11575878 w 11804048"/>
                  <a:gd name="connsiteY0" fmla="*/ 3857427 h 4629046"/>
                  <a:gd name="connsiteX1" fmla="*/ 11776250 w 11804048"/>
                  <a:gd name="connsiteY1" fmla="*/ 4317047 h 4629046"/>
                  <a:gd name="connsiteX2" fmla="*/ 11803954 w 11804048"/>
                  <a:gd name="connsiteY2" fmla="*/ 4568506 h 4629046"/>
                  <a:gd name="connsiteX3" fmla="*/ 11800968 w 11804048"/>
                  <a:gd name="connsiteY3" fmla="*/ 4629046 h 4629046"/>
                  <a:gd name="connsiteX4" fmla="*/ 9480312 w 11804048"/>
                  <a:gd name="connsiteY4" fmla="*/ 4629046 h 4629046"/>
                  <a:gd name="connsiteX5" fmla="*/ 9473653 w 11804048"/>
                  <a:gd name="connsiteY5" fmla="*/ 4206291 h 4629046"/>
                  <a:gd name="connsiteX6" fmla="*/ 9259827 w 11804048"/>
                  <a:gd name="connsiteY6" fmla="*/ 3745228 h 4629046"/>
                  <a:gd name="connsiteX7" fmla="*/ 8687061 w 11804048"/>
                  <a:gd name="connsiteY7" fmla="*/ 3346938 h 4629046"/>
                  <a:gd name="connsiteX8" fmla="*/ 6827493 w 11804048"/>
                  <a:gd name="connsiteY8" fmla="*/ 2917623 h 4629046"/>
                  <a:gd name="connsiteX9" fmla="*/ 4576790 w 11804048"/>
                  <a:gd name="connsiteY9" fmla="*/ 2417596 h 4629046"/>
                  <a:gd name="connsiteX10" fmla="*/ 3783470 w 11804048"/>
                  <a:gd name="connsiteY10" fmla="*/ 2096511 h 4629046"/>
                  <a:gd name="connsiteX11" fmla="*/ 3471621 w 11804048"/>
                  <a:gd name="connsiteY11" fmla="*/ 1700387 h 4629046"/>
                  <a:gd name="connsiteX12" fmla="*/ 4040063 w 11804048"/>
                  <a:gd name="connsiteY12" fmla="*/ 1141916 h 4629046"/>
                  <a:gd name="connsiteX13" fmla="*/ 5174543 w 11804048"/>
                  <a:gd name="connsiteY13" fmla="*/ 868452 h 4629046"/>
                  <a:gd name="connsiteX14" fmla="*/ 6135560 w 11804048"/>
                  <a:gd name="connsiteY14" fmla="*/ 531133 h 4629046"/>
                  <a:gd name="connsiteX15" fmla="*/ 5983239 w 11804048"/>
                  <a:gd name="connsiteY15" fmla="*/ 398731 h 4629046"/>
                  <a:gd name="connsiteX16" fmla="*/ 5566157 w 11804048"/>
                  <a:gd name="connsiteY16" fmla="*/ 282563 h 4629046"/>
                  <a:gd name="connsiteX17" fmla="*/ 4293290 w 11804048"/>
                  <a:gd name="connsiteY17" fmla="*/ 115527 h 4629046"/>
                  <a:gd name="connsiteX18" fmla="*/ 2483701 w 11804048"/>
                  <a:gd name="connsiteY18" fmla="*/ 0 h 4629046"/>
                  <a:gd name="connsiteX19" fmla="*/ 0 w 11804048"/>
                  <a:gd name="connsiteY19" fmla="*/ 306 h 4629046"/>
                  <a:gd name="connsiteX0" fmla="*/ 11776250 w 11804048"/>
                  <a:gd name="connsiteY0" fmla="*/ 4317047 h 4629046"/>
                  <a:gd name="connsiteX1" fmla="*/ 11803954 w 11804048"/>
                  <a:gd name="connsiteY1" fmla="*/ 4568506 h 4629046"/>
                  <a:gd name="connsiteX2" fmla="*/ 11800968 w 11804048"/>
                  <a:gd name="connsiteY2" fmla="*/ 4629046 h 4629046"/>
                  <a:gd name="connsiteX3" fmla="*/ 9480312 w 11804048"/>
                  <a:gd name="connsiteY3" fmla="*/ 4629046 h 4629046"/>
                  <a:gd name="connsiteX4" fmla="*/ 9473653 w 11804048"/>
                  <a:gd name="connsiteY4" fmla="*/ 4206291 h 4629046"/>
                  <a:gd name="connsiteX5" fmla="*/ 9259827 w 11804048"/>
                  <a:gd name="connsiteY5" fmla="*/ 3745228 h 4629046"/>
                  <a:gd name="connsiteX6" fmla="*/ 8687061 w 11804048"/>
                  <a:gd name="connsiteY6" fmla="*/ 3346938 h 4629046"/>
                  <a:gd name="connsiteX7" fmla="*/ 6827493 w 11804048"/>
                  <a:gd name="connsiteY7" fmla="*/ 2917623 h 4629046"/>
                  <a:gd name="connsiteX8" fmla="*/ 4576790 w 11804048"/>
                  <a:gd name="connsiteY8" fmla="*/ 2417596 h 4629046"/>
                  <a:gd name="connsiteX9" fmla="*/ 3783470 w 11804048"/>
                  <a:gd name="connsiteY9" fmla="*/ 2096511 h 4629046"/>
                  <a:gd name="connsiteX10" fmla="*/ 3471621 w 11804048"/>
                  <a:gd name="connsiteY10" fmla="*/ 1700387 h 4629046"/>
                  <a:gd name="connsiteX11" fmla="*/ 4040063 w 11804048"/>
                  <a:gd name="connsiteY11" fmla="*/ 1141916 h 4629046"/>
                  <a:gd name="connsiteX12" fmla="*/ 5174543 w 11804048"/>
                  <a:gd name="connsiteY12" fmla="*/ 868452 h 4629046"/>
                  <a:gd name="connsiteX13" fmla="*/ 6135560 w 11804048"/>
                  <a:gd name="connsiteY13" fmla="*/ 531133 h 4629046"/>
                  <a:gd name="connsiteX14" fmla="*/ 5983239 w 11804048"/>
                  <a:gd name="connsiteY14" fmla="*/ 398731 h 4629046"/>
                  <a:gd name="connsiteX15" fmla="*/ 5566157 w 11804048"/>
                  <a:gd name="connsiteY15" fmla="*/ 282563 h 4629046"/>
                  <a:gd name="connsiteX16" fmla="*/ 4293290 w 11804048"/>
                  <a:gd name="connsiteY16" fmla="*/ 115527 h 4629046"/>
                  <a:gd name="connsiteX17" fmla="*/ 2483701 w 11804048"/>
                  <a:gd name="connsiteY17" fmla="*/ 0 h 4629046"/>
                  <a:gd name="connsiteX18" fmla="*/ 0 w 11804048"/>
                  <a:gd name="connsiteY18" fmla="*/ 306 h 4629046"/>
                  <a:gd name="connsiteX0" fmla="*/ 11803954 w 11803954"/>
                  <a:gd name="connsiteY0" fmla="*/ 4568506 h 4629046"/>
                  <a:gd name="connsiteX1" fmla="*/ 11800968 w 11803954"/>
                  <a:gd name="connsiteY1" fmla="*/ 4629046 h 4629046"/>
                  <a:gd name="connsiteX2" fmla="*/ 9480312 w 11803954"/>
                  <a:gd name="connsiteY2" fmla="*/ 4629046 h 4629046"/>
                  <a:gd name="connsiteX3" fmla="*/ 9473653 w 11803954"/>
                  <a:gd name="connsiteY3" fmla="*/ 4206291 h 4629046"/>
                  <a:gd name="connsiteX4" fmla="*/ 9259827 w 11803954"/>
                  <a:gd name="connsiteY4" fmla="*/ 3745228 h 4629046"/>
                  <a:gd name="connsiteX5" fmla="*/ 8687061 w 11803954"/>
                  <a:gd name="connsiteY5" fmla="*/ 3346938 h 4629046"/>
                  <a:gd name="connsiteX6" fmla="*/ 6827493 w 11803954"/>
                  <a:gd name="connsiteY6" fmla="*/ 2917623 h 4629046"/>
                  <a:gd name="connsiteX7" fmla="*/ 4576790 w 11803954"/>
                  <a:gd name="connsiteY7" fmla="*/ 2417596 h 4629046"/>
                  <a:gd name="connsiteX8" fmla="*/ 3783470 w 11803954"/>
                  <a:gd name="connsiteY8" fmla="*/ 2096511 h 4629046"/>
                  <a:gd name="connsiteX9" fmla="*/ 3471621 w 11803954"/>
                  <a:gd name="connsiteY9" fmla="*/ 1700387 h 4629046"/>
                  <a:gd name="connsiteX10" fmla="*/ 4040063 w 11803954"/>
                  <a:gd name="connsiteY10" fmla="*/ 1141916 h 4629046"/>
                  <a:gd name="connsiteX11" fmla="*/ 5174543 w 11803954"/>
                  <a:gd name="connsiteY11" fmla="*/ 868452 h 4629046"/>
                  <a:gd name="connsiteX12" fmla="*/ 6135560 w 11803954"/>
                  <a:gd name="connsiteY12" fmla="*/ 531133 h 4629046"/>
                  <a:gd name="connsiteX13" fmla="*/ 5983239 w 11803954"/>
                  <a:gd name="connsiteY13" fmla="*/ 398731 h 4629046"/>
                  <a:gd name="connsiteX14" fmla="*/ 5566157 w 11803954"/>
                  <a:gd name="connsiteY14" fmla="*/ 282563 h 4629046"/>
                  <a:gd name="connsiteX15" fmla="*/ 4293290 w 11803954"/>
                  <a:gd name="connsiteY15" fmla="*/ 115527 h 4629046"/>
                  <a:gd name="connsiteX16" fmla="*/ 2483701 w 11803954"/>
                  <a:gd name="connsiteY16" fmla="*/ 0 h 4629046"/>
                  <a:gd name="connsiteX17" fmla="*/ 0 w 11803954"/>
                  <a:gd name="connsiteY17" fmla="*/ 306 h 4629046"/>
                  <a:gd name="connsiteX0" fmla="*/ 11803954 w 11803954"/>
                  <a:gd name="connsiteY0" fmla="*/ 4568506 h 4629046"/>
                  <a:gd name="connsiteX1" fmla="*/ 9480312 w 11803954"/>
                  <a:gd name="connsiteY1" fmla="*/ 4629046 h 4629046"/>
                  <a:gd name="connsiteX2" fmla="*/ 9473653 w 11803954"/>
                  <a:gd name="connsiteY2" fmla="*/ 4206291 h 4629046"/>
                  <a:gd name="connsiteX3" fmla="*/ 9259827 w 11803954"/>
                  <a:gd name="connsiteY3" fmla="*/ 3745228 h 4629046"/>
                  <a:gd name="connsiteX4" fmla="*/ 8687061 w 11803954"/>
                  <a:gd name="connsiteY4" fmla="*/ 3346938 h 4629046"/>
                  <a:gd name="connsiteX5" fmla="*/ 6827493 w 11803954"/>
                  <a:gd name="connsiteY5" fmla="*/ 2917623 h 4629046"/>
                  <a:gd name="connsiteX6" fmla="*/ 4576790 w 11803954"/>
                  <a:gd name="connsiteY6" fmla="*/ 2417596 h 4629046"/>
                  <a:gd name="connsiteX7" fmla="*/ 3783470 w 11803954"/>
                  <a:gd name="connsiteY7" fmla="*/ 2096511 h 4629046"/>
                  <a:gd name="connsiteX8" fmla="*/ 3471621 w 11803954"/>
                  <a:gd name="connsiteY8" fmla="*/ 1700387 h 4629046"/>
                  <a:gd name="connsiteX9" fmla="*/ 4040063 w 11803954"/>
                  <a:gd name="connsiteY9" fmla="*/ 1141916 h 4629046"/>
                  <a:gd name="connsiteX10" fmla="*/ 5174543 w 11803954"/>
                  <a:gd name="connsiteY10" fmla="*/ 868452 h 4629046"/>
                  <a:gd name="connsiteX11" fmla="*/ 6135560 w 11803954"/>
                  <a:gd name="connsiteY11" fmla="*/ 531133 h 4629046"/>
                  <a:gd name="connsiteX12" fmla="*/ 5983239 w 11803954"/>
                  <a:gd name="connsiteY12" fmla="*/ 398731 h 4629046"/>
                  <a:gd name="connsiteX13" fmla="*/ 5566157 w 11803954"/>
                  <a:gd name="connsiteY13" fmla="*/ 282563 h 4629046"/>
                  <a:gd name="connsiteX14" fmla="*/ 4293290 w 11803954"/>
                  <a:gd name="connsiteY14" fmla="*/ 115527 h 4629046"/>
                  <a:gd name="connsiteX15" fmla="*/ 2483701 w 11803954"/>
                  <a:gd name="connsiteY15" fmla="*/ 0 h 4629046"/>
                  <a:gd name="connsiteX16" fmla="*/ 0 w 11803954"/>
                  <a:gd name="connsiteY16" fmla="*/ 306 h 4629046"/>
                  <a:gd name="connsiteX0" fmla="*/ 9480312 w 9480312"/>
                  <a:gd name="connsiteY0" fmla="*/ 4629046 h 4629046"/>
                  <a:gd name="connsiteX1" fmla="*/ 9473653 w 9480312"/>
                  <a:gd name="connsiteY1" fmla="*/ 4206291 h 4629046"/>
                  <a:gd name="connsiteX2" fmla="*/ 9259827 w 9480312"/>
                  <a:gd name="connsiteY2" fmla="*/ 3745228 h 4629046"/>
                  <a:gd name="connsiteX3" fmla="*/ 8687061 w 9480312"/>
                  <a:gd name="connsiteY3" fmla="*/ 3346938 h 4629046"/>
                  <a:gd name="connsiteX4" fmla="*/ 6827493 w 9480312"/>
                  <a:gd name="connsiteY4" fmla="*/ 2917623 h 4629046"/>
                  <a:gd name="connsiteX5" fmla="*/ 4576790 w 9480312"/>
                  <a:gd name="connsiteY5" fmla="*/ 2417596 h 4629046"/>
                  <a:gd name="connsiteX6" fmla="*/ 3783470 w 9480312"/>
                  <a:gd name="connsiteY6" fmla="*/ 2096511 h 4629046"/>
                  <a:gd name="connsiteX7" fmla="*/ 3471621 w 9480312"/>
                  <a:gd name="connsiteY7" fmla="*/ 1700387 h 4629046"/>
                  <a:gd name="connsiteX8" fmla="*/ 4040063 w 9480312"/>
                  <a:gd name="connsiteY8" fmla="*/ 1141916 h 4629046"/>
                  <a:gd name="connsiteX9" fmla="*/ 5174543 w 9480312"/>
                  <a:gd name="connsiteY9" fmla="*/ 868452 h 4629046"/>
                  <a:gd name="connsiteX10" fmla="*/ 6135560 w 9480312"/>
                  <a:gd name="connsiteY10" fmla="*/ 531133 h 4629046"/>
                  <a:gd name="connsiteX11" fmla="*/ 5983239 w 9480312"/>
                  <a:gd name="connsiteY11" fmla="*/ 398731 h 4629046"/>
                  <a:gd name="connsiteX12" fmla="*/ 5566157 w 9480312"/>
                  <a:gd name="connsiteY12" fmla="*/ 282563 h 4629046"/>
                  <a:gd name="connsiteX13" fmla="*/ 4293290 w 9480312"/>
                  <a:gd name="connsiteY13" fmla="*/ 115527 h 4629046"/>
                  <a:gd name="connsiteX14" fmla="*/ 2483701 w 9480312"/>
                  <a:gd name="connsiteY14" fmla="*/ 0 h 4629046"/>
                  <a:gd name="connsiteX15" fmla="*/ 0 w 9480312"/>
                  <a:gd name="connsiteY15" fmla="*/ 306 h 4629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80312" h="4629046">
                    <a:moveTo>
                      <a:pt x="9480312" y="4629046"/>
                    </a:moveTo>
                    <a:lnTo>
                      <a:pt x="9473653" y="4206291"/>
                    </a:lnTo>
                    <a:cubicBezTo>
                      <a:pt x="9439537" y="4034204"/>
                      <a:pt x="9367941" y="3878713"/>
                      <a:pt x="9259827" y="3745228"/>
                    </a:cubicBezTo>
                    <a:cubicBezTo>
                      <a:pt x="9124323" y="3578192"/>
                      <a:pt x="8931639" y="3444346"/>
                      <a:pt x="8687061" y="3346938"/>
                    </a:cubicBezTo>
                    <a:cubicBezTo>
                      <a:pt x="8322835" y="3202270"/>
                      <a:pt x="7595826" y="3064095"/>
                      <a:pt x="6827493" y="2917623"/>
                    </a:cubicBezTo>
                    <a:cubicBezTo>
                      <a:pt x="6075016" y="2774036"/>
                      <a:pt x="5222113" y="2611690"/>
                      <a:pt x="4576790" y="2417596"/>
                    </a:cubicBezTo>
                    <a:cubicBezTo>
                      <a:pt x="4225538" y="2311890"/>
                      <a:pt x="3966064" y="2206907"/>
                      <a:pt x="3783470" y="2096511"/>
                    </a:cubicBezTo>
                    <a:cubicBezTo>
                      <a:pt x="3576371" y="1971325"/>
                      <a:pt x="3471621" y="1837840"/>
                      <a:pt x="3471621" y="1700387"/>
                    </a:cubicBezTo>
                    <a:cubicBezTo>
                      <a:pt x="3471621" y="1469494"/>
                      <a:pt x="3657577" y="1286945"/>
                      <a:pt x="4040063" y="1141916"/>
                    </a:cubicBezTo>
                    <a:cubicBezTo>
                      <a:pt x="4369210" y="1017089"/>
                      <a:pt x="4796863" y="938081"/>
                      <a:pt x="5174543" y="868452"/>
                    </a:cubicBezTo>
                    <a:cubicBezTo>
                      <a:pt x="5690129" y="773209"/>
                      <a:pt x="6135560" y="690954"/>
                      <a:pt x="6135560" y="531133"/>
                    </a:cubicBezTo>
                    <a:cubicBezTo>
                      <a:pt x="6135560" y="486037"/>
                      <a:pt x="6084146" y="441662"/>
                      <a:pt x="5983239" y="398731"/>
                    </a:cubicBezTo>
                    <a:cubicBezTo>
                      <a:pt x="5888099" y="358685"/>
                      <a:pt x="5747790" y="319361"/>
                      <a:pt x="5566157" y="282563"/>
                    </a:cubicBezTo>
                    <a:cubicBezTo>
                      <a:pt x="5259112" y="220871"/>
                      <a:pt x="4830979" y="164231"/>
                      <a:pt x="4293290" y="115527"/>
                    </a:cubicBezTo>
                    <a:cubicBezTo>
                      <a:pt x="3491081" y="42606"/>
                      <a:pt x="2680043" y="7803"/>
                      <a:pt x="2483701" y="0"/>
                    </a:cubicBezTo>
                    <a:lnTo>
                      <a:pt x="0" y="306"/>
                    </a:lnTo>
                  </a:path>
                </a:pathLst>
              </a:custGeom>
              <a:noFill/>
              <a:ln w="6350">
                <a:solidFill>
                  <a:srgbClr val="862633"/>
                </a:solidFill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3266">
                  <a:latin typeface="Helvetica"/>
                </a:endParaRPr>
              </a:p>
            </p:txBody>
          </p:sp>
        </p:grpSp>
        <p:grpSp>
          <p:nvGrpSpPr>
            <p:cNvPr id="10" name="Gruppieren 35">
              <a:extLst>
                <a:ext uri="{FF2B5EF4-FFF2-40B4-BE49-F238E27FC236}">
                  <a16:creationId xmlns:a16="http://schemas.microsoft.com/office/drawing/2014/main" id="{A786E1CE-66EA-1830-C5D6-F5461BA6097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7989" y="1727055"/>
              <a:ext cx="9978798" cy="4286001"/>
              <a:chOff x="-61913" y="1730810"/>
              <a:chExt cx="10692479" cy="4745963"/>
            </a:xfrm>
          </p:grpSpPr>
          <p:sp>
            <p:nvSpPr>
              <p:cNvPr id="11" name="Freeform 3">
                <a:extLst>
                  <a:ext uri="{FF2B5EF4-FFF2-40B4-BE49-F238E27FC236}">
                    <a16:creationId xmlns:a16="http://schemas.microsoft.com/office/drawing/2014/main" id="{0B5B42D9-4587-16B9-62A9-E4E74D0CD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855" y="1730906"/>
                <a:ext cx="8190711" cy="4745867"/>
              </a:xfrm>
              <a:custGeom>
                <a:avLst/>
                <a:gdLst>
                  <a:gd name="T0" fmla="*/ 0 w 17184"/>
                  <a:gd name="T1" fmla="*/ 0 h 13694"/>
                  <a:gd name="T2" fmla="*/ 0 w 17184"/>
                  <a:gd name="T3" fmla="*/ 0 h 13694"/>
                  <a:gd name="T4" fmla="*/ 9269 w 17184"/>
                  <a:gd name="T5" fmla="*/ 1455 h 13694"/>
                  <a:gd name="T6" fmla="*/ 9269 w 17184"/>
                  <a:gd name="T7" fmla="*/ 1455 h 13694"/>
                  <a:gd name="T8" fmla="*/ 4878 w 17184"/>
                  <a:gd name="T9" fmla="*/ 4361 h 13694"/>
                  <a:gd name="T10" fmla="*/ 4878 w 17184"/>
                  <a:gd name="T11" fmla="*/ 4361 h 13694"/>
                  <a:gd name="T12" fmla="*/ 10208 w 17184"/>
                  <a:gd name="T13" fmla="*/ 7887 h 13694"/>
                  <a:gd name="T14" fmla="*/ 10208 w 17184"/>
                  <a:gd name="T15" fmla="*/ 7887 h 13694"/>
                  <a:gd name="T16" fmla="*/ 17183 w 17184"/>
                  <a:gd name="T17" fmla="*/ 13693 h 13694"/>
                  <a:gd name="connsiteX0" fmla="*/ 0 w 17163"/>
                  <a:gd name="connsiteY0" fmla="*/ 0 h 13323"/>
                  <a:gd name="connsiteX1" fmla="*/ 0 w 17163"/>
                  <a:gd name="connsiteY1" fmla="*/ 0 h 13323"/>
                  <a:gd name="connsiteX2" fmla="*/ 9269 w 17163"/>
                  <a:gd name="connsiteY2" fmla="*/ 1455 h 13323"/>
                  <a:gd name="connsiteX3" fmla="*/ 9269 w 17163"/>
                  <a:gd name="connsiteY3" fmla="*/ 1455 h 13323"/>
                  <a:gd name="connsiteX4" fmla="*/ 4878 w 17163"/>
                  <a:gd name="connsiteY4" fmla="*/ 4361 h 13323"/>
                  <a:gd name="connsiteX5" fmla="*/ 4878 w 17163"/>
                  <a:gd name="connsiteY5" fmla="*/ 4361 h 13323"/>
                  <a:gd name="connsiteX6" fmla="*/ 10208 w 17163"/>
                  <a:gd name="connsiteY6" fmla="*/ 7887 h 13323"/>
                  <a:gd name="connsiteX7" fmla="*/ 10208 w 17163"/>
                  <a:gd name="connsiteY7" fmla="*/ 7887 h 13323"/>
                  <a:gd name="connsiteX8" fmla="*/ 17163 w 17163"/>
                  <a:gd name="connsiteY8" fmla="*/ 13323 h 13323"/>
                  <a:gd name="connsiteX0" fmla="*/ 0 w 17183"/>
                  <a:gd name="connsiteY0" fmla="*/ 0 h 13184"/>
                  <a:gd name="connsiteX1" fmla="*/ 0 w 17183"/>
                  <a:gd name="connsiteY1" fmla="*/ 0 h 13184"/>
                  <a:gd name="connsiteX2" fmla="*/ 9269 w 17183"/>
                  <a:gd name="connsiteY2" fmla="*/ 1455 h 13184"/>
                  <a:gd name="connsiteX3" fmla="*/ 9269 w 17183"/>
                  <a:gd name="connsiteY3" fmla="*/ 1455 h 13184"/>
                  <a:gd name="connsiteX4" fmla="*/ 4878 w 17183"/>
                  <a:gd name="connsiteY4" fmla="*/ 4361 h 13184"/>
                  <a:gd name="connsiteX5" fmla="*/ 4878 w 17183"/>
                  <a:gd name="connsiteY5" fmla="*/ 4361 h 13184"/>
                  <a:gd name="connsiteX6" fmla="*/ 10208 w 17183"/>
                  <a:gd name="connsiteY6" fmla="*/ 7887 h 13184"/>
                  <a:gd name="connsiteX7" fmla="*/ 10208 w 17183"/>
                  <a:gd name="connsiteY7" fmla="*/ 7887 h 13184"/>
                  <a:gd name="connsiteX8" fmla="*/ 17183 w 17183"/>
                  <a:gd name="connsiteY8" fmla="*/ 13184 h 13184"/>
                  <a:gd name="connsiteX0" fmla="*/ 0 w 17183"/>
                  <a:gd name="connsiteY0" fmla="*/ 0 h 13184"/>
                  <a:gd name="connsiteX1" fmla="*/ 0 w 17183"/>
                  <a:gd name="connsiteY1" fmla="*/ 0 h 13184"/>
                  <a:gd name="connsiteX2" fmla="*/ 9269 w 17183"/>
                  <a:gd name="connsiteY2" fmla="*/ 1455 h 13184"/>
                  <a:gd name="connsiteX3" fmla="*/ 9269 w 17183"/>
                  <a:gd name="connsiteY3" fmla="*/ 1455 h 13184"/>
                  <a:gd name="connsiteX4" fmla="*/ 4878 w 17183"/>
                  <a:gd name="connsiteY4" fmla="*/ 4361 h 13184"/>
                  <a:gd name="connsiteX5" fmla="*/ 4878 w 17183"/>
                  <a:gd name="connsiteY5" fmla="*/ 4361 h 13184"/>
                  <a:gd name="connsiteX6" fmla="*/ 10208 w 17183"/>
                  <a:gd name="connsiteY6" fmla="*/ 7887 h 13184"/>
                  <a:gd name="connsiteX7" fmla="*/ 10208 w 17183"/>
                  <a:gd name="connsiteY7" fmla="*/ 7887 h 13184"/>
                  <a:gd name="connsiteX8" fmla="*/ 17183 w 17183"/>
                  <a:gd name="connsiteY8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4878 w 17044"/>
                  <a:gd name="connsiteY5" fmla="*/ 4361 h 13184"/>
                  <a:gd name="connsiteX6" fmla="*/ 10208 w 17044"/>
                  <a:gd name="connsiteY6" fmla="*/ 7887 h 13184"/>
                  <a:gd name="connsiteX7" fmla="*/ 10208 w 17044"/>
                  <a:gd name="connsiteY7" fmla="*/ 7887 h 13184"/>
                  <a:gd name="connsiteX8" fmla="*/ 17044 w 17044"/>
                  <a:gd name="connsiteY8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4878 w 17044"/>
                  <a:gd name="connsiteY5" fmla="*/ 4361 h 13184"/>
                  <a:gd name="connsiteX6" fmla="*/ 10208 w 17044"/>
                  <a:gd name="connsiteY6" fmla="*/ 7887 h 13184"/>
                  <a:gd name="connsiteX7" fmla="*/ 10218 w 17044"/>
                  <a:gd name="connsiteY7" fmla="*/ 7748 h 13184"/>
                  <a:gd name="connsiteX8" fmla="*/ 17044 w 17044"/>
                  <a:gd name="connsiteY8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4878 w 17044"/>
                  <a:gd name="connsiteY5" fmla="*/ 4361 h 13184"/>
                  <a:gd name="connsiteX6" fmla="*/ 10208 w 17044"/>
                  <a:gd name="connsiteY6" fmla="*/ 7887 h 13184"/>
                  <a:gd name="connsiteX7" fmla="*/ 10218 w 17044"/>
                  <a:gd name="connsiteY7" fmla="*/ 7748 h 13184"/>
                  <a:gd name="connsiteX8" fmla="*/ 17044 w 17044"/>
                  <a:gd name="connsiteY8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4878 w 17044"/>
                  <a:gd name="connsiteY5" fmla="*/ 4361 h 13184"/>
                  <a:gd name="connsiteX6" fmla="*/ 10218 w 17044"/>
                  <a:gd name="connsiteY6" fmla="*/ 7748 h 13184"/>
                  <a:gd name="connsiteX7" fmla="*/ 17044 w 17044"/>
                  <a:gd name="connsiteY7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4878 w 17044"/>
                  <a:gd name="connsiteY5" fmla="*/ 4361 h 13184"/>
                  <a:gd name="connsiteX6" fmla="*/ 10218 w 17044"/>
                  <a:gd name="connsiteY6" fmla="*/ 7748 h 13184"/>
                  <a:gd name="connsiteX7" fmla="*/ 17044 w 17044"/>
                  <a:gd name="connsiteY7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5165 w 17044"/>
                  <a:gd name="connsiteY5" fmla="*/ 5962 h 13184"/>
                  <a:gd name="connsiteX6" fmla="*/ 10218 w 17044"/>
                  <a:gd name="connsiteY6" fmla="*/ 7748 h 13184"/>
                  <a:gd name="connsiteX7" fmla="*/ 17044 w 17044"/>
                  <a:gd name="connsiteY7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10218 w 17044"/>
                  <a:gd name="connsiteY5" fmla="*/ 7748 h 13184"/>
                  <a:gd name="connsiteX6" fmla="*/ 17044 w 17044"/>
                  <a:gd name="connsiteY6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10218 w 17044"/>
                  <a:gd name="connsiteY5" fmla="*/ 7748 h 13184"/>
                  <a:gd name="connsiteX6" fmla="*/ 17044 w 17044"/>
                  <a:gd name="connsiteY6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10218 w 17044"/>
                  <a:gd name="connsiteY5" fmla="*/ 7748 h 13184"/>
                  <a:gd name="connsiteX6" fmla="*/ 17044 w 17044"/>
                  <a:gd name="connsiteY6" fmla="*/ 13184 h 13184"/>
                  <a:gd name="connsiteX0" fmla="*/ 0 w 17044"/>
                  <a:gd name="connsiteY0" fmla="*/ 0 h 13184"/>
                  <a:gd name="connsiteX1" fmla="*/ 0 w 17044"/>
                  <a:gd name="connsiteY1" fmla="*/ 0 h 13184"/>
                  <a:gd name="connsiteX2" fmla="*/ 9269 w 17044"/>
                  <a:gd name="connsiteY2" fmla="*/ 1455 h 13184"/>
                  <a:gd name="connsiteX3" fmla="*/ 9269 w 17044"/>
                  <a:gd name="connsiteY3" fmla="*/ 1455 h 13184"/>
                  <a:gd name="connsiteX4" fmla="*/ 4878 w 17044"/>
                  <a:gd name="connsiteY4" fmla="*/ 4361 h 13184"/>
                  <a:gd name="connsiteX5" fmla="*/ 10218 w 17044"/>
                  <a:gd name="connsiteY5" fmla="*/ 7748 h 13184"/>
                  <a:gd name="connsiteX6" fmla="*/ 17044 w 17044"/>
                  <a:gd name="connsiteY6" fmla="*/ 13184 h 13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44" h="13184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7668" y="142"/>
                      <a:pt x="9269" y="1455"/>
                    </a:cubicBezTo>
                    <a:lnTo>
                      <a:pt x="9269" y="1455"/>
                    </a:lnTo>
                    <a:cubicBezTo>
                      <a:pt x="10869" y="2767"/>
                      <a:pt x="6836" y="3122"/>
                      <a:pt x="4878" y="4361"/>
                    </a:cubicBezTo>
                    <a:cubicBezTo>
                      <a:pt x="2350" y="6085"/>
                      <a:pt x="8022" y="7085"/>
                      <a:pt x="10218" y="7748"/>
                    </a:cubicBezTo>
                    <a:cubicBezTo>
                      <a:pt x="16212" y="9335"/>
                      <a:pt x="17004" y="10667"/>
                      <a:pt x="17044" y="13184"/>
                    </a:cubicBezTo>
                  </a:path>
                </a:pathLst>
              </a:custGeom>
              <a:noFill/>
              <a:ln w="38100" cap="flat">
                <a:solidFill>
                  <a:srgbClr val="FFFFFF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3266" dirty="0">
                  <a:latin typeface="Helvetica"/>
                </a:endParaRPr>
              </a:p>
            </p:txBody>
          </p:sp>
          <p:cxnSp>
            <p:nvCxnSpPr>
              <p:cNvPr id="12" name="Straight Connector 9">
                <a:extLst>
                  <a:ext uri="{FF2B5EF4-FFF2-40B4-BE49-F238E27FC236}">
                    <a16:creationId xmlns:a16="http://schemas.microsoft.com/office/drawing/2014/main" id="{2B56483F-1384-9685-ED99-D68B025B07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913" y="1730810"/>
                <a:ext cx="2376409" cy="1684"/>
              </a:xfrm>
              <a:prstGeom prst="line">
                <a:avLst/>
              </a:prstGeom>
              <a:ln w="38100">
                <a:solidFill>
                  <a:srgbClr val="FFFFFF"/>
                </a:solidFill>
                <a:prstDash val="dash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</p:grp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2274751C-DAE5-0331-2C5E-6835E6F33523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8194512" y="1691362"/>
              <a:ext cx="1821778" cy="7364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2000" dirty="0">
                  <a:latin typeface="Helvetica"/>
                </a:rPr>
                <a:t>Sample text</a:t>
              </a:r>
            </a:p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lang="en-US" sz="1400" dirty="0">
                  <a:latin typeface="Helvetica"/>
                </a:rPr>
                <a:t>Lorem ipsum dolor sit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sadipscing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elitr</a:t>
              </a:r>
              <a:r>
                <a:rPr lang="en-US" sz="1400" dirty="0">
                  <a:latin typeface="Helvetica"/>
                </a:rPr>
                <a:t> sed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600CF76-E65D-E11C-D356-84A0400C0CC5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743498" y="2634818"/>
              <a:ext cx="1821778" cy="7364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marR="0" lvl="0" algn="r" fontAlgn="auto">
                <a:lnSpc>
                  <a:spcPct val="100000"/>
                </a:lnSpc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2000" dirty="0">
                  <a:latin typeface="Helvetica"/>
                </a:rPr>
                <a:t>Sample text</a:t>
              </a:r>
            </a:p>
            <a:p>
              <a: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lang="en-US" sz="1400" dirty="0">
                  <a:latin typeface="Helvetica"/>
                </a:rPr>
                <a:t>Lorem ipsum dolor sit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sadipscing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elitr</a:t>
              </a:r>
              <a:r>
                <a:rPr lang="en-US" sz="1400" dirty="0">
                  <a:latin typeface="Helvetica"/>
                </a:rPr>
                <a:t> sed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08A6C0F6-2E8D-42EB-1D24-4C9FEE7C8507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4358564" y="4393324"/>
              <a:ext cx="1821778" cy="7364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marR="0" lvl="0" algn="r" fontAlgn="auto">
                <a:lnSpc>
                  <a:spcPct val="100000"/>
                </a:lnSpc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2000" dirty="0">
                  <a:latin typeface="Helvetica"/>
                </a:rPr>
                <a:t>Sample text</a:t>
              </a:r>
            </a:p>
            <a:p>
              <a: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lang="en-US" sz="1400" dirty="0">
                  <a:latin typeface="Helvetica"/>
                </a:rPr>
                <a:t>Lorem ipsum dolor sit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sadipscing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elitr</a:t>
              </a:r>
              <a:r>
                <a:rPr lang="en-US" sz="1400" dirty="0">
                  <a:latin typeface="Helvetica"/>
                </a:rPr>
                <a:t> sed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5E5901B4-F183-5724-1A9F-3F056B2BE092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6822259" y="4922221"/>
              <a:ext cx="1821778" cy="7364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marR="0" lvl="0" algn="r" fontAlgn="auto">
                <a:lnSpc>
                  <a:spcPct val="100000"/>
                </a:lnSpc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2000" dirty="0">
                  <a:latin typeface="Helvetica"/>
                </a:rPr>
                <a:t>Sample text</a:t>
              </a:r>
            </a:p>
            <a:p>
              <a: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Helvetica"/>
                </a:defRPr>
              </a:pPr>
              <a:r>
                <a:rPr lang="en-US" sz="1400" dirty="0">
                  <a:latin typeface="Helvetica"/>
                </a:rPr>
                <a:t>Lorem ipsum dolor sit </a:t>
              </a:r>
              <a:br>
                <a:rPr lang="en-US" sz="1400" dirty="0">
                  <a:latin typeface="Helvetica"/>
                </a:rPr>
              </a:br>
              <a:r>
                <a:rPr lang="en-US" sz="1400" dirty="0" err="1">
                  <a:latin typeface="Helvetica"/>
                </a:rPr>
                <a:t>sadipscing</a:t>
              </a:r>
              <a:r>
                <a:rPr lang="en-US" sz="1400" dirty="0">
                  <a:latin typeface="Helvetica"/>
                </a:rPr>
                <a:t> </a:t>
              </a:r>
              <a:r>
                <a:rPr lang="en-US" sz="1400" dirty="0" err="1">
                  <a:latin typeface="Helvetica"/>
                </a:rPr>
                <a:t>elitr</a:t>
              </a:r>
              <a:r>
                <a:rPr lang="en-US" sz="1400" dirty="0">
                  <a:latin typeface="Helvetica"/>
                </a:rPr>
                <a:t> sed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4180BA48-018C-3264-F627-22A52E0EA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957" y="3270210"/>
              <a:ext cx="583690" cy="949584"/>
            </a:xfrm>
            <a:custGeom>
              <a:avLst/>
              <a:gdLst>
                <a:gd name="T0" fmla="*/ 590 w 1181"/>
                <a:gd name="T1" fmla="*/ 933 h 1922"/>
                <a:gd name="T2" fmla="*/ 590 w 1181"/>
                <a:gd name="T3" fmla="*/ 933 h 1922"/>
                <a:gd name="T4" fmla="*/ 289 w 1181"/>
                <a:gd name="T5" fmla="*/ 632 h 1922"/>
                <a:gd name="T6" fmla="*/ 289 w 1181"/>
                <a:gd name="T7" fmla="*/ 632 h 1922"/>
                <a:gd name="T8" fmla="*/ 590 w 1181"/>
                <a:gd name="T9" fmla="*/ 331 h 1922"/>
                <a:gd name="T10" fmla="*/ 590 w 1181"/>
                <a:gd name="T11" fmla="*/ 331 h 1922"/>
                <a:gd name="T12" fmla="*/ 891 w 1181"/>
                <a:gd name="T13" fmla="*/ 632 h 1922"/>
                <a:gd name="T14" fmla="*/ 891 w 1181"/>
                <a:gd name="T15" fmla="*/ 632 h 1922"/>
                <a:gd name="T16" fmla="*/ 590 w 1181"/>
                <a:gd name="T17" fmla="*/ 933 h 1922"/>
                <a:gd name="T18" fmla="*/ 590 w 1181"/>
                <a:gd name="T19" fmla="*/ 0 h 1922"/>
                <a:gd name="T20" fmla="*/ 590 w 1181"/>
                <a:gd name="T21" fmla="*/ 0 h 1922"/>
                <a:gd name="T22" fmla="*/ 0 w 1181"/>
                <a:gd name="T23" fmla="*/ 589 h 1922"/>
                <a:gd name="T24" fmla="*/ 0 w 1181"/>
                <a:gd name="T25" fmla="*/ 589 h 1922"/>
                <a:gd name="T26" fmla="*/ 590 w 1181"/>
                <a:gd name="T27" fmla="*/ 1921 h 1922"/>
                <a:gd name="T28" fmla="*/ 590 w 1181"/>
                <a:gd name="T29" fmla="*/ 1921 h 1922"/>
                <a:gd name="T30" fmla="*/ 1180 w 1181"/>
                <a:gd name="T31" fmla="*/ 589 h 1922"/>
                <a:gd name="T32" fmla="*/ 1180 w 1181"/>
                <a:gd name="T33" fmla="*/ 589 h 1922"/>
                <a:gd name="T34" fmla="*/ 590 w 1181"/>
                <a:gd name="T35" fmla="*/ 0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2">
                  <a:moveTo>
                    <a:pt x="590" y="933"/>
                  </a:moveTo>
                  <a:lnTo>
                    <a:pt x="590" y="933"/>
                  </a:lnTo>
                  <a:cubicBezTo>
                    <a:pt x="424" y="933"/>
                    <a:pt x="289" y="798"/>
                    <a:pt x="289" y="632"/>
                  </a:cubicBezTo>
                  <a:lnTo>
                    <a:pt x="289" y="632"/>
                  </a:lnTo>
                  <a:cubicBezTo>
                    <a:pt x="289" y="466"/>
                    <a:pt x="424" y="331"/>
                    <a:pt x="590" y="331"/>
                  </a:cubicBezTo>
                  <a:lnTo>
                    <a:pt x="590" y="331"/>
                  </a:lnTo>
                  <a:cubicBezTo>
                    <a:pt x="756" y="331"/>
                    <a:pt x="891" y="466"/>
                    <a:pt x="891" y="632"/>
                  </a:cubicBezTo>
                  <a:lnTo>
                    <a:pt x="891" y="632"/>
                  </a:lnTo>
                  <a:cubicBezTo>
                    <a:pt x="891" y="798"/>
                    <a:pt x="756" y="933"/>
                    <a:pt x="590" y="933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3"/>
                    <a:pt x="0" y="589"/>
                  </a:cubicBezTo>
                  <a:lnTo>
                    <a:pt x="0" y="589"/>
                  </a:lnTo>
                  <a:cubicBezTo>
                    <a:pt x="0" y="915"/>
                    <a:pt x="590" y="1921"/>
                    <a:pt x="590" y="1921"/>
                  </a:cubicBezTo>
                  <a:lnTo>
                    <a:pt x="590" y="1921"/>
                  </a:lnTo>
                  <a:cubicBezTo>
                    <a:pt x="590" y="1921"/>
                    <a:pt x="1180" y="915"/>
                    <a:pt x="1180" y="589"/>
                  </a:cubicBezTo>
                  <a:lnTo>
                    <a:pt x="1180" y="589"/>
                  </a:lnTo>
                  <a:cubicBezTo>
                    <a:pt x="1180" y="263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86263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>
                <a:latin typeface="Helvetica"/>
              </a:endParaRPr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3E2AE27B-5AC8-6353-9FE4-D340CA312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430" y="2528232"/>
              <a:ext cx="583690" cy="949584"/>
            </a:xfrm>
            <a:custGeom>
              <a:avLst/>
              <a:gdLst>
                <a:gd name="T0" fmla="*/ 589 w 1180"/>
                <a:gd name="T1" fmla="*/ 932 h 1922"/>
                <a:gd name="T2" fmla="*/ 589 w 1180"/>
                <a:gd name="T3" fmla="*/ 932 h 1922"/>
                <a:gd name="T4" fmla="*/ 288 w 1180"/>
                <a:gd name="T5" fmla="*/ 631 h 1922"/>
                <a:gd name="T6" fmla="*/ 288 w 1180"/>
                <a:gd name="T7" fmla="*/ 631 h 1922"/>
                <a:gd name="T8" fmla="*/ 589 w 1180"/>
                <a:gd name="T9" fmla="*/ 332 h 1922"/>
                <a:gd name="T10" fmla="*/ 589 w 1180"/>
                <a:gd name="T11" fmla="*/ 332 h 1922"/>
                <a:gd name="T12" fmla="*/ 890 w 1180"/>
                <a:gd name="T13" fmla="*/ 631 h 1922"/>
                <a:gd name="T14" fmla="*/ 890 w 1180"/>
                <a:gd name="T15" fmla="*/ 631 h 1922"/>
                <a:gd name="T16" fmla="*/ 589 w 1180"/>
                <a:gd name="T17" fmla="*/ 932 h 1922"/>
                <a:gd name="T18" fmla="*/ 589 w 1180"/>
                <a:gd name="T19" fmla="*/ 0 h 1922"/>
                <a:gd name="T20" fmla="*/ 589 w 1180"/>
                <a:gd name="T21" fmla="*/ 0 h 1922"/>
                <a:gd name="T22" fmla="*/ 0 w 1180"/>
                <a:gd name="T23" fmla="*/ 589 h 1922"/>
                <a:gd name="T24" fmla="*/ 0 w 1180"/>
                <a:gd name="T25" fmla="*/ 589 h 1922"/>
                <a:gd name="T26" fmla="*/ 589 w 1180"/>
                <a:gd name="T27" fmla="*/ 1921 h 1922"/>
                <a:gd name="T28" fmla="*/ 589 w 1180"/>
                <a:gd name="T29" fmla="*/ 1921 h 1922"/>
                <a:gd name="T30" fmla="*/ 1179 w 1180"/>
                <a:gd name="T31" fmla="*/ 589 h 1922"/>
                <a:gd name="T32" fmla="*/ 1179 w 1180"/>
                <a:gd name="T33" fmla="*/ 589 h 1922"/>
                <a:gd name="T34" fmla="*/ 589 w 1180"/>
                <a:gd name="T35" fmla="*/ 0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0" h="1922">
                  <a:moveTo>
                    <a:pt x="589" y="932"/>
                  </a:moveTo>
                  <a:lnTo>
                    <a:pt x="589" y="932"/>
                  </a:lnTo>
                  <a:cubicBezTo>
                    <a:pt x="423" y="932"/>
                    <a:pt x="288" y="797"/>
                    <a:pt x="288" y="631"/>
                  </a:cubicBezTo>
                  <a:lnTo>
                    <a:pt x="288" y="631"/>
                  </a:lnTo>
                  <a:cubicBezTo>
                    <a:pt x="288" y="466"/>
                    <a:pt x="423" y="332"/>
                    <a:pt x="589" y="332"/>
                  </a:cubicBezTo>
                  <a:lnTo>
                    <a:pt x="589" y="332"/>
                  </a:lnTo>
                  <a:cubicBezTo>
                    <a:pt x="756" y="332"/>
                    <a:pt x="890" y="466"/>
                    <a:pt x="890" y="631"/>
                  </a:cubicBezTo>
                  <a:lnTo>
                    <a:pt x="890" y="631"/>
                  </a:lnTo>
                  <a:cubicBezTo>
                    <a:pt x="890" y="797"/>
                    <a:pt x="756" y="932"/>
                    <a:pt x="589" y="932"/>
                  </a:cubicBezTo>
                  <a:close/>
                  <a:moveTo>
                    <a:pt x="589" y="0"/>
                  </a:moveTo>
                  <a:lnTo>
                    <a:pt x="589" y="0"/>
                  </a:lnTo>
                  <a:cubicBezTo>
                    <a:pt x="264" y="0"/>
                    <a:pt x="0" y="264"/>
                    <a:pt x="0" y="589"/>
                  </a:cubicBezTo>
                  <a:lnTo>
                    <a:pt x="0" y="589"/>
                  </a:lnTo>
                  <a:cubicBezTo>
                    <a:pt x="0" y="914"/>
                    <a:pt x="589" y="1921"/>
                    <a:pt x="589" y="1921"/>
                  </a:cubicBezTo>
                  <a:lnTo>
                    <a:pt x="589" y="1921"/>
                  </a:lnTo>
                  <a:cubicBezTo>
                    <a:pt x="589" y="1921"/>
                    <a:pt x="1179" y="914"/>
                    <a:pt x="1179" y="589"/>
                  </a:cubicBezTo>
                  <a:lnTo>
                    <a:pt x="1179" y="589"/>
                  </a:lnTo>
                  <a:cubicBezTo>
                    <a:pt x="1179" y="264"/>
                    <a:pt x="915" y="0"/>
                    <a:pt x="589" y="0"/>
                  </a:cubicBezTo>
                  <a:close/>
                </a:path>
              </a:pathLst>
            </a:custGeom>
            <a:solidFill>
              <a:srgbClr val="4E161E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>
                <a:latin typeface="Helvetica"/>
              </a:endParaRPr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0E8BB308-EB34-C968-8F04-0C5868F13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3066" y="3961946"/>
              <a:ext cx="583690" cy="949584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EFEFEF">
                <a:lumMod val="7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>
                <a:latin typeface="Helvetica"/>
              </a:endParaRPr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34E9FBF-3516-AE7C-F2B5-E16AEEBF7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579" y="1584776"/>
              <a:ext cx="583690" cy="949584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86263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>
                <a:latin typeface="Helvetic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and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think-cell 'Phases/processes' (tc:24)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10</a:t>
            </a:r>
          </a:p>
        </p:txBody>
      </p:sp>
      <p:grpSp>
        <p:nvGrpSpPr>
          <p:cNvPr id="6" name="tclib Thinkcell.pptx #24"/>
          <p:cNvGrpSpPr/>
          <p:nvPr/>
        </p:nvGrpSpPr>
        <p:grpSpPr>
          <a:xfrm>
            <a:off x="609904" y="1576659"/>
            <a:ext cx="10972800" cy="4253322"/>
            <a:chOff x="419099" y="1557900"/>
            <a:chExt cx="11391239" cy="4415520"/>
          </a:xfrm>
        </p:grpSpPr>
        <p:sp>
          <p:nvSpPr>
            <p:cNvPr id="7" name="Pfeil: Fünfeck 4">
              <a:extLst>
                <a:ext uri="{FF2B5EF4-FFF2-40B4-BE49-F238E27FC236}">
                  <a16:creationId xmlns:a16="http://schemas.microsoft.com/office/drawing/2014/main" id="{546436E4-AA83-91E8-A277-8AFA961166B7}"/>
                </a:ext>
              </a:extLst>
            </p:cNvPr>
            <p:cNvSpPr>
              <a:spLocks/>
            </p:cNvSpPr>
            <p:nvPr/>
          </p:nvSpPr>
          <p:spPr>
            <a:xfrm>
              <a:off x="419101" y="1557900"/>
              <a:ext cx="2313913" cy="769318"/>
            </a:xfrm>
            <a:prstGeom prst="homePlate">
              <a:avLst>
                <a:gd name="adj" fmla="val 24929"/>
              </a:avLst>
            </a:prstGeom>
            <a:solidFill>
              <a:srgbClr val="EFEFEF"/>
            </a:solidFill>
            <a:ln w="12700"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lIns="144000" tIns="108000" rIns="144000" bIns="108000" rtlCol="0" anchor="ctr">
              <a:noAutofit/>
            </a:bodyPr>
            <a:lstStyle/>
            <a:p>
              <a:pPr lvl="0">
                <a:tabLst>
                  <a:tab pos="1798638" algn="r"/>
                </a:tabLst>
              </a:pPr>
              <a:r>
                <a:rPr lang="en-US" dirty="0">
                  <a:solidFill>
                    <a:srgbClr val="000000"/>
                  </a:solidFill>
                  <a:latin typeface="Helvetica"/>
                </a:rPr>
                <a:t>Phase 	</a:t>
              </a:r>
              <a:r>
                <a:rPr lang="en-US" b="1" dirty="0">
                  <a:solidFill>
                    <a:srgbClr val="000000"/>
                  </a:solidFill>
                  <a:latin typeface="Helvetica"/>
                </a:rPr>
                <a:t>01.</a:t>
              </a:r>
            </a:p>
          </p:txBody>
        </p:sp>
        <p:sp>
          <p:nvSpPr>
            <p:cNvPr id="8" name="Pfeil: Chevron 5">
              <a:extLst>
                <a:ext uri="{FF2B5EF4-FFF2-40B4-BE49-F238E27FC236}">
                  <a16:creationId xmlns:a16="http://schemas.microsoft.com/office/drawing/2014/main" id="{9E4A56CD-CB47-0017-E711-D2A402606B64}"/>
                </a:ext>
              </a:extLst>
            </p:cNvPr>
            <p:cNvSpPr>
              <a:spLocks/>
            </p:cNvSpPr>
            <p:nvPr/>
          </p:nvSpPr>
          <p:spPr>
            <a:xfrm>
              <a:off x="2688432" y="1557900"/>
              <a:ext cx="2313913" cy="769318"/>
            </a:xfrm>
            <a:prstGeom prst="chevron">
              <a:avLst>
                <a:gd name="adj" fmla="val 24929"/>
              </a:avLst>
            </a:prstGeom>
            <a:solidFill>
              <a:srgbClr val="EFEFEF"/>
            </a:solidFill>
            <a:ln w="12700"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tabLst>
                  <a:tab pos="1706563" algn="r"/>
                </a:tabLst>
              </a:pPr>
              <a:r>
                <a:rPr lang="en-US" dirty="0">
                  <a:solidFill>
                    <a:srgbClr val="000000"/>
                  </a:solidFill>
                  <a:latin typeface="Helvetica"/>
                </a:rPr>
                <a:t>Phase	</a:t>
              </a:r>
              <a:r>
                <a:rPr lang="en-US" b="1" dirty="0">
                  <a:solidFill>
                    <a:srgbClr val="000000"/>
                  </a:solidFill>
                  <a:latin typeface="Helvetica"/>
                </a:rPr>
                <a:t>02.</a:t>
              </a:r>
            </a:p>
          </p:txBody>
        </p:sp>
        <p:sp>
          <p:nvSpPr>
            <p:cNvPr id="9" name="Pfeil: Chevron 6">
              <a:extLst>
                <a:ext uri="{FF2B5EF4-FFF2-40B4-BE49-F238E27FC236}">
                  <a16:creationId xmlns:a16="http://schemas.microsoft.com/office/drawing/2014/main" id="{2CABC924-5BC8-7069-7392-B318959CBD49}"/>
                </a:ext>
              </a:extLst>
            </p:cNvPr>
            <p:cNvSpPr>
              <a:spLocks/>
            </p:cNvSpPr>
            <p:nvPr/>
          </p:nvSpPr>
          <p:spPr>
            <a:xfrm>
              <a:off x="4957763" y="1557900"/>
              <a:ext cx="2313913" cy="769318"/>
            </a:xfrm>
            <a:prstGeom prst="chevron">
              <a:avLst>
                <a:gd name="adj" fmla="val 24929"/>
              </a:avLst>
            </a:prstGeom>
            <a:solidFill>
              <a:srgbClr val="EFEFEF"/>
            </a:solidFill>
            <a:ln w="12700"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tabLst>
                  <a:tab pos="1706563" algn="r"/>
                </a:tabLst>
              </a:pPr>
              <a:r>
                <a:rPr lang="en-US">
                  <a:solidFill>
                    <a:srgbClr val="000000"/>
                  </a:solidFill>
                  <a:latin typeface="Helvetica"/>
                </a:rPr>
                <a:t>Phase	 </a:t>
              </a:r>
              <a:r>
                <a:rPr lang="en-US" b="1">
                  <a:solidFill>
                    <a:srgbClr val="000000"/>
                  </a:solidFill>
                  <a:latin typeface="Helvetica"/>
                </a:rPr>
                <a:t>03.</a:t>
              </a:r>
            </a:p>
          </p:txBody>
        </p:sp>
        <p:sp>
          <p:nvSpPr>
            <p:cNvPr id="10" name="Pfeil: Chevron 7">
              <a:extLst>
                <a:ext uri="{FF2B5EF4-FFF2-40B4-BE49-F238E27FC236}">
                  <a16:creationId xmlns:a16="http://schemas.microsoft.com/office/drawing/2014/main" id="{E32B8F9E-4B37-2A16-0191-4C1FCAF26998}"/>
                </a:ext>
              </a:extLst>
            </p:cNvPr>
            <p:cNvSpPr>
              <a:spLocks/>
            </p:cNvSpPr>
            <p:nvPr/>
          </p:nvSpPr>
          <p:spPr>
            <a:xfrm>
              <a:off x="7227094" y="1557900"/>
              <a:ext cx="2313913" cy="769318"/>
            </a:xfrm>
            <a:prstGeom prst="chevron">
              <a:avLst>
                <a:gd name="adj" fmla="val 24929"/>
              </a:avLst>
            </a:prstGeom>
            <a:solidFill>
              <a:srgbClr val="EFEFEF"/>
            </a:solidFill>
            <a:ln w="12700"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tabLst>
                  <a:tab pos="1706563" algn="r"/>
                </a:tabLst>
              </a:pPr>
              <a:r>
                <a:rPr lang="en-US">
                  <a:solidFill>
                    <a:srgbClr val="000000"/>
                  </a:solidFill>
                  <a:latin typeface="Helvetica"/>
                </a:rPr>
                <a:t>Phase 	</a:t>
              </a:r>
              <a:r>
                <a:rPr lang="en-US" b="1">
                  <a:solidFill>
                    <a:srgbClr val="000000"/>
                  </a:solidFill>
                  <a:latin typeface="Helvetica"/>
                </a:rPr>
                <a:t>04.</a:t>
              </a:r>
            </a:p>
          </p:txBody>
        </p:sp>
        <p:sp>
          <p:nvSpPr>
            <p:cNvPr id="11" name="Pfeil: Chevron 8">
              <a:extLst>
                <a:ext uri="{FF2B5EF4-FFF2-40B4-BE49-F238E27FC236}">
                  <a16:creationId xmlns:a16="http://schemas.microsoft.com/office/drawing/2014/main" id="{37D4593E-B9DD-CE86-2D4C-4FC63DBA30E0}"/>
                </a:ext>
              </a:extLst>
            </p:cNvPr>
            <p:cNvSpPr>
              <a:spLocks/>
            </p:cNvSpPr>
            <p:nvPr/>
          </p:nvSpPr>
          <p:spPr>
            <a:xfrm>
              <a:off x="9496425" y="1557900"/>
              <a:ext cx="2313913" cy="769320"/>
            </a:xfrm>
            <a:prstGeom prst="chevron">
              <a:avLst>
                <a:gd name="adj" fmla="val 24929"/>
              </a:avLst>
            </a:prstGeom>
            <a:solidFill>
              <a:srgbClr val="862633"/>
            </a:solidFill>
            <a:ln w="12700">
              <a:noFill/>
            </a:ln>
          </p:spPr>
          <p:style>
            <a:lnRef idx="2">
              <a:srgbClr val="862633">
                <a:shade val="50000"/>
              </a:srgbClr>
            </a:lnRef>
            <a:fillRef idx="1">
              <a:srgbClr val="862633"/>
            </a:fillRef>
            <a:effectRef idx="0">
              <a:srgbClr val="862633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252000" tIns="108000" rIns="144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tabLst>
                  <a:tab pos="1706563" algn="r"/>
                </a:tabLst>
              </a:pPr>
              <a:r>
                <a:rPr lang="en-US">
                  <a:solidFill>
                    <a:srgbClr val="FFFFFF"/>
                  </a:solidFill>
                  <a:latin typeface="Helvetica"/>
                </a:rPr>
                <a:t>Phase 	</a:t>
              </a:r>
              <a:r>
                <a:rPr lang="en-US" b="1">
                  <a:solidFill>
                    <a:srgbClr val="FFFFFF"/>
                  </a:solidFill>
                  <a:latin typeface="Helvetica"/>
                </a:rPr>
                <a:t>05.</a:t>
              </a:r>
            </a:p>
          </p:txBody>
        </p:sp>
        <p:grpSp>
          <p:nvGrpSpPr>
            <p:cNvPr id="12" name="Gruppieren 70">
              <a:extLst>
                <a:ext uri="{FF2B5EF4-FFF2-40B4-BE49-F238E27FC236}">
                  <a16:creationId xmlns:a16="http://schemas.microsoft.com/office/drawing/2014/main" id="{E69AB799-B437-3570-9D55-8BFE89318207}"/>
                </a:ext>
              </a:extLst>
            </p:cNvPr>
            <p:cNvGrpSpPr>
              <a:grpSpLocks/>
            </p:cNvGrpSpPr>
            <p:nvPr/>
          </p:nvGrpSpPr>
          <p:grpSpPr>
            <a:xfrm>
              <a:off x="6065513" y="2529095"/>
              <a:ext cx="5744825" cy="3444325"/>
              <a:chOff x="351175" y="2529095"/>
              <a:chExt cx="5744825" cy="3444325"/>
            </a:xfrm>
          </p:grpSpPr>
          <p:sp>
            <p:nvSpPr>
              <p:cNvPr id="13" name="Pfeil: Chevron 10">
                <a:extLst>
                  <a:ext uri="{FF2B5EF4-FFF2-40B4-BE49-F238E27FC236}">
                    <a16:creationId xmlns:a16="http://schemas.microsoft.com/office/drawing/2014/main" id="{C0FAD35F-C55C-E09F-6B03-3995C0D136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69197" y="3704801"/>
                <a:ext cx="1977629" cy="1092912"/>
              </a:xfrm>
              <a:prstGeom prst="chevron">
                <a:avLst>
                  <a:gd name="adj" fmla="val 24929"/>
                </a:avLst>
              </a:prstGeom>
              <a:solidFill>
                <a:srgbClr val="EFEFEF"/>
              </a:solidFill>
              <a:ln w="12700">
                <a:noFill/>
              </a:ln>
            </p:spPr>
            <p:style>
              <a:lnRef idx="2">
                <a:srgbClr val="862633">
                  <a:shade val="50000"/>
                </a:srgbClr>
              </a:lnRef>
              <a:fillRef idx="1">
                <a:srgbClr val="862633"/>
              </a:fillRef>
              <a:effectRef idx="0">
                <a:srgbClr val="862633"/>
              </a:effectRef>
              <a:fontRef idx="minor">
                <a:srgbClr val="FFFFFF"/>
              </a:fontRef>
            </p:style>
            <p:txBody>
              <a:bodyPr rot="0" spcFirstLastPara="0" vertOverflow="overflow" horzOverflow="overflow" vert="horz" wrap="square" lIns="144000" tIns="108000" rIns="144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Helvetica"/>
                  </a:defRPr>
                </a:pPr>
                <a:r>
                  <a:rPr lang="en-US" sz="3600" b="1">
                    <a:solidFill>
                      <a:srgbClr val="862633"/>
                    </a:solidFill>
                    <a:latin typeface="Helvetica"/>
                  </a:rPr>
                  <a:t>02.</a:t>
                </a:r>
              </a:p>
            </p:txBody>
          </p:sp>
          <p:sp>
            <p:nvSpPr>
              <p:cNvPr id="14" name="Pfeil: Chevron 11">
                <a:extLst>
                  <a:ext uri="{FF2B5EF4-FFF2-40B4-BE49-F238E27FC236}">
                    <a16:creationId xmlns:a16="http://schemas.microsoft.com/office/drawing/2014/main" id="{5A93AFFE-70B8-5ED0-2DDD-C90F2927F6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18371" y="3704801"/>
                <a:ext cx="1977629" cy="1092912"/>
              </a:xfrm>
              <a:prstGeom prst="chevron">
                <a:avLst>
                  <a:gd name="adj" fmla="val 24929"/>
                </a:avLst>
              </a:prstGeom>
              <a:solidFill>
                <a:srgbClr val="EFEFEF"/>
              </a:solidFill>
              <a:ln w="12700">
                <a:noFill/>
              </a:ln>
            </p:spPr>
            <p:style>
              <a:lnRef idx="2">
                <a:srgbClr val="862633">
                  <a:shade val="50000"/>
                </a:srgbClr>
              </a:lnRef>
              <a:fillRef idx="1">
                <a:srgbClr val="862633"/>
              </a:fillRef>
              <a:effectRef idx="0">
                <a:srgbClr val="862633"/>
              </a:effectRef>
              <a:fontRef idx="minor">
                <a:srgbClr val="FFFFFF"/>
              </a:fontRef>
            </p:style>
            <p:txBody>
              <a:bodyPr rot="0" spcFirstLastPara="0" vertOverflow="overflow" horzOverflow="overflow" vert="horz" wrap="square" lIns="252000" tIns="108000" rIns="144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600" b="1">
                    <a:solidFill>
                      <a:srgbClr val="862633"/>
                    </a:solidFill>
                    <a:latin typeface="Helvetica"/>
                  </a:rPr>
                  <a:t>03.</a:t>
                </a:r>
              </a:p>
            </p:txBody>
          </p:sp>
          <p:sp>
            <p:nvSpPr>
              <p:cNvPr id="15" name="Pfeil: Chevron 12">
                <a:extLst>
                  <a:ext uri="{FF2B5EF4-FFF2-40B4-BE49-F238E27FC236}">
                    <a16:creationId xmlns:a16="http://schemas.microsoft.com/office/drawing/2014/main" id="{634FD269-07A7-E9FA-0737-D72CAC9B1E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0021" y="3704801"/>
                <a:ext cx="1977629" cy="1092912"/>
              </a:xfrm>
              <a:prstGeom prst="chevron">
                <a:avLst>
                  <a:gd name="adj" fmla="val 24929"/>
                </a:avLst>
              </a:prstGeom>
              <a:solidFill>
                <a:srgbClr val="EFEFEF"/>
              </a:solidFill>
              <a:ln w="12700">
                <a:noFill/>
              </a:ln>
            </p:spPr>
            <p:style>
              <a:lnRef idx="2">
                <a:srgbClr val="862633">
                  <a:shade val="50000"/>
                </a:srgbClr>
              </a:lnRef>
              <a:fillRef idx="1">
                <a:srgbClr val="862633"/>
              </a:fillRef>
              <a:effectRef idx="0">
                <a:srgbClr val="862633"/>
              </a:effectRef>
              <a:fontRef idx="minor">
                <a:srgbClr val="FFFFFF"/>
              </a:fontRef>
            </p:style>
            <p:txBody>
              <a:bodyPr rot="0" spcFirstLastPara="0" vertOverflow="overflow" horzOverflow="overflow" vert="horz" wrap="square" lIns="144000" tIns="108000" rIns="144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Helvetica"/>
                  </a:defRPr>
                </a:pPr>
                <a:r>
                  <a:rPr lang="en-US" sz="3600" b="1">
                    <a:solidFill>
                      <a:srgbClr val="862633"/>
                    </a:solidFill>
                    <a:latin typeface="Helvetica"/>
                  </a:rPr>
                  <a:t>01.</a:t>
                </a:r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09181889-2D7C-A871-D984-3308D07860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1175" y="5265534"/>
                <a:ext cx="1823620" cy="70788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8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36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54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72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90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  <a:t>Lorem ipsum </a:t>
                </a:r>
                <a:b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</a:b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dolor sit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consetetur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sadipscing</a:t>
                </a:r>
                <a:endParaRPr lang="en-US" sz="1200" dirty="0">
                  <a:solidFill>
                    <a:srgbClr val="000000"/>
                  </a:solidFill>
                  <a:latin typeface="Helvetica"/>
                  <a:cs typeface="+mn-cs"/>
                </a:endParaRPr>
              </a:p>
            </p:txBody>
          </p:sp>
          <p:sp>
            <p:nvSpPr>
              <p:cNvPr id="17" name="TextBox 14">
                <a:extLst>
                  <a:ext uri="{FF2B5EF4-FFF2-40B4-BE49-F238E27FC236}">
                    <a16:creationId xmlns:a16="http://schemas.microsoft.com/office/drawing/2014/main" id="{BEA4F28D-F182-7082-CF90-4A2D3C888B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0350" y="2529095"/>
                <a:ext cx="1823620" cy="707886"/>
              </a:xfrm>
              <a:prstGeom prst="rect">
                <a:avLst/>
              </a:prstGeom>
            </p:spPr>
            <p:txBody>
              <a:bodyPr vert="horz" wrap="square" lIns="0" tIns="0" rIns="0" bIns="0" rtlCol="0" anchor="b">
                <a:spAutoFit/>
              </a:bodyPr>
              <a:lstStyle>
                <a:lvl1pPr marL="18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36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54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72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90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  <a:t>Lorem ipsum </a:t>
                </a:r>
                <a:b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</a:b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dolor sit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consetetur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sadipscing</a:t>
                </a:r>
                <a:endParaRPr lang="en-US" sz="1200" dirty="0">
                  <a:solidFill>
                    <a:srgbClr val="000000"/>
                  </a:solidFill>
                  <a:latin typeface="Helvetica"/>
                  <a:cs typeface="+mn-cs"/>
                </a:endParaRPr>
              </a:p>
            </p:txBody>
          </p:sp>
          <p:sp>
            <p:nvSpPr>
              <p:cNvPr id="18" name="TextBox 14">
                <a:extLst>
                  <a:ext uri="{FF2B5EF4-FFF2-40B4-BE49-F238E27FC236}">
                    <a16:creationId xmlns:a16="http://schemas.microsoft.com/office/drawing/2014/main" id="{E6B3CCAC-48B7-2542-1C80-71CADFC3D2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9525" y="5265534"/>
                <a:ext cx="1823620" cy="70788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marL="18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36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54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72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900000" indent="-1800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454545"/>
                  </a:buClr>
                  <a:buFont typeface="Wingdings" panose="05000000000000000000" pitchFamily="2" charset="2"/>
                  <a:buChar char="§"/>
                  <a:defRPr sz="1400" kern="1200">
                    <a:solidFill>
                      <a:srgbClr val="454545"/>
                    </a:solidFill>
                    <a:latin typeface="Helvetica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Helvetica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  <a:t>Lorem ipsum </a:t>
                </a:r>
                <a:br>
                  <a:rPr lang="en-US" sz="1800" dirty="0">
                    <a:solidFill>
                      <a:srgbClr val="000000"/>
                    </a:solidFill>
                    <a:latin typeface="Helvetica"/>
                    <a:cs typeface="+mn-cs"/>
                  </a:rPr>
                </a:b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dolor sit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amet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,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consetetur</a:t>
                </a:r>
                <a:r>
                  <a:rPr lang="en-US" dirty="0">
                    <a:solidFill>
                      <a:srgbClr val="000000"/>
                    </a:solidFill>
                    <a:latin typeface="Helvetica"/>
                    <a:cs typeface="+mn-cs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Helvetica"/>
                    <a:cs typeface="+mn-cs"/>
                  </a:rPr>
                  <a:t>sadipscing</a:t>
                </a:r>
                <a:endParaRPr lang="en-US" sz="1200" dirty="0">
                  <a:solidFill>
                    <a:srgbClr val="000000"/>
                  </a:solidFill>
                  <a:latin typeface="Helvetica"/>
                  <a:cs typeface="+mn-cs"/>
                </a:endParaRPr>
              </a:p>
            </p:txBody>
          </p:sp>
          <p:cxnSp>
            <p:nvCxnSpPr>
              <p:cNvPr id="19" name="Gerader Verbinder 28">
                <a:extLst>
                  <a:ext uri="{FF2B5EF4-FFF2-40B4-BE49-F238E27FC236}">
                    <a16:creationId xmlns:a16="http://schemas.microsoft.com/office/drawing/2014/main" id="{67913742-F8E7-31EF-A843-249F0EE4FF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12159" y="3334049"/>
                <a:ext cx="0" cy="273684"/>
              </a:xfrm>
              <a:prstGeom prst="line">
                <a:avLst/>
              </a:prstGeom>
              <a:ln w="9525" cap="rnd">
                <a:solidFill>
                  <a:srgbClr val="4E161E">
                    <a:lumMod val="20000"/>
                    <a:lumOff val="80000"/>
                  </a:srgbClr>
                </a:solidFill>
                <a:round/>
                <a:headEnd type="none" w="med" len="med"/>
                <a:tailEnd type="none" w="med" len="med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  <p:cxnSp>
            <p:nvCxnSpPr>
              <p:cNvPr id="20" name="Gerader Verbinder 29">
                <a:extLst>
                  <a:ext uri="{FF2B5EF4-FFF2-40B4-BE49-F238E27FC236}">
                    <a16:creationId xmlns:a16="http://schemas.microsoft.com/office/drawing/2014/main" id="{A3D76EFC-E26F-A7E7-3220-0893F4B38B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62984" y="4894781"/>
                <a:ext cx="0" cy="273684"/>
              </a:xfrm>
              <a:prstGeom prst="line">
                <a:avLst/>
              </a:prstGeom>
              <a:ln w="9525" cap="rnd">
                <a:solidFill>
                  <a:srgbClr val="4E161E">
                    <a:lumMod val="20000"/>
                    <a:lumOff val="80000"/>
                  </a:srgbClr>
                </a:solidFill>
                <a:round/>
                <a:headEnd type="none" w="med" len="med"/>
                <a:tailEnd type="none" w="med" len="med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  <p:cxnSp>
            <p:nvCxnSpPr>
              <p:cNvPr id="21" name="Gerader Verbinder 30">
                <a:extLst>
                  <a:ext uri="{FF2B5EF4-FFF2-40B4-BE49-F238E27FC236}">
                    <a16:creationId xmlns:a16="http://schemas.microsoft.com/office/drawing/2014/main" id="{E5D993DA-BD08-FBED-B23D-95968320E8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1334" y="4894781"/>
                <a:ext cx="0" cy="273684"/>
              </a:xfrm>
              <a:prstGeom prst="line">
                <a:avLst/>
              </a:prstGeom>
              <a:ln w="9525" cap="rnd">
                <a:solidFill>
                  <a:srgbClr val="4E161E">
                    <a:lumMod val="20000"/>
                    <a:lumOff val="80000"/>
                  </a:srgbClr>
                </a:solidFill>
                <a:round/>
                <a:headEnd type="none" w="med" len="med"/>
                <a:tailEnd type="none" w="med" len="med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</p:grpSp>
        <p:sp>
          <p:nvSpPr>
            <p:cNvPr id="22" name="Ellipse 43">
              <a:extLst>
                <a:ext uri="{FF2B5EF4-FFF2-40B4-BE49-F238E27FC236}">
                  <a16:creationId xmlns:a16="http://schemas.microsoft.com/office/drawing/2014/main" id="{A7F687BA-74CC-0C72-EA3B-38E196099EE3}"/>
                </a:ext>
              </a:extLst>
            </p:cNvPr>
            <p:cNvSpPr>
              <a:spLocks/>
            </p:cNvSpPr>
            <p:nvPr/>
          </p:nvSpPr>
          <p:spPr bwMode="gray">
            <a:xfrm rot="16200000">
              <a:off x="2696777" y="3633435"/>
              <a:ext cx="538359" cy="538300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6350" cap="rnd" cmpd="sng" algn="ctr">
              <a:solidFill>
                <a:srgbClr val="4E161E">
                  <a:lumMod val="20000"/>
                  <a:lumOff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999">
                <a:latin typeface="Helvetica"/>
              </a:endParaRPr>
            </a:p>
          </p:txBody>
        </p:sp>
        <p:sp>
          <p:nvSpPr>
            <p:cNvPr id="23" name="Ellipse 43">
              <a:extLst>
                <a:ext uri="{FF2B5EF4-FFF2-40B4-BE49-F238E27FC236}">
                  <a16:creationId xmlns:a16="http://schemas.microsoft.com/office/drawing/2014/main" id="{388F31E4-48CB-00D1-5C8B-DA91601F4D61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3234898" y="3094861"/>
              <a:ext cx="538360" cy="538300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6350" cap="rnd" cmpd="sng" algn="ctr">
              <a:solidFill>
                <a:srgbClr val="4E161E">
                  <a:lumMod val="20000"/>
                  <a:lumOff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799">
                <a:latin typeface="Helvetica"/>
              </a:endParaRPr>
            </a:p>
          </p:txBody>
        </p:sp>
        <p:sp>
          <p:nvSpPr>
            <p:cNvPr id="24" name="Ellipse 43">
              <a:extLst>
                <a:ext uri="{FF2B5EF4-FFF2-40B4-BE49-F238E27FC236}">
                  <a16:creationId xmlns:a16="http://schemas.microsoft.com/office/drawing/2014/main" id="{72E8B29D-2A89-7EE1-9940-E2A2817CA01A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2158298" y="4167651"/>
              <a:ext cx="538360" cy="538300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6350" cap="rnd" cmpd="sng" algn="ctr">
              <a:solidFill>
                <a:srgbClr val="4E161E">
                  <a:lumMod val="20000"/>
                  <a:lumOff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799">
                <a:latin typeface="Helvetica"/>
              </a:endParaRPr>
            </a:p>
          </p:txBody>
        </p:sp>
        <p:sp>
          <p:nvSpPr>
            <p:cNvPr id="25" name="Ellipse 43">
              <a:extLst>
                <a:ext uri="{FF2B5EF4-FFF2-40B4-BE49-F238E27FC236}">
                  <a16:creationId xmlns:a16="http://schemas.microsoft.com/office/drawing/2014/main" id="{D981C843-1761-45E1-A716-EBADB49CA0C4}"/>
                </a:ext>
              </a:extLst>
            </p:cNvPr>
            <p:cNvSpPr>
              <a:spLocks/>
            </p:cNvSpPr>
            <p:nvPr/>
          </p:nvSpPr>
          <p:spPr bwMode="gray">
            <a:xfrm rot="16200000">
              <a:off x="1620176" y="4706226"/>
              <a:ext cx="538359" cy="538300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6350" cap="rnd" cmpd="sng" algn="ctr">
              <a:solidFill>
                <a:srgbClr val="4E161E">
                  <a:lumMod val="20000"/>
                  <a:lumOff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999">
                <a:latin typeface="Helvetica"/>
              </a:endParaRPr>
            </a:p>
          </p:txBody>
        </p:sp>
        <p:grpSp>
          <p:nvGrpSpPr>
            <p:cNvPr id="26" name="Gruppieren 35">
              <a:extLst>
                <a:ext uri="{FF2B5EF4-FFF2-40B4-BE49-F238E27FC236}">
                  <a16:creationId xmlns:a16="http://schemas.microsoft.com/office/drawing/2014/main" id="{C7C748E9-0B5D-2B14-52D4-D55B6A568521}"/>
                </a:ext>
              </a:extLst>
            </p:cNvPr>
            <p:cNvGrpSpPr>
              <a:grpSpLocks/>
            </p:cNvGrpSpPr>
            <p:nvPr/>
          </p:nvGrpSpPr>
          <p:grpSpPr>
            <a:xfrm>
              <a:off x="2696628" y="3633405"/>
              <a:ext cx="1076779" cy="1076719"/>
              <a:chOff x="8920994" y="3521645"/>
              <a:chExt cx="1076779" cy="1076719"/>
            </a:xfrm>
          </p:grpSpPr>
          <p:grpSp>
            <p:nvGrpSpPr>
              <p:cNvPr id="27" name="Gruppieren 36">
                <a:extLst>
                  <a:ext uri="{FF2B5EF4-FFF2-40B4-BE49-F238E27FC236}">
                    <a16:creationId xmlns:a16="http://schemas.microsoft.com/office/drawing/2014/main" id="{3B43B245-EC40-CBBF-3653-8F06BB403135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 rot="16200000" flipH="1">
                <a:off x="8921113" y="3521705"/>
                <a:ext cx="1076719" cy="1076600"/>
                <a:chOff x="4118900" y="2294565"/>
                <a:chExt cx="1980165" cy="1979946"/>
              </a:xfrm>
            </p:grpSpPr>
            <p:sp>
              <p:nvSpPr>
                <p:cNvPr id="28" name="Ellipse 43">
                  <a:extLst>
                    <a:ext uri="{FF2B5EF4-FFF2-40B4-BE49-F238E27FC236}">
                      <a16:creationId xmlns:a16="http://schemas.microsoft.com/office/drawing/2014/main" id="{C243C488-13A8-224E-4AEF-205DA4D4DF2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rgbClr val="862633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b="1">
                    <a:latin typeface="Helvetica"/>
                  </a:endParaRPr>
                </a:p>
              </p:txBody>
            </p:sp>
            <p:sp>
              <p:nvSpPr>
                <p:cNvPr id="29" name="Ellipse 43">
                  <a:extLst>
                    <a:ext uri="{FF2B5EF4-FFF2-40B4-BE49-F238E27FC236}">
                      <a16:creationId xmlns:a16="http://schemas.microsoft.com/office/drawing/2014/main" id="{43F3BC37-D128-25AA-4C25-2B4B0DA932C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rgbClr val="86263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b="1">
                    <a:latin typeface="Helvetica"/>
                  </a:endParaRPr>
                </a:p>
              </p:txBody>
            </p:sp>
          </p:grpSp>
          <p:sp>
            <p:nvSpPr>
              <p:cNvPr id="30" name="Textfeld 37">
                <a:extLst>
                  <a:ext uri="{FF2B5EF4-FFF2-40B4-BE49-F238E27FC236}">
                    <a16:creationId xmlns:a16="http://schemas.microsoft.com/office/drawing/2014/main" id="{D3C4DDA3-238B-05F7-E7D6-80B1A12DC96E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flipH="1">
                <a:off x="8920994" y="3938574"/>
                <a:ext cx="107671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sz="1600" b="1">
                    <a:latin typeface="Helvetica"/>
                  </a:rPr>
                  <a:t>03</a:t>
                </a:r>
              </a:p>
            </p:txBody>
          </p:sp>
        </p:grpSp>
        <p:grpSp>
          <p:nvGrpSpPr>
            <p:cNvPr id="31" name="Gruppieren 41">
              <a:extLst>
                <a:ext uri="{FF2B5EF4-FFF2-40B4-BE49-F238E27FC236}">
                  <a16:creationId xmlns:a16="http://schemas.microsoft.com/office/drawing/2014/main" id="{EC4C925D-7069-B403-7490-45650D44CD4B}"/>
                </a:ext>
              </a:extLst>
            </p:cNvPr>
            <p:cNvGrpSpPr>
              <a:grpSpLocks/>
            </p:cNvGrpSpPr>
            <p:nvPr/>
          </p:nvGrpSpPr>
          <p:grpSpPr bwMode="gray">
            <a:xfrm rot="5400000" flipH="1">
              <a:off x="2696570" y="2556532"/>
              <a:ext cx="1076719" cy="1076600"/>
              <a:chOff x="4118900" y="2294565"/>
              <a:chExt cx="1980165" cy="1979946"/>
            </a:xfrm>
          </p:grpSpPr>
          <p:sp>
            <p:nvSpPr>
              <p:cNvPr id="32" name="Ellipse 43">
                <a:extLst>
                  <a:ext uri="{FF2B5EF4-FFF2-40B4-BE49-F238E27FC236}">
                    <a16:creationId xmlns:a16="http://schemas.microsoft.com/office/drawing/2014/main" id="{571EFDB0-D9DA-15DD-B9CB-A7D2F7A11A2A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 flipV="1">
                <a:off x="4118900" y="3284538"/>
                <a:ext cx="1980165" cy="989973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60180" h="1079971">
                    <a:moveTo>
                      <a:pt x="0" y="1079971"/>
                    </a:moveTo>
                    <a:cubicBezTo>
                      <a:pt x="0" y="483519"/>
                      <a:pt x="483573" y="0"/>
                      <a:pt x="1080090" y="0"/>
                    </a:cubicBezTo>
                    <a:cubicBezTo>
                      <a:pt x="1676607" y="0"/>
                      <a:pt x="2160180" y="483519"/>
                      <a:pt x="2160180" y="1079971"/>
                    </a:cubicBezTo>
                  </a:path>
                </a:pathLst>
              </a:custGeom>
              <a:noFill/>
              <a:ln w="76200" cap="flat" cmpd="sng" algn="ctr">
                <a:solidFill>
                  <a:srgbClr val="862633">
                    <a:lumMod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b="1">
                  <a:latin typeface="Helvetica"/>
                </a:endParaRPr>
              </a:p>
            </p:txBody>
          </p:sp>
          <p:sp>
            <p:nvSpPr>
              <p:cNvPr id="33" name="Ellipse 43">
                <a:extLst>
                  <a:ext uri="{FF2B5EF4-FFF2-40B4-BE49-F238E27FC236}">
                    <a16:creationId xmlns:a16="http://schemas.microsoft.com/office/drawing/2014/main" id="{5AE8C155-01B3-2620-537C-512B7C2E23D7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5108982" y="2294565"/>
                <a:ext cx="990083" cy="989973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  <a:gd name="connsiteX0" fmla="*/ 0 w 1080091"/>
                  <a:gd name="connsiteY0" fmla="*/ 1079971 h 1079971"/>
                  <a:gd name="connsiteX1" fmla="*/ 1080090 w 1080091"/>
                  <a:gd name="connsiteY1" fmla="*/ 0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0091" h="1079971">
                    <a:moveTo>
                      <a:pt x="0" y="1079971"/>
                    </a:moveTo>
                    <a:cubicBezTo>
                      <a:pt x="0" y="483519"/>
                      <a:pt x="483573" y="0"/>
                      <a:pt x="1080090" y="0"/>
                    </a:cubicBezTo>
                  </a:path>
                </a:pathLst>
              </a:custGeom>
              <a:noFill/>
              <a:ln w="76200" cap="sq" cmpd="sng" algn="ctr">
                <a:solidFill>
                  <a:srgbClr val="862633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b="1">
                  <a:latin typeface="Helvetica"/>
                </a:endParaRPr>
              </a:p>
            </p:txBody>
          </p:sp>
        </p:grpSp>
        <p:sp>
          <p:nvSpPr>
            <p:cNvPr id="34" name="Textfeld 42">
              <a:extLst>
                <a:ext uri="{FF2B5EF4-FFF2-40B4-BE49-F238E27FC236}">
                  <a16:creationId xmlns:a16="http://schemas.microsoft.com/office/drawing/2014/main" id="{60DAAE98-6675-5DF7-4449-ACE382981E7B}"/>
                </a:ext>
              </a:extLst>
            </p:cNvPr>
            <p:cNvSpPr txBox="1">
              <a:spLocks/>
            </p:cNvSpPr>
            <p:nvPr/>
          </p:nvSpPr>
          <p:spPr bwMode="gray">
            <a:xfrm flipH="1">
              <a:off x="2696688" y="2970042"/>
              <a:ext cx="107671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>
                  <a:latin typeface="Helvetica"/>
                </a:rPr>
                <a:t>04</a:t>
              </a:r>
            </a:p>
          </p:txBody>
        </p:sp>
        <p:grpSp>
          <p:nvGrpSpPr>
            <p:cNvPr id="35" name="Gruppieren 45">
              <a:extLst>
                <a:ext uri="{FF2B5EF4-FFF2-40B4-BE49-F238E27FC236}">
                  <a16:creationId xmlns:a16="http://schemas.microsoft.com/office/drawing/2014/main" id="{811E0295-364B-40DB-DAFD-37DCD222E95E}"/>
                </a:ext>
              </a:extLst>
            </p:cNvPr>
            <p:cNvGrpSpPr>
              <a:grpSpLocks/>
            </p:cNvGrpSpPr>
            <p:nvPr/>
          </p:nvGrpSpPr>
          <p:grpSpPr bwMode="gray">
            <a:xfrm rot="5400000" flipH="1">
              <a:off x="1620057" y="3629235"/>
              <a:ext cx="1076719" cy="1076777"/>
              <a:chOff x="1601140" y="2276781"/>
              <a:chExt cx="1672921" cy="1673011"/>
            </a:xfrm>
          </p:grpSpPr>
          <p:grpSp>
            <p:nvGrpSpPr>
              <p:cNvPr id="36" name="Gruppieren 46">
                <a:extLst>
                  <a:ext uri="{FF2B5EF4-FFF2-40B4-BE49-F238E27FC236}">
                    <a16:creationId xmlns:a16="http://schemas.microsoft.com/office/drawing/2014/main" id="{ABA920B2-0804-ADB7-1949-11DDA1736D7D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1601140" y="2277056"/>
                <a:ext cx="1672921" cy="1672736"/>
                <a:chOff x="4118900" y="2294565"/>
                <a:chExt cx="1980165" cy="1979946"/>
              </a:xfrm>
            </p:grpSpPr>
            <p:sp>
              <p:nvSpPr>
                <p:cNvPr id="37" name="Ellipse 43">
                  <a:extLst>
                    <a:ext uri="{FF2B5EF4-FFF2-40B4-BE49-F238E27FC236}">
                      <a16:creationId xmlns:a16="http://schemas.microsoft.com/office/drawing/2014/main" id="{63ACE3F4-33A2-F825-494A-EFD3DB84517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rgbClr val="EFEFEF">
                      <a:lumMod val="75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b="1">
                    <a:latin typeface="Helvetica"/>
                  </a:endParaRPr>
                </a:p>
              </p:txBody>
            </p:sp>
            <p:sp>
              <p:nvSpPr>
                <p:cNvPr id="38" name="Ellipse 43">
                  <a:extLst>
                    <a:ext uri="{FF2B5EF4-FFF2-40B4-BE49-F238E27FC236}">
                      <a16:creationId xmlns:a16="http://schemas.microsoft.com/office/drawing/2014/main" id="{D9CD6702-5B35-8C7F-B8F1-B34D2EB056E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rgbClr val="EFEFEF">
                      <a:lumMod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b="1">
                    <a:latin typeface="Helvetica"/>
                  </a:endParaRPr>
                </a:p>
              </p:txBody>
            </p:sp>
          </p:grpSp>
          <p:sp>
            <p:nvSpPr>
              <p:cNvPr id="39" name="Textfeld 47">
                <a:extLst>
                  <a:ext uri="{FF2B5EF4-FFF2-40B4-BE49-F238E27FC236}">
                    <a16:creationId xmlns:a16="http://schemas.microsoft.com/office/drawing/2014/main" id="{7AA62860-A93C-18E1-70A3-4E3A6EEAAF4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5400000">
                <a:off x="1603751" y="2921961"/>
                <a:ext cx="1672919" cy="382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sz="1600" b="1">
                    <a:latin typeface="Helvetica"/>
                  </a:rPr>
                  <a:t>02</a:t>
                </a:r>
              </a:p>
            </p:txBody>
          </p:sp>
        </p:grpSp>
        <p:grpSp>
          <p:nvGrpSpPr>
            <p:cNvPr id="40" name="Gruppieren 50">
              <a:extLst>
                <a:ext uri="{FF2B5EF4-FFF2-40B4-BE49-F238E27FC236}">
                  <a16:creationId xmlns:a16="http://schemas.microsoft.com/office/drawing/2014/main" id="{C1B762D3-6157-F157-2A6C-668D4DFE7402}"/>
                </a:ext>
              </a:extLst>
            </p:cNvPr>
            <p:cNvGrpSpPr>
              <a:grpSpLocks/>
            </p:cNvGrpSpPr>
            <p:nvPr/>
          </p:nvGrpSpPr>
          <p:grpSpPr bwMode="gray">
            <a:xfrm flipH="1" flipV="1">
              <a:off x="3773050" y="3118950"/>
              <a:ext cx="646887" cy="159869"/>
              <a:chOff x="9102726" y="944561"/>
              <a:chExt cx="1311824" cy="324199"/>
            </a:xfrm>
          </p:grpSpPr>
          <p:sp>
            <p:nvSpPr>
              <p:cNvPr id="41" name="Teilkreis 30">
                <a:extLst>
                  <a:ext uri="{FF2B5EF4-FFF2-40B4-BE49-F238E27FC236}">
                    <a16:creationId xmlns:a16="http://schemas.microsoft.com/office/drawing/2014/main" id="{D85DD544-8A59-1B15-AE40-06D75B5DEE6C}"/>
                  </a:ext>
                </a:extLst>
              </p:cNvPr>
              <p:cNvSpPr>
                <a:spLocks/>
              </p:cNvSpPr>
              <p:nvPr/>
            </p:nvSpPr>
            <p:spPr bwMode="gray">
              <a:xfrm rot="5400000">
                <a:off x="10090351" y="944561"/>
                <a:ext cx="324199" cy="324199"/>
              </a:xfrm>
              <a:custGeom>
                <a:avLst/>
                <a:gdLst>
                  <a:gd name="connsiteX0" fmla="*/ 0 w 1008112"/>
                  <a:gd name="connsiteY0" fmla="*/ 504056 h 1008112"/>
                  <a:gd name="connsiteX1" fmla="*/ 504056 w 1008112"/>
                  <a:gd name="connsiteY1" fmla="*/ 0 h 1008112"/>
                  <a:gd name="connsiteX2" fmla="*/ 504056 w 1008112"/>
                  <a:gd name="connsiteY2" fmla="*/ 504056 h 1008112"/>
                  <a:gd name="connsiteX3" fmla="*/ 0 w 1008112"/>
                  <a:gd name="connsiteY3" fmla="*/ 504056 h 1008112"/>
                  <a:gd name="connsiteX0" fmla="*/ 504056 w 595496"/>
                  <a:gd name="connsiteY0" fmla="*/ 504056 h 595496"/>
                  <a:gd name="connsiteX1" fmla="*/ 0 w 595496"/>
                  <a:gd name="connsiteY1" fmla="*/ 504056 h 595496"/>
                  <a:gd name="connsiteX2" fmla="*/ 504056 w 595496"/>
                  <a:gd name="connsiteY2" fmla="*/ 0 h 595496"/>
                  <a:gd name="connsiteX3" fmla="*/ 595496 w 595496"/>
                  <a:gd name="connsiteY3" fmla="*/ 595496 h 59549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0 w 504056"/>
                  <a:gd name="connsiteY0" fmla="*/ 504056 h 504056"/>
                  <a:gd name="connsiteX1" fmla="*/ 504056 w 504056"/>
                  <a:gd name="connsiteY1" fmla="*/ 0 h 50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4056" h="504056">
                    <a:moveTo>
                      <a:pt x="0" y="504056"/>
                    </a:moveTo>
                    <a:cubicBezTo>
                      <a:pt x="0" y="225674"/>
                      <a:pt x="225674" y="0"/>
                      <a:pt x="504056" y="0"/>
                    </a:cubicBezTo>
                  </a:path>
                </a:pathLst>
              </a:custGeom>
              <a:noFill/>
              <a:ln w="76200" cap="sq" cmpd="sng" algn="ctr">
                <a:solidFill>
                  <a:srgbClr val="862633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799">
                  <a:latin typeface="Helvetica"/>
                </a:endParaRPr>
              </a:p>
            </p:txBody>
          </p:sp>
          <p:cxnSp>
            <p:nvCxnSpPr>
              <p:cNvPr id="42" name="Gerader Verbinder 52">
                <a:extLst>
                  <a:ext uri="{FF2B5EF4-FFF2-40B4-BE49-F238E27FC236}">
                    <a16:creationId xmlns:a16="http://schemas.microsoft.com/office/drawing/2014/main" id="{44D99028-6EC3-FE8D-4D3D-C76AB41DF7DF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 bwMode="gray">
              <a:xfrm flipH="1" flipV="1">
                <a:off x="9102726" y="944561"/>
                <a:ext cx="987624" cy="0"/>
              </a:xfrm>
              <a:prstGeom prst="line">
                <a:avLst/>
              </a:prstGeom>
              <a:ln w="76200" cap="flat" cmpd="sng" algn="ctr">
                <a:solidFill>
                  <a:srgbClr val="862633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</p:grpSp>
        <p:grpSp>
          <p:nvGrpSpPr>
            <p:cNvPr id="43" name="Gruppieren 53">
              <a:extLst>
                <a:ext uri="{FF2B5EF4-FFF2-40B4-BE49-F238E27FC236}">
                  <a16:creationId xmlns:a16="http://schemas.microsoft.com/office/drawing/2014/main" id="{98F8CF85-75A0-6611-86DC-243D508A2BFA}"/>
                </a:ext>
              </a:extLst>
            </p:cNvPr>
            <p:cNvGrpSpPr>
              <a:grpSpLocks/>
            </p:cNvGrpSpPr>
            <p:nvPr/>
          </p:nvGrpSpPr>
          <p:grpSpPr bwMode="gray">
            <a:xfrm rot="10800000" flipH="1" flipV="1">
              <a:off x="973321" y="5046444"/>
              <a:ext cx="646886" cy="159869"/>
              <a:chOff x="9102728" y="944561"/>
              <a:chExt cx="1311822" cy="324199"/>
            </a:xfrm>
          </p:grpSpPr>
          <p:sp>
            <p:nvSpPr>
              <p:cNvPr id="44" name="Teilkreis 30">
                <a:extLst>
                  <a:ext uri="{FF2B5EF4-FFF2-40B4-BE49-F238E27FC236}">
                    <a16:creationId xmlns:a16="http://schemas.microsoft.com/office/drawing/2014/main" id="{246BC041-3A8E-EDD4-0829-1FB2C2C7D701}"/>
                  </a:ext>
                </a:extLst>
              </p:cNvPr>
              <p:cNvSpPr>
                <a:spLocks/>
              </p:cNvSpPr>
              <p:nvPr/>
            </p:nvSpPr>
            <p:spPr bwMode="gray">
              <a:xfrm rot="5400000">
                <a:off x="10090351" y="944561"/>
                <a:ext cx="324199" cy="324199"/>
              </a:xfrm>
              <a:custGeom>
                <a:avLst/>
                <a:gdLst>
                  <a:gd name="connsiteX0" fmla="*/ 0 w 1008112"/>
                  <a:gd name="connsiteY0" fmla="*/ 504056 h 1008112"/>
                  <a:gd name="connsiteX1" fmla="*/ 504056 w 1008112"/>
                  <a:gd name="connsiteY1" fmla="*/ 0 h 1008112"/>
                  <a:gd name="connsiteX2" fmla="*/ 504056 w 1008112"/>
                  <a:gd name="connsiteY2" fmla="*/ 504056 h 1008112"/>
                  <a:gd name="connsiteX3" fmla="*/ 0 w 1008112"/>
                  <a:gd name="connsiteY3" fmla="*/ 504056 h 1008112"/>
                  <a:gd name="connsiteX0" fmla="*/ 504056 w 595496"/>
                  <a:gd name="connsiteY0" fmla="*/ 504056 h 595496"/>
                  <a:gd name="connsiteX1" fmla="*/ 0 w 595496"/>
                  <a:gd name="connsiteY1" fmla="*/ 504056 h 595496"/>
                  <a:gd name="connsiteX2" fmla="*/ 504056 w 595496"/>
                  <a:gd name="connsiteY2" fmla="*/ 0 h 595496"/>
                  <a:gd name="connsiteX3" fmla="*/ 595496 w 595496"/>
                  <a:gd name="connsiteY3" fmla="*/ 595496 h 59549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0 w 504056"/>
                  <a:gd name="connsiteY0" fmla="*/ 504056 h 504056"/>
                  <a:gd name="connsiteX1" fmla="*/ 504056 w 504056"/>
                  <a:gd name="connsiteY1" fmla="*/ 0 h 50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4056" h="504056">
                    <a:moveTo>
                      <a:pt x="0" y="504056"/>
                    </a:moveTo>
                    <a:cubicBezTo>
                      <a:pt x="0" y="225674"/>
                      <a:pt x="225674" y="0"/>
                      <a:pt x="504056" y="0"/>
                    </a:cubicBezTo>
                  </a:path>
                </a:pathLst>
              </a:custGeom>
              <a:noFill/>
              <a:ln w="76200" cap="sq" cmpd="sng" algn="ctr">
                <a:solidFill>
                  <a:srgbClr val="EFEFEF">
                    <a:lumMod val="9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799">
                  <a:latin typeface="Helvetica"/>
                </a:endParaRPr>
              </a:p>
            </p:txBody>
          </p:sp>
          <p:cxnSp>
            <p:nvCxnSpPr>
              <p:cNvPr id="45" name="Gerader Verbinder 55">
                <a:extLst>
                  <a:ext uri="{FF2B5EF4-FFF2-40B4-BE49-F238E27FC236}">
                    <a16:creationId xmlns:a16="http://schemas.microsoft.com/office/drawing/2014/main" id="{BE609BB1-88AE-F5C4-E6C2-3FE8B23BBA56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 bwMode="gray">
              <a:xfrm rot="10800000" flipV="1">
                <a:off x="9102728" y="944561"/>
                <a:ext cx="987622" cy="0"/>
              </a:xfrm>
              <a:prstGeom prst="line">
                <a:avLst/>
              </a:prstGeom>
              <a:ln w="76200" cap="flat" cmpd="sng" algn="ctr">
                <a:solidFill>
                  <a:srgbClr val="EFEFEF">
                    <a:lumMod val="9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rgbClr val="862633"/>
              </a:lnRef>
              <a:fillRef idx="0">
                <a:srgbClr val="862633"/>
              </a:fillRef>
              <a:effectRef idx="0">
                <a:srgbClr val="862633"/>
              </a:effectRef>
              <a:fontRef idx="minor">
                <a:srgbClr val="000000"/>
              </a:fontRef>
            </p:style>
          </p:cxnSp>
        </p:grpSp>
        <p:grpSp>
          <p:nvGrpSpPr>
            <p:cNvPr id="46" name="Gruppieren 57">
              <a:extLst>
                <a:ext uri="{FF2B5EF4-FFF2-40B4-BE49-F238E27FC236}">
                  <a16:creationId xmlns:a16="http://schemas.microsoft.com/office/drawing/2014/main" id="{89224D99-DC64-3986-CB2B-C4BB218ECBDB}"/>
                </a:ext>
              </a:extLst>
            </p:cNvPr>
            <p:cNvGrpSpPr>
              <a:grpSpLocks/>
            </p:cNvGrpSpPr>
            <p:nvPr/>
          </p:nvGrpSpPr>
          <p:grpSpPr bwMode="gray">
            <a:xfrm rot="16200000" flipH="1">
              <a:off x="1620146" y="4706256"/>
              <a:ext cx="1076719" cy="1076600"/>
              <a:chOff x="4118900" y="2294565"/>
              <a:chExt cx="1980165" cy="1979946"/>
            </a:xfrm>
          </p:grpSpPr>
          <p:sp>
            <p:nvSpPr>
              <p:cNvPr id="47" name="Ellipse 43">
                <a:extLst>
                  <a:ext uri="{FF2B5EF4-FFF2-40B4-BE49-F238E27FC236}">
                    <a16:creationId xmlns:a16="http://schemas.microsoft.com/office/drawing/2014/main" id="{70B1DE97-F394-DC18-7DA9-F26A54161AFB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 flipV="1">
                <a:off x="4118900" y="3284538"/>
                <a:ext cx="1980165" cy="989973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60180" h="1079971">
                    <a:moveTo>
                      <a:pt x="0" y="1079971"/>
                    </a:moveTo>
                    <a:cubicBezTo>
                      <a:pt x="0" y="483519"/>
                      <a:pt x="483573" y="0"/>
                      <a:pt x="1080090" y="0"/>
                    </a:cubicBezTo>
                    <a:cubicBezTo>
                      <a:pt x="1676607" y="0"/>
                      <a:pt x="2160180" y="483519"/>
                      <a:pt x="2160180" y="1079971"/>
                    </a:cubicBezTo>
                  </a:path>
                </a:pathLst>
              </a:custGeom>
              <a:noFill/>
              <a:ln w="76200" cap="flat" cmpd="sng" algn="ctr">
                <a:solidFill>
                  <a:srgbClr val="EFEFEF">
                    <a:lumMod val="9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b="1">
                  <a:latin typeface="Helvetica"/>
                </a:endParaRPr>
              </a:p>
            </p:txBody>
          </p:sp>
          <p:sp>
            <p:nvSpPr>
              <p:cNvPr id="48" name="Ellipse 43">
                <a:extLst>
                  <a:ext uri="{FF2B5EF4-FFF2-40B4-BE49-F238E27FC236}">
                    <a16:creationId xmlns:a16="http://schemas.microsoft.com/office/drawing/2014/main" id="{B2E09553-E32F-A926-3379-89C136D20F09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5108982" y="2294565"/>
                <a:ext cx="990083" cy="989973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  <a:gd name="connsiteX0" fmla="*/ 0 w 1080091"/>
                  <a:gd name="connsiteY0" fmla="*/ 1079971 h 1079971"/>
                  <a:gd name="connsiteX1" fmla="*/ 1080090 w 1080091"/>
                  <a:gd name="connsiteY1" fmla="*/ 0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0091" h="1079971">
                    <a:moveTo>
                      <a:pt x="0" y="1079971"/>
                    </a:moveTo>
                    <a:cubicBezTo>
                      <a:pt x="0" y="483519"/>
                      <a:pt x="483573" y="0"/>
                      <a:pt x="1080090" y="0"/>
                    </a:cubicBezTo>
                  </a:path>
                </a:pathLst>
              </a:custGeom>
              <a:noFill/>
              <a:ln w="76200" cap="sq" cmpd="sng" algn="ctr">
                <a:solidFill>
                  <a:srgbClr val="EFEFEF">
                    <a:lumMod val="9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b="1">
                  <a:latin typeface="Helvetica"/>
                </a:endParaRPr>
              </a:p>
            </p:txBody>
          </p:sp>
        </p:grpSp>
        <p:sp>
          <p:nvSpPr>
            <p:cNvPr id="49" name="Textfeld 58">
              <a:extLst>
                <a:ext uri="{FF2B5EF4-FFF2-40B4-BE49-F238E27FC236}">
                  <a16:creationId xmlns:a16="http://schemas.microsoft.com/office/drawing/2014/main" id="{2EF81D83-9F42-09E4-27A4-1FACCE8519FE}"/>
                </a:ext>
              </a:extLst>
            </p:cNvPr>
            <p:cNvSpPr txBox="1">
              <a:spLocks/>
            </p:cNvSpPr>
            <p:nvPr/>
          </p:nvSpPr>
          <p:spPr bwMode="gray">
            <a:xfrm flipH="1">
              <a:off x="1620028" y="5123125"/>
              <a:ext cx="107671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latin typeface="Helvetica"/>
                </a:rPr>
                <a:t>01</a:t>
              </a:r>
            </a:p>
          </p:txBody>
        </p:sp>
        <p:grpSp>
          <p:nvGrpSpPr>
            <p:cNvPr id="50" name="Grafik 80">
              <a:extLst>
                <a:ext uri="{FF2B5EF4-FFF2-40B4-BE49-F238E27FC236}">
                  <a16:creationId xmlns:a16="http://schemas.microsoft.com/office/drawing/2014/main" id="{D7964D7A-FCCE-54C8-2E70-8CF29430B9D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19099" y="4746582"/>
              <a:ext cx="392535" cy="599722"/>
              <a:chOff x="6577765" y="4658884"/>
              <a:chExt cx="392535" cy="599722"/>
            </a:xfrm>
            <a:solidFill>
              <a:srgbClr val="862633"/>
            </a:solidFill>
          </p:grpSpPr>
          <p:sp>
            <p:nvSpPr>
              <p:cNvPr id="51" name="Freihandform: Form 62">
                <a:extLst>
                  <a:ext uri="{FF2B5EF4-FFF2-40B4-BE49-F238E27FC236}">
                    <a16:creationId xmlns:a16="http://schemas.microsoft.com/office/drawing/2014/main" id="{8673B0E6-081F-15F0-78C2-4290F46D19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760111" y="4658884"/>
                <a:ext cx="111389" cy="111389"/>
              </a:xfrm>
              <a:custGeom>
                <a:avLst/>
                <a:gdLst>
                  <a:gd name="connsiteX0" fmla="*/ 55695 w 111389"/>
                  <a:gd name="connsiteY0" fmla="*/ 111390 h 111389"/>
                  <a:gd name="connsiteX1" fmla="*/ 111390 w 111389"/>
                  <a:gd name="connsiteY1" fmla="*/ 55695 h 111389"/>
                  <a:gd name="connsiteX2" fmla="*/ 55695 w 111389"/>
                  <a:gd name="connsiteY2" fmla="*/ 0 h 111389"/>
                  <a:gd name="connsiteX3" fmla="*/ 0 w 111389"/>
                  <a:gd name="connsiteY3" fmla="*/ 55695 h 111389"/>
                  <a:gd name="connsiteX4" fmla="*/ 55695 w 111389"/>
                  <a:gd name="connsiteY4" fmla="*/ 111390 h 111389"/>
                  <a:gd name="connsiteX5" fmla="*/ 55695 w 111389"/>
                  <a:gd name="connsiteY5" fmla="*/ 13924 h 111389"/>
                  <a:gd name="connsiteX6" fmla="*/ 97466 w 111389"/>
                  <a:gd name="connsiteY6" fmla="*/ 55695 h 111389"/>
                  <a:gd name="connsiteX7" fmla="*/ 55695 w 111389"/>
                  <a:gd name="connsiteY7" fmla="*/ 97466 h 111389"/>
                  <a:gd name="connsiteX8" fmla="*/ 13924 w 111389"/>
                  <a:gd name="connsiteY8" fmla="*/ 55695 h 111389"/>
                  <a:gd name="connsiteX9" fmla="*/ 55695 w 111389"/>
                  <a:gd name="connsiteY9" fmla="*/ 13896 h 111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1389" h="111389">
                    <a:moveTo>
                      <a:pt x="55695" y="111390"/>
                    </a:moveTo>
                    <a:cubicBezTo>
                      <a:pt x="86454" y="111390"/>
                      <a:pt x="111390" y="86454"/>
                      <a:pt x="111390" y="55695"/>
                    </a:cubicBezTo>
                    <a:cubicBezTo>
                      <a:pt x="111390" y="24935"/>
                      <a:pt x="86454" y="0"/>
                      <a:pt x="55695" y="0"/>
                    </a:cubicBezTo>
                    <a:cubicBezTo>
                      <a:pt x="24935" y="0"/>
                      <a:pt x="0" y="24935"/>
                      <a:pt x="0" y="55695"/>
                    </a:cubicBezTo>
                    <a:cubicBezTo>
                      <a:pt x="0" y="86454"/>
                      <a:pt x="24935" y="111390"/>
                      <a:pt x="55695" y="111390"/>
                    </a:cubicBezTo>
                    <a:close/>
                    <a:moveTo>
                      <a:pt x="55695" y="13924"/>
                    </a:moveTo>
                    <a:cubicBezTo>
                      <a:pt x="78764" y="13924"/>
                      <a:pt x="97466" y="32625"/>
                      <a:pt x="97466" y="55695"/>
                    </a:cubicBezTo>
                    <a:cubicBezTo>
                      <a:pt x="97466" y="78764"/>
                      <a:pt x="78764" y="97466"/>
                      <a:pt x="55695" y="97466"/>
                    </a:cubicBezTo>
                    <a:cubicBezTo>
                      <a:pt x="32625" y="97466"/>
                      <a:pt x="13924" y="78764"/>
                      <a:pt x="13924" y="55695"/>
                    </a:cubicBezTo>
                    <a:cubicBezTo>
                      <a:pt x="13939" y="32627"/>
                      <a:pt x="32627" y="13927"/>
                      <a:pt x="55695" y="13896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52" name="Freihandform: Form 63">
                <a:extLst>
                  <a:ext uri="{FF2B5EF4-FFF2-40B4-BE49-F238E27FC236}">
                    <a16:creationId xmlns:a16="http://schemas.microsoft.com/office/drawing/2014/main" id="{BA71AA65-37E2-B39D-84F4-888DEBCC20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77765" y="5016877"/>
                <a:ext cx="172209" cy="241730"/>
              </a:xfrm>
              <a:custGeom>
                <a:avLst/>
                <a:gdLst>
                  <a:gd name="connsiteX0" fmla="*/ 147537 w 172209"/>
                  <a:gd name="connsiteY0" fmla="*/ 97118 h 241730"/>
                  <a:gd name="connsiteX1" fmla="*/ 143631 w 172209"/>
                  <a:gd name="connsiteY1" fmla="*/ 105319 h 241730"/>
                  <a:gd name="connsiteX2" fmla="*/ 48950 w 172209"/>
                  <a:gd name="connsiteY2" fmla="*/ 220266 h 241730"/>
                  <a:gd name="connsiteX3" fmla="*/ 33474 w 172209"/>
                  <a:gd name="connsiteY3" fmla="*/ 227792 h 241730"/>
                  <a:gd name="connsiteX4" fmla="*/ 21012 w 172209"/>
                  <a:gd name="connsiteY4" fmla="*/ 223295 h 241730"/>
                  <a:gd name="connsiteX5" fmla="*/ 18589 w 172209"/>
                  <a:gd name="connsiteY5" fmla="*/ 195252 h 241730"/>
                  <a:gd name="connsiteX6" fmla="*/ 109093 w 172209"/>
                  <a:gd name="connsiteY6" fmla="*/ 85109 h 241730"/>
                  <a:gd name="connsiteX7" fmla="*/ 110541 w 172209"/>
                  <a:gd name="connsiteY7" fmla="*/ 82087 h 241730"/>
                  <a:gd name="connsiteX8" fmla="*/ 124757 w 172209"/>
                  <a:gd name="connsiteY8" fmla="*/ 12622 h 241730"/>
                  <a:gd name="connsiteX9" fmla="*/ 113131 w 172209"/>
                  <a:gd name="connsiteY9" fmla="*/ 0 h 241730"/>
                  <a:gd name="connsiteX10" fmla="*/ 97258 w 172209"/>
                  <a:gd name="connsiteY10" fmla="*/ 77604 h 241730"/>
                  <a:gd name="connsiteX11" fmla="*/ 7833 w 172209"/>
                  <a:gd name="connsiteY11" fmla="*/ 186411 h 241730"/>
                  <a:gd name="connsiteX12" fmla="*/ 12059 w 172209"/>
                  <a:gd name="connsiteY12" fmla="*/ 233960 h 241730"/>
                  <a:gd name="connsiteX13" fmla="*/ 59337 w 172209"/>
                  <a:gd name="connsiteY13" fmla="*/ 229635 h 241730"/>
                  <a:gd name="connsiteX14" fmla="*/ 59817 w 172209"/>
                  <a:gd name="connsiteY14" fmla="*/ 229045 h 241730"/>
                  <a:gd name="connsiteX15" fmla="*/ 154498 w 172209"/>
                  <a:gd name="connsiteY15" fmla="*/ 114091 h 241730"/>
                  <a:gd name="connsiteX16" fmla="*/ 161279 w 172209"/>
                  <a:gd name="connsiteY16" fmla="*/ 99673 h 241730"/>
                  <a:gd name="connsiteX17" fmla="*/ 172209 w 172209"/>
                  <a:gd name="connsiteY17" fmla="*/ 46846 h 241730"/>
                  <a:gd name="connsiteX18" fmla="*/ 159831 w 172209"/>
                  <a:gd name="connsiteY18" fmla="*/ 37928 h 24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72209" h="241730">
                    <a:moveTo>
                      <a:pt x="147537" y="97118"/>
                    </a:moveTo>
                    <a:cubicBezTo>
                      <a:pt x="146936" y="100134"/>
                      <a:pt x="145594" y="102952"/>
                      <a:pt x="143631" y="105319"/>
                    </a:cubicBezTo>
                    <a:lnTo>
                      <a:pt x="48950" y="220266"/>
                    </a:lnTo>
                    <a:cubicBezTo>
                      <a:pt x="45259" y="225065"/>
                      <a:pt x="39528" y="227852"/>
                      <a:pt x="33474" y="227792"/>
                    </a:cubicBezTo>
                    <a:cubicBezTo>
                      <a:pt x="28915" y="227836"/>
                      <a:pt x="24492" y="226240"/>
                      <a:pt x="21012" y="223295"/>
                    </a:cubicBezTo>
                    <a:cubicBezTo>
                      <a:pt x="12614" y="216212"/>
                      <a:pt x="11531" y="203670"/>
                      <a:pt x="18589" y="195252"/>
                    </a:cubicBezTo>
                    <a:lnTo>
                      <a:pt x="109093" y="85109"/>
                    </a:lnTo>
                    <a:cubicBezTo>
                      <a:pt x="109814" y="84234"/>
                      <a:pt x="110312" y="83197"/>
                      <a:pt x="110541" y="82087"/>
                    </a:cubicBezTo>
                    <a:lnTo>
                      <a:pt x="124757" y="12622"/>
                    </a:lnTo>
                    <a:cubicBezTo>
                      <a:pt x="120163" y="9138"/>
                      <a:pt x="116226" y="4864"/>
                      <a:pt x="113131" y="0"/>
                    </a:cubicBezTo>
                    <a:lnTo>
                      <a:pt x="97258" y="77604"/>
                    </a:lnTo>
                    <a:lnTo>
                      <a:pt x="7833" y="186411"/>
                    </a:lnTo>
                    <a:cubicBezTo>
                      <a:pt x="-4081" y="200724"/>
                      <a:pt x="-2193" y="221972"/>
                      <a:pt x="12059" y="233960"/>
                    </a:cubicBezTo>
                    <a:cubicBezTo>
                      <a:pt x="26308" y="245822"/>
                      <a:pt x="47475" y="243886"/>
                      <a:pt x="59337" y="229635"/>
                    </a:cubicBezTo>
                    <a:cubicBezTo>
                      <a:pt x="59499" y="229440"/>
                      <a:pt x="59659" y="229243"/>
                      <a:pt x="59817" y="229045"/>
                    </a:cubicBezTo>
                    <a:lnTo>
                      <a:pt x="154498" y="114091"/>
                    </a:lnTo>
                    <a:cubicBezTo>
                      <a:pt x="157919" y="109921"/>
                      <a:pt x="160249" y="104967"/>
                      <a:pt x="161279" y="99673"/>
                    </a:cubicBezTo>
                    <a:lnTo>
                      <a:pt x="172209" y="46846"/>
                    </a:lnTo>
                    <a:lnTo>
                      <a:pt x="159831" y="37928"/>
                    </a:ln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53" name="Freihandform: Form 64">
                <a:extLst>
                  <a:ext uri="{FF2B5EF4-FFF2-40B4-BE49-F238E27FC236}">
                    <a16:creationId xmlns:a16="http://schemas.microsoft.com/office/drawing/2014/main" id="{B4903ED6-1AFD-FFC4-9F93-91B133040E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3141" y="4785186"/>
                <a:ext cx="357159" cy="473400"/>
              </a:xfrm>
              <a:custGeom>
                <a:avLst/>
                <a:gdLst>
                  <a:gd name="connsiteX0" fmla="*/ 334007 w 357159"/>
                  <a:gd name="connsiteY0" fmla="*/ 143602 h 473400"/>
                  <a:gd name="connsiteX1" fmla="*/ 267410 w 357159"/>
                  <a:gd name="connsiteY1" fmla="*/ 121610 h 473400"/>
                  <a:gd name="connsiteX2" fmla="*/ 228458 w 357159"/>
                  <a:gd name="connsiteY2" fmla="*/ 31941 h 473400"/>
                  <a:gd name="connsiteX3" fmla="*/ 175096 w 357159"/>
                  <a:gd name="connsiteY3" fmla="*/ 0 h 473400"/>
                  <a:gd name="connsiteX4" fmla="*/ 149573 w 357159"/>
                  <a:gd name="connsiteY4" fmla="*/ 5890 h 473400"/>
                  <a:gd name="connsiteX5" fmla="*/ 54955 w 357159"/>
                  <a:gd name="connsiteY5" fmla="*/ 43073 h 473400"/>
                  <a:gd name="connsiteX6" fmla="*/ 36276 w 357159"/>
                  <a:gd name="connsiteY6" fmla="*/ 61717 h 473400"/>
                  <a:gd name="connsiteX7" fmla="*/ 2442 w 357159"/>
                  <a:gd name="connsiteY7" fmla="*/ 142899 h 473400"/>
                  <a:gd name="connsiteX8" fmla="*/ 2894 w 357159"/>
                  <a:gd name="connsiteY8" fmla="*/ 169535 h 473400"/>
                  <a:gd name="connsiteX9" fmla="*/ 21190 w 357159"/>
                  <a:gd name="connsiteY9" fmla="*/ 187086 h 473400"/>
                  <a:gd name="connsiteX10" fmla="*/ 33902 w 357159"/>
                  <a:gd name="connsiteY10" fmla="*/ 189606 h 473400"/>
                  <a:gd name="connsiteX11" fmla="*/ 65377 w 357159"/>
                  <a:gd name="connsiteY11" fmla="*/ 168303 h 473400"/>
                  <a:gd name="connsiteX12" fmla="*/ 91971 w 357159"/>
                  <a:gd name="connsiteY12" fmla="*/ 100891 h 473400"/>
                  <a:gd name="connsiteX13" fmla="*/ 105512 w 357159"/>
                  <a:gd name="connsiteY13" fmla="*/ 95732 h 473400"/>
                  <a:gd name="connsiteX14" fmla="*/ 105598 w 357159"/>
                  <a:gd name="connsiteY14" fmla="*/ 95754 h 473400"/>
                  <a:gd name="connsiteX15" fmla="*/ 105602 w 357159"/>
                  <a:gd name="connsiteY15" fmla="*/ 95809 h 473400"/>
                  <a:gd name="connsiteX16" fmla="*/ 85866 w 357159"/>
                  <a:gd name="connsiteY16" fmla="*/ 192147 h 473400"/>
                  <a:gd name="connsiteX17" fmla="*/ 98355 w 357159"/>
                  <a:gd name="connsiteY17" fmla="*/ 233716 h 473400"/>
                  <a:gd name="connsiteX18" fmla="*/ 98355 w 357159"/>
                  <a:gd name="connsiteY18" fmla="*/ 233716 h 473400"/>
                  <a:gd name="connsiteX19" fmla="*/ 201272 w 357159"/>
                  <a:gd name="connsiteY19" fmla="*/ 307832 h 473400"/>
                  <a:gd name="connsiteX20" fmla="*/ 201272 w 357159"/>
                  <a:gd name="connsiteY20" fmla="*/ 437901 h 473400"/>
                  <a:gd name="connsiteX21" fmla="*/ 231856 w 357159"/>
                  <a:gd name="connsiteY21" fmla="*/ 473232 h 473400"/>
                  <a:gd name="connsiteX22" fmla="*/ 269075 w 357159"/>
                  <a:gd name="connsiteY22" fmla="*/ 442724 h 473400"/>
                  <a:gd name="connsiteX23" fmla="*/ 269241 w 357159"/>
                  <a:gd name="connsiteY23" fmla="*/ 439411 h 473400"/>
                  <a:gd name="connsiteX24" fmla="*/ 269241 w 357159"/>
                  <a:gd name="connsiteY24" fmla="*/ 290762 h 473400"/>
                  <a:gd name="connsiteX25" fmla="*/ 255575 w 357159"/>
                  <a:gd name="connsiteY25" fmla="*/ 263520 h 473400"/>
                  <a:gd name="connsiteX26" fmla="*/ 193614 w 357159"/>
                  <a:gd name="connsiteY26" fmla="*/ 218171 h 473400"/>
                  <a:gd name="connsiteX27" fmla="*/ 201210 w 357159"/>
                  <a:gd name="connsiteY27" fmla="*/ 180215 h 473400"/>
                  <a:gd name="connsiteX28" fmla="*/ 204057 w 357159"/>
                  <a:gd name="connsiteY28" fmla="*/ 165177 h 473400"/>
                  <a:gd name="connsiteX29" fmla="*/ 215892 w 357159"/>
                  <a:gd name="connsiteY29" fmla="*/ 103446 h 473400"/>
                  <a:gd name="connsiteX30" fmla="*/ 210618 w 357159"/>
                  <a:gd name="connsiteY30" fmla="*/ 95132 h 473400"/>
                  <a:gd name="connsiteX31" fmla="*/ 202304 w 357159"/>
                  <a:gd name="connsiteY31" fmla="*/ 100407 h 473400"/>
                  <a:gd name="connsiteX32" fmla="*/ 202219 w 357159"/>
                  <a:gd name="connsiteY32" fmla="*/ 100856 h 473400"/>
                  <a:gd name="connsiteX33" fmla="*/ 190544 w 357159"/>
                  <a:gd name="connsiteY33" fmla="*/ 162504 h 473400"/>
                  <a:gd name="connsiteX34" fmla="*/ 179085 w 357159"/>
                  <a:gd name="connsiteY34" fmla="*/ 219800 h 473400"/>
                  <a:gd name="connsiteX35" fmla="*/ 181800 w 357159"/>
                  <a:gd name="connsiteY35" fmla="*/ 226762 h 473400"/>
                  <a:gd name="connsiteX36" fmla="*/ 247450 w 357159"/>
                  <a:gd name="connsiteY36" fmla="*/ 274798 h 473400"/>
                  <a:gd name="connsiteX37" fmla="*/ 255289 w 357159"/>
                  <a:gd name="connsiteY37" fmla="*/ 290720 h 473400"/>
                  <a:gd name="connsiteX38" fmla="*/ 255289 w 357159"/>
                  <a:gd name="connsiteY38" fmla="*/ 438597 h 473400"/>
                  <a:gd name="connsiteX39" fmla="*/ 239221 w 357159"/>
                  <a:gd name="connsiteY39" fmla="*/ 459065 h 473400"/>
                  <a:gd name="connsiteX40" fmla="*/ 215584 w 357159"/>
                  <a:gd name="connsiteY40" fmla="*/ 443295 h 473400"/>
                  <a:gd name="connsiteX41" fmla="*/ 215196 w 357159"/>
                  <a:gd name="connsiteY41" fmla="*/ 439418 h 473400"/>
                  <a:gd name="connsiteX42" fmla="*/ 215196 w 357159"/>
                  <a:gd name="connsiteY42" fmla="*/ 304275 h 473400"/>
                  <a:gd name="connsiteX43" fmla="*/ 212314 w 357159"/>
                  <a:gd name="connsiteY43" fmla="*/ 298636 h 473400"/>
                  <a:gd name="connsiteX44" fmla="*/ 106494 w 357159"/>
                  <a:gd name="connsiteY44" fmla="*/ 222383 h 473400"/>
                  <a:gd name="connsiteX45" fmla="*/ 98237 w 357159"/>
                  <a:gd name="connsiteY45" fmla="*/ 201253 h 473400"/>
                  <a:gd name="connsiteX46" fmla="*/ 121817 w 357159"/>
                  <a:gd name="connsiteY46" fmla="*/ 86062 h 473400"/>
                  <a:gd name="connsiteX47" fmla="*/ 116393 w 357159"/>
                  <a:gd name="connsiteY47" fmla="*/ 77845 h 473400"/>
                  <a:gd name="connsiteX48" fmla="*/ 112516 w 357159"/>
                  <a:gd name="connsiteY48" fmla="*/ 78161 h 473400"/>
                  <a:gd name="connsiteX49" fmla="*/ 84118 w 357159"/>
                  <a:gd name="connsiteY49" fmla="*/ 88972 h 473400"/>
                  <a:gd name="connsiteX50" fmla="*/ 80122 w 357159"/>
                  <a:gd name="connsiteY50" fmla="*/ 92927 h 473400"/>
                  <a:gd name="connsiteX51" fmla="*/ 52379 w 357159"/>
                  <a:gd name="connsiteY51" fmla="*/ 163311 h 473400"/>
                  <a:gd name="connsiteX52" fmla="*/ 33902 w 357159"/>
                  <a:gd name="connsiteY52" fmla="*/ 175682 h 473400"/>
                  <a:gd name="connsiteX53" fmla="*/ 26244 w 357159"/>
                  <a:gd name="connsiteY53" fmla="*/ 174116 h 473400"/>
                  <a:gd name="connsiteX54" fmla="*/ 15634 w 357159"/>
                  <a:gd name="connsiteY54" fmla="*/ 163945 h 473400"/>
                  <a:gd name="connsiteX55" fmla="*/ 15328 w 357159"/>
                  <a:gd name="connsiteY55" fmla="*/ 148162 h 473400"/>
                  <a:gd name="connsiteX56" fmla="*/ 49142 w 357159"/>
                  <a:gd name="connsiteY56" fmla="*/ 66987 h 473400"/>
                  <a:gd name="connsiteX57" fmla="*/ 60086 w 357159"/>
                  <a:gd name="connsiteY57" fmla="*/ 56008 h 473400"/>
                  <a:gd name="connsiteX58" fmla="*/ 155233 w 357159"/>
                  <a:gd name="connsiteY58" fmla="*/ 18595 h 473400"/>
                  <a:gd name="connsiteX59" fmla="*/ 175096 w 357159"/>
                  <a:gd name="connsiteY59" fmla="*/ 13924 h 473400"/>
                  <a:gd name="connsiteX60" fmla="*/ 216171 w 357159"/>
                  <a:gd name="connsiteY60" fmla="*/ 38422 h 473400"/>
                  <a:gd name="connsiteX61" fmla="*/ 255909 w 357159"/>
                  <a:gd name="connsiteY61" fmla="*/ 130054 h 473400"/>
                  <a:gd name="connsiteX62" fmla="*/ 260086 w 357159"/>
                  <a:gd name="connsiteY62" fmla="*/ 133849 h 473400"/>
                  <a:gd name="connsiteX63" fmla="*/ 329649 w 357159"/>
                  <a:gd name="connsiteY63" fmla="*/ 156823 h 473400"/>
                  <a:gd name="connsiteX64" fmla="*/ 342222 w 357159"/>
                  <a:gd name="connsiteY64" fmla="*/ 182233 h 473400"/>
                  <a:gd name="connsiteX65" fmla="*/ 323070 w 357159"/>
                  <a:gd name="connsiteY65" fmla="*/ 195962 h 473400"/>
                  <a:gd name="connsiteX66" fmla="*/ 316463 w 357159"/>
                  <a:gd name="connsiteY66" fmla="*/ 194932 h 473400"/>
                  <a:gd name="connsiteX67" fmla="*/ 235573 w 357159"/>
                  <a:gd name="connsiteY67" fmla="*/ 167997 h 473400"/>
                  <a:gd name="connsiteX68" fmla="*/ 223369 w 357159"/>
                  <a:gd name="connsiteY68" fmla="*/ 156913 h 473400"/>
                  <a:gd name="connsiteX69" fmla="*/ 220870 w 357159"/>
                  <a:gd name="connsiteY69" fmla="*/ 151135 h 473400"/>
                  <a:gd name="connsiteX70" fmla="*/ 216992 w 357159"/>
                  <a:gd name="connsiteY70" fmla="*/ 171631 h 473400"/>
                  <a:gd name="connsiteX71" fmla="*/ 230985 w 357159"/>
                  <a:gd name="connsiteY71" fmla="*/ 181147 h 473400"/>
                  <a:gd name="connsiteX72" fmla="*/ 312627 w 357159"/>
                  <a:gd name="connsiteY72" fmla="*/ 208299 h 473400"/>
                  <a:gd name="connsiteX73" fmla="*/ 323070 w 357159"/>
                  <a:gd name="connsiteY73" fmla="*/ 209844 h 473400"/>
                  <a:gd name="connsiteX74" fmla="*/ 355352 w 357159"/>
                  <a:gd name="connsiteY74" fmla="*/ 186870 h 473400"/>
                  <a:gd name="connsiteX75" fmla="*/ 334007 w 357159"/>
                  <a:gd name="connsiteY75" fmla="*/ 143602 h 47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57159" h="473400">
                    <a:moveTo>
                      <a:pt x="334007" y="143602"/>
                    </a:moveTo>
                    <a:lnTo>
                      <a:pt x="267410" y="121610"/>
                    </a:lnTo>
                    <a:cubicBezTo>
                      <a:pt x="258847" y="101817"/>
                      <a:pt x="229892" y="34809"/>
                      <a:pt x="228458" y="31941"/>
                    </a:cubicBezTo>
                    <a:cubicBezTo>
                      <a:pt x="217751" y="12432"/>
                      <a:pt x="197349" y="219"/>
                      <a:pt x="175096" y="0"/>
                    </a:cubicBezTo>
                    <a:cubicBezTo>
                      <a:pt x="166252" y="6"/>
                      <a:pt x="157525" y="2020"/>
                      <a:pt x="149573" y="5890"/>
                    </a:cubicBezTo>
                    <a:lnTo>
                      <a:pt x="54955" y="43073"/>
                    </a:lnTo>
                    <a:cubicBezTo>
                      <a:pt x="46454" y="46491"/>
                      <a:pt x="39711" y="53223"/>
                      <a:pt x="36276" y="61717"/>
                    </a:cubicBezTo>
                    <a:lnTo>
                      <a:pt x="2442" y="142899"/>
                    </a:lnTo>
                    <a:cubicBezTo>
                      <a:pt x="-964" y="151483"/>
                      <a:pt x="-801" y="161072"/>
                      <a:pt x="2894" y="169535"/>
                    </a:cubicBezTo>
                    <a:cubicBezTo>
                      <a:pt x="6376" y="177614"/>
                      <a:pt x="12974" y="183943"/>
                      <a:pt x="21190" y="187086"/>
                    </a:cubicBezTo>
                    <a:cubicBezTo>
                      <a:pt x="25228" y="188728"/>
                      <a:pt x="29543" y="189583"/>
                      <a:pt x="33902" y="189606"/>
                    </a:cubicBezTo>
                    <a:cubicBezTo>
                      <a:pt x="47829" y="189827"/>
                      <a:pt x="60406" y="181314"/>
                      <a:pt x="65377" y="168303"/>
                    </a:cubicBezTo>
                    <a:lnTo>
                      <a:pt x="91971" y="100891"/>
                    </a:lnTo>
                    <a:lnTo>
                      <a:pt x="105512" y="95732"/>
                    </a:lnTo>
                    <a:cubicBezTo>
                      <a:pt x="105542" y="95715"/>
                      <a:pt x="105580" y="95724"/>
                      <a:pt x="105598" y="95754"/>
                    </a:cubicBezTo>
                    <a:cubicBezTo>
                      <a:pt x="105608" y="95771"/>
                      <a:pt x="105609" y="95791"/>
                      <a:pt x="105602" y="95809"/>
                    </a:cubicBezTo>
                    <a:lnTo>
                      <a:pt x="85866" y="192147"/>
                    </a:lnTo>
                    <a:cubicBezTo>
                      <a:pt x="83671" y="207169"/>
                      <a:pt x="88245" y="222392"/>
                      <a:pt x="98355" y="233716"/>
                    </a:cubicBezTo>
                    <a:lnTo>
                      <a:pt x="98355" y="233716"/>
                    </a:lnTo>
                    <a:lnTo>
                      <a:pt x="201272" y="307832"/>
                    </a:lnTo>
                    <a:lnTo>
                      <a:pt x="201272" y="437901"/>
                    </a:lnTo>
                    <a:cubicBezTo>
                      <a:pt x="200966" y="455754"/>
                      <a:pt x="214143" y="470976"/>
                      <a:pt x="231856" y="473232"/>
                    </a:cubicBezTo>
                    <a:cubicBezTo>
                      <a:pt x="250558" y="475085"/>
                      <a:pt x="267222" y="461426"/>
                      <a:pt x="269075" y="442724"/>
                    </a:cubicBezTo>
                    <a:cubicBezTo>
                      <a:pt x="269184" y="441623"/>
                      <a:pt x="269239" y="440518"/>
                      <a:pt x="269241" y="439411"/>
                    </a:cubicBezTo>
                    <a:lnTo>
                      <a:pt x="269241" y="290762"/>
                    </a:lnTo>
                    <a:cubicBezTo>
                      <a:pt x="269378" y="280001"/>
                      <a:pt x="264283" y="269844"/>
                      <a:pt x="255575" y="263520"/>
                    </a:cubicBezTo>
                    <a:lnTo>
                      <a:pt x="193614" y="218171"/>
                    </a:lnTo>
                    <a:lnTo>
                      <a:pt x="201210" y="180215"/>
                    </a:lnTo>
                    <a:lnTo>
                      <a:pt x="204057" y="165177"/>
                    </a:lnTo>
                    <a:lnTo>
                      <a:pt x="215892" y="103446"/>
                    </a:lnTo>
                    <a:cubicBezTo>
                      <a:pt x="216732" y="99694"/>
                      <a:pt x="214370" y="95972"/>
                      <a:pt x="210618" y="95132"/>
                    </a:cubicBezTo>
                    <a:cubicBezTo>
                      <a:pt x="206865" y="94293"/>
                      <a:pt x="203144" y="96655"/>
                      <a:pt x="202304" y="100407"/>
                    </a:cubicBezTo>
                    <a:cubicBezTo>
                      <a:pt x="202271" y="100556"/>
                      <a:pt x="202243" y="100705"/>
                      <a:pt x="202219" y="100856"/>
                    </a:cubicBezTo>
                    <a:lnTo>
                      <a:pt x="190544" y="162504"/>
                    </a:lnTo>
                    <a:lnTo>
                      <a:pt x="179085" y="219800"/>
                    </a:lnTo>
                    <a:cubicBezTo>
                      <a:pt x="178562" y="222451"/>
                      <a:pt x="179621" y="225164"/>
                      <a:pt x="181800" y="226762"/>
                    </a:cubicBezTo>
                    <a:lnTo>
                      <a:pt x="247450" y="274798"/>
                    </a:lnTo>
                    <a:cubicBezTo>
                      <a:pt x="252497" y="278515"/>
                      <a:pt x="255421" y="284454"/>
                      <a:pt x="255289" y="290720"/>
                    </a:cubicBezTo>
                    <a:lnTo>
                      <a:pt x="255289" y="438597"/>
                    </a:lnTo>
                    <a:cubicBezTo>
                      <a:pt x="255465" y="448367"/>
                      <a:pt x="248754" y="456916"/>
                      <a:pt x="239221" y="459065"/>
                    </a:cubicBezTo>
                    <a:cubicBezTo>
                      <a:pt x="228340" y="461237"/>
                      <a:pt x="217757" y="454177"/>
                      <a:pt x="215584" y="443295"/>
                    </a:cubicBezTo>
                    <a:cubicBezTo>
                      <a:pt x="215330" y="442019"/>
                      <a:pt x="215199" y="440720"/>
                      <a:pt x="215196" y="439418"/>
                    </a:cubicBezTo>
                    <a:lnTo>
                      <a:pt x="215196" y="304275"/>
                    </a:lnTo>
                    <a:cubicBezTo>
                      <a:pt x="215195" y="302041"/>
                      <a:pt x="214123" y="299945"/>
                      <a:pt x="212314" y="298636"/>
                    </a:cubicBezTo>
                    <a:lnTo>
                      <a:pt x="106494" y="222383"/>
                    </a:lnTo>
                    <a:cubicBezTo>
                      <a:pt x="99823" y="217578"/>
                      <a:pt x="96591" y="209307"/>
                      <a:pt x="98237" y="201253"/>
                    </a:cubicBezTo>
                    <a:lnTo>
                      <a:pt x="121817" y="86062"/>
                    </a:lnTo>
                    <a:cubicBezTo>
                      <a:pt x="122588" y="82295"/>
                      <a:pt x="120160" y="78617"/>
                      <a:pt x="116393" y="77845"/>
                    </a:cubicBezTo>
                    <a:cubicBezTo>
                      <a:pt x="115097" y="77580"/>
                      <a:pt x="113752" y="77689"/>
                      <a:pt x="112516" y="78161"/>
                    </a:cubicBezTo>
                    <a:lnTo>
                      <a:pt x="84118" y="88972"/>
                    </a:lnTo>
                    <a:cubicBezTo>
                      <a:pt x="82289" y="89670"/>
                      <a:pt x="80839" y="91106"/>
                      <a:pt x="80122" y="92927"/>
                    </a:cubicBezTo>
                    <a:lnTo>
                      <a:pt x="52379" y="163311"/>
                    </a:lnTo>
                    <a:cubicBezTo>
                      <a:pt x="49495" y="170958"/>
                      <a:pt x="42071" y="175929"/>
                      <a:pt x="33902" y="175682"/>
                    </a:cubicBezTo>
                    <a:cubicBezTo>
                      <a:pt x="31273" y="175657"/>
                      <a:pt x="28673" y="175125"/>
                      <a:pt x="26244" y="174116"/>
                    </a:cubicBezTo>
                    <a:cubicBezTo>
                      <a:pt x="21480" y="172295"/>
                      <a:pt x="17654" y="168628"/>
                      <a:pt x="15634" y="163945"/>
                    </a:cubicBezTo>
                    <a:cubicBezTo>
                      <a:pt x="13442" y="158933"/>
                      <a:pt x="13332" y="153255"/>
                      <a:pt x="15328" y="148162"/>
                    </a:cubicBezTo>
                    <a:lnTo>
                      <a:pt x="49142" y="66987"/>
                    </a:lnTo>
                    <a:cubicBezTo>
                      <a:pt x="51146" y="61992"/>
                      <a:pt x="55097" y="58028"/>
                      <a:pt x="60086" y="56008"/>
                    </a:cubicBezTo>
                    <a:lnTo>
                      <a:pt x="155233" y="18595"/>
                    </a:lnTo>
                    <a:cubicBezTo>
                      <a:pt x="161411" y="15544"/>
                      <a:pt x="168205" y="13946"/>
                      <a:pt x="175096" y="13924"/>
                    </a:cubicBezTo>
                    <a:cubicBezTo>
                      <a:pt x="192200" y="14097"/>
                      <a:pt x="207889" y="23455"/>
                      <a:pt x="216171" y="38422"/>
                    </a:cubicBezTo>
                    <a:cubicBezTo>
                      <a:pt x="217459" y="41110"/>
                      <a:pt x="240655" y="94716"/>
                      <a:pt x="255909" y="130054"/>
                    </a:cubicBezTo>
                    <a:cubicBezTo>
                      <a:pt x="256689" y="131862"/>
                      <a:pt x="258211" y="133246"/>
                      <a:pt x="260086" y="133849"/>
                    </a:cubicBezTo>
                    <a:lnTo>
                      <a:pt x="329649" y="156823"/>
                    </a:lnTo>
                    <a:cubicBezTo>
                      <a:pt x="340083" y="160431"/>
                      <a:pt x="345683" y="171750"/>
                      <a:pt x="342222" y="182233"/>
                    </a:cubicBezTo>
                    <a:cubicBezTo>
                      <a:pt x="339297" y="190334"/>
                      <a:pt x="331681" y="195794"/>
                      <a:pt x="323070" y="195962"/>
                    </a:cubicBezTo>
                    <a:cubicBezTo>
                      <a:pt x="320833" y="195895"/>
                      <a:pt x="318614" y="195549"/>
                      <a:pt x="316463" y="194932"/>
                    </a:cubicBezTo>
                    <a:lnTo>
                      <a:pt x="235573" y="167997"/>
                    </a:lnTo>
                    <a:cubicBezTo>
                      <a:pt x="230245" y="165987"/>
                      <a:pt x="225881" y="162024"/>
                      <a:pt x="223369" y="156913"/>
                    </a:cubicBezTo>
                    <a:lnTo>
                      <a:pt x="220870" y="151135"/>
                    </a:lnTo>
                    <a:lnTo>
                      <a:pt x="216992" y="171631"/>
                    </a:lnTo>
                    <a:cubicBezTo>
                      <a:pt x="220816" y="175891"/>
                      <a:pt x="225618" y="179157"/>
                      <a:pt x="230985" y="181147"/>
                    </a:cubicBezTo>
                    <a:lnTo>
                      <a:pt x="312627" y="208299"/>
                    </a:lnTo>
                    <a:cubicBezTo>
                      <a:pt x="316026" y="209266"/>
                      <a:pt x="319537" y="209785"/>
                      <a:pt x="323070" y="209844"/>
                    </a:cubicBezTo>
                    <a:cubicBezTo>
                      <a:pt x="337558" y="209635"/>
                      <a:pt x="350408" y="200490"/>
                      <a:pt x="355352" y="186870"/>
                    </a:cubicBezTo>
                    <a:cubicBezTo>
                      <a:pt x="361382" y="169029"/>
                      <a:pt x="351834" y="149674"/>
                      <a:pt x="334007" y="143602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</p:grpSp>
        <p:grpSp>
          <p:nvGrpSpPr>
            <p:cNvPr id="54" name="Grafik 82">
              <a:extLst>
                <a:ext uri="{FF2B5EF4-FFF2-40B4-BE49-F238E27FC236}">
                  <a16:creationId xmlns:a16="http://schemas.microsoft.com/office/drawing/2014/main" id="{466D69A4-3D8D-6D8E-7A75-60482657FB4F}"/>
                </a:ext>
              </a:extLst>
            </p:cNvPr>
            <p:cNvGrpSpPr>
              <a:grpSpLocks/>
            </p:cNvGrpSpPr>
            <p:nvPr/>
          </p:nvGrpSpPr>
          <p:grpSpPr>
            <a:xfrm>
              <a:off x="4579629" y="3006988"/>
              <a:ext cx="543664" cy="543661"/>
              <a:chOff x="10821117" y="2939671"/>
              <a:chExt cx="543664" cy="543661"/>
            </a:xfrm>
            <a:solidFill>
              <a:srgbClr val="862633"/>
            </a:solidFill>
          </p:grpSpPr>
          <p:sp>
            <p:nvSpPr>
              <p:cNvPr id="55" name="Freihandform: Form 66">
                <a:extLst>
                  <a:ext uri="{FF2B5EF4-FFF2-40B4-BE49-F238E27FC236}">
                    <a16:creationId xmlns:a16="http://schemas.microsoft.com/office/drawing/2014/main" id="{FAC5E7AD-8305-9D21-AB13-8BD3EDB3C9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21117" y="2974438"/>
                <a:ext cx="508854" cy="508894"/>
              </a:xfrm>
              <a:custGeom>
                <a:avLst/>
                <a:gdLst>
                  <a:gd name="connsiteX0" fmla="*/ 457336 w 508854"/>
                  <a:gd name="connsiteY0" fmla="*/ 125354 h 508894"/>
                  <a:gd name="connsiteX1" fmla="*/ 383541 w 508854"/>
                  <a:gd name="connsiteY1" fmla="*/ 457417 h 508894"/>
                  <a:gd name="connsiteX2" fmla="*/ 51478 w 508854"/>
                  <a:gd name="connsiteY2" fmla="*/ 383621 h 508894"/>
                  <a:gd name="connsiteX3" fmla="*/ 125274 w 508854"/>
                  <a:gd name="connsiteY3" fmla="*/ 51559 h 508894"/>
                  <a:gd name="connsiteX4" fmla="*/ 383541 w 508854"/>
                  <a:gd name="connsiteY4" fmla="*/ 51559 h 508894"/>
                  <a:gd name="connsiteX5" fmla="*/ 383541 w 508854"/>
                  <a:gd name="connsiteY5" fmla="*/ 35226 h 508894"/>
                  <a:gd name="connsiteX6" fmla="*/ 35226 w 508854"/>
                  <a:gd name="connsiteY6" fmla="*/ 125354 h 508894"/>
                  <a:gd name="connsiteX7" fmla="*/ 125355 w 508854"/>
                  <a:gd name="connsiteY7" fmla="*/ 473668 h 508894"/>
                  <a:gd name="connsiteX8" fmla="*/ 473669 w 508854"/>
                  <a:gd name="connsiteY8" fmla="*/ 383540 h 508894"/>
                  <a:gd name="connsiteX9" fmla="*/ 473669 w 508854"/>
                  <a:gd name="connsiteY9" fmla="*/ 125354 h 508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8854" h="508894">
                    <a:moveTo>
                      <a:pt x="457336" y="125354"/>
                    </a:moveTo>
                    <a:cubicBezTo>
                      <a:pt x="528655" y="237429"/>
                      <a:pt x="495615" y="386099"/>
                      <a:pt x="383541" y="457417"/>
                    </a:cubicBezTo>
                    <a:cubicBezTo>
                      <a:pt x="271466" y="528735"/>
                      <a:pt x="122796" y="495696"/>
                      <a:pt x="51478" y="383621"/>
                    </a:cubicBezTo>
                    <a:cubicBezTo>
                      <a:pt x="-19840" y="271546"/>
                      <a:pt x="13199" y="122877"/>
                      <a:pt x="125274" y="51559"/>
                    </a:cubicBezTo>
                    <a:cubicBezTo>
                      <a:pt x="204063" y="1422"/>
                      <a:pt x="304751" y="1422"/>
                      <a:pt x="383541" y="51559"/>
                    </a:cubicBezTo>
                    <a:lnTo>
                      <a:pt x="383541" y="35226"/>
                    </a:lnTo>
                    <a:cubicBezTo>
                      <a:pt x="262468" y="-36070"/>
                      <a:pt x="106522" y="4282"/>
                      <a:pt x="35226" y="125354"/>
                    </a:cubicBezTo>
                    <a:cubicBezTo>
                      <a:pt x="-36070" y="246427"/>
                      <a:pt x="4282" y="402373"/>
                      <a:pt x="125355" y="473668"/>
                    </a:cubicBezTo>
                    <a:cubicBezTo>
                      <a:pt x="246427" y="544965"/>
                      <a:pt x="402372" y="504613"/>
                      <a:pt x="473669" y="383540"/>
                    </a:cubicBezTo>
                    <a:cubicBezTo>
                      <a:pt x="520583" y="303872"/>
                      <a:pt x="520583" y="205023"/>
                      <a:pt x="473669" y="125354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56" name="Freihandform: Form 67">
                <a:extLst>
                  <a:ext uri="{FF2B5EF4-FFF2-40B4-BE49-F238E27FC236}">
                    <a16:creationId xmlns:a16="http://schemas.microsoft.com/office/drawing/2014/main" id="{684735F0-BED3-8C60-9B5D-B97FD95B0A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911731" y="3064969"/>
                <a:ext cx="327735" cy="327749"/>
              </a:xfrm>
              <a:custGeom>
                <a:avLst/>
                <a:gdLst>
                  <a:gd name="connsiteX0" fmla="*/ 258361 w 327735"/>
                  <a:gd name="connsiteY0" fmla="*/ 29998 h 327749"/>
                  <a:gd name="connsiteX1" fmla="*/ 29999 w 327735"/>
                  <a:gd name="connsiteY1" fmla="*/ 69389 h 327749"/>
                  <a:gd name="connsiteX2" fmla="*/ 69389 w 327735"/>
                  <a:gd name="connsiteY2" fmla="*/ 297751 h 327749"/>
                  <a:gd name="connsiteX3" fmla="*/ 297751 w 327735"/>
                  <a:gd name="connsiteY3" fmla="*/ 258360 h 327749"/>
                  <a:gd name="connsiteX4" fmla="*/ 297751 w 327735"/>
                  <a:gd name="connsiteY4" fmla="*/ 69389 h 327749"/>
                  <a:gd name="connsiteX5" fmla="*/ 287754 w 327735"/>
                  <a:gd name="connsiteY5" fmla="*/ 79379 h 327749"/>
                  <a:gd name="connsiteX6" fmla="*/ 248370 w 327735"/>
                  <a:gd name="connsiteY6" fmla="*/ 287683 h 327749"/>
                  <a:gd name="connsiteX7" fmla="*/ 40066 w 327735"/>
                  <a:gd name="connsiteY7" fmla="*/ 248300 h 327749"/>
                  <a:gd name="connsiteX8" fmla="*/ 79449 w 327735"/>
                  <a:gd name="connsiteY8" fmla="*/ 39996 h 327749"/>
                  <a:gd name="connsiteX9" fmla="*/ 248370 w 327735"/>
                  <a:gd name="connsiteY9" fmla="*/ 39996 h 327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7735" h="327749">
                    <a:moveTo>
                      <a:pt x="258361" y="29998"/>
                    </a:moveTo>
                    <a:cubicBezTo>
                      <a:pt x="184423" y="-22185"/>
                      <a:pt x="82181" y="-4549"/>
                      <a:pt x="29999" y="69389"/>
                    </a:cubicBezTo>
                    <a:cubicBezTo>
                      <a:pt x="-22185" y="143326"/>
                      <a:pt x="-4550" y="245568"/>
                      <a:pt x="69389" y="297751"/>
                    </a:cubicBezTo>
                    <a:cubicBezTo>
                      <a:pt x="143326" y="349934"/>
                      <a:pt x="245568" y="332299"/>
                      <a:pt x="297751" y="258360"/>
                    </a:cubicBezTo>
                    <a:cubicBezTo>
                      <a:pt x="337731" y="201714"/>
                      <a:pt x="337731" y="126036"/>
                      <a:pt x="297751" y="69389"/>
                    </a:cubicBezTo>
                    <a:lnTo>
                      <a:pt x="287754" y="79379"/>
                    </a:lnTo>
                    <a:cubicBezTo>
                      <a:pt x="334400" y="147776"/>
                      <a:pt x="316767" y="241037"/>
                      <a:pt x="248370" y="287683"/>
                    </a:cubicBezTo>
                    <a:cubicBezTo>
                      <a:pt x="179974" y="334329"/>
                      <a:pt x="86713" y="316697"/>
                      <a:pt x="40066" y="248300"/>
                    </a:cubicBezTo>
                    <a:cubicBezTo>
                      <a:pt x="-6580" y="179902"/>
                      <a:pt x="11053" y="86642"/>
                      <a:pt x="79449" y="39996"/>
                    </a:cubicBezTo>
                    <a:cubicBezTo>
                      <a:pt x="130396" y="5250"/>
                      <a:pt x="197424" y="5250"/>
                      <a:pt x="248370" y="39996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57" name="Freihandform: Form 68">
                <a:extLst>
                  <a:ext uri="{FF2B5EF4-FFF2-40B4-BE49-F238E27FC236}">
                    <a16:creationId xmlns:a16="http://schemas.microsoft.com/office/drawing/2014/main" id="{9EC7179A-65E2-9D95-568E-C638443F4F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02606" y="3155467"/>
                <a:ext cx="146357" cy="146376"/>
              </a:xfrm>
              <a:custGeom>
                <a:avLst/>
                <a:gdLst>
                  <a:gd name="connsiteX0" fmla="*/ 73257 w 146357"/>
                  <a:gd name="connsiteY0" fmla="*/ 13944 h 146376"/>
                  <a:gd name="connsiteX1" fmla="*/ 90474 w 146357"/>
                  <a:gd name="connsiteY1" fmla="*/ 16513 h 146376"/>
                  <a:gd name="connsiteX2" fmla="*/ 101341 w 146357"/>
                  <a:gd name="connsiteY2" fmla="*/ 5652 h 146376"/>
                  <a:gd name="connsiteX3" fmla="*/ 5652 w 146357"/>
                  <a:gd name="connsiteY3" fmla="*/ 45035 h 146376"/>
                  <a:gd name="connsiteX4" fmla="*/ 45035 w 146357"/>
                  <a:gd name="connsiteY4" fmla="*/ 140725 h 146376"/>
                  <a:gd name="connsiteX5" fmla="*/ 140724 w 146357"/>
                  <a:gd name="connsiteY5" fmla="*/ 101341 h 146376"/>
                  <a:gd name="connsiteX6" fmla="*/ 140724 w 146357"/>
                  <a:gd name="connsiteY6" fmla="*/ 45035 h 146376"/>
                  <a:gd name="connsiteX7" fmla="*/ 129864 w 146357"/>
                  <a:gd name="connsiteY7" fmla="*/ 55903 h 146376"/>
                  <a:gd name="connsiteX8" fmla="*/ 90465 w 146357"/>
                  <a:gd name="connsiteY8" fmla="*/ 129735 h 146376"/>
                  <a:gd name="connsiteX9" fmla="*/ 16632 w 146357"/>
                  <a:gd name="connsiteY9" fmla="*/ 90336 h 146376"/>
                  <a:gd name="connsiteX10" fmla="*/ 56031 w 146357"/>
                  <a:gd name="connsiteY10" fmla="*/ 16504 h 146376"/>
                  <a:gd name="connsiteX11" fmla="*/ 73257 w 146357"/>
                  <a:gd name="connsiteY11" fmla="*/ 13944 h 146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357" h="146376">
                    <a:moveTo>
                      <a:pt x="73257" y="13944"/>
                    </a:moveTo>
                    <a:cubicBezTo>
                      <a:pt x="79091" y="13946"/>
                      <a:pt x="84893" y="14811"/>
                      <a:pt x="90474" y="16513"/>
                    </a:cubicBezTo>
                    <a:lnTo>
                      <a:pt x="101341" y="5652"/>
                    </a:lnTo>
                    <a:cubicBezTo>
                      <a:pt x="64042" y="-9896"/>
                      <a:pt x="21200" y="7736"/>
                      <a:pt x="5652" y="45035"/>
                    </a:cubicBezTo>
                    <a:cubicBezTo>
                      <a:pt x="-9896" y="82335"/>
                      <a:pt x="7736" y="125176"/>
                      <a:pt x="45035" y="140725"/>
                    </a:cubicBezTo>
                    <a:cubicBezTo>
                      <a:pt x="82335" y="156273"/>
                      <a:pt x="125176" y="138640"/>
                      <a:pt x="140724" y="101341"/>
                    </a:cubicBezTo>
                    <a:cubicBezTo>
                      <a:pt x="148235" y="83324"/>
                      <a:pt x="148235" y="63053"/>
                      <a:pt x="140724" y="45035"/>
                    </a:cubicBezTo>
                    <a:lnTo>
                      <a:pt x="129864" y="55903"/>
                    </a:lnTo>
                    <a:cubicBezTo>
                      <a:pt x="139372" y="87171"/>
                      <a:pt x="121732" y="120227"/>
                      <a:pt x="90465" y="129735"/>
                    </a:cubicBezTo>
                    <a:cubicBezTo>
                      <a:pt x="59197" y="139244"/>
                      <a:pt x="26141" y="121604"/>
                      <a:pt x="16632" y="90336"/>
                    </a:cubicBezTo>
                    <a:cubicBezTo>
                      <a:pt x="7124" y="59068"/>
                      <a:pt x="24763" y="26012"/>
                      <a:pt x="56031" y="16504"/>
                    </a:cubicBezTo>
                    <a:cubicBezTo>
                      <a:pt x="61615" y="14806"/>
                      <a:pt x="67420" y="13943"/>
                      <a:pt x="73257" y="13944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  <p:sp>
            <p:nvSpPr>
              <p:cNvPr id="58" name="Freihandform: Form 69">
                <a:extLst>
                  <a:ext uri="{FF2B5EF4-FFF2-40B4-BE49-F238E27FC236}">
                    <a16:creationId xmlns:a16="http://schemas.microsoft.com/office/drawing/2014/main" id="{223C7394-FE77-64E6-640D-E06EA28F3E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68815" y="2939671"/>
                <a:ext cx="295965" cy="295963"/>
              </a:xfrm>
              <a:custGeom>
                <a:avLst/>
                <a:gdLst>
                  <a:gd name="connsiteX0" fmla="*/ 295436 w 295965"/>
                  <a:gd name="connsiteY0" fmla="*/ 66951 h 295963"/>
                  <a:gd name="connsiteX1" fmla="*/ 289003 w 295965"/>
                  <a:gd name="connsiteY1" fmla="*/ 62655 h 295963"/>
                  <a:gd name="connsiteX2" fmla="*/ 233308 w 295965"/>
                  <a:gd name="connsiteY2" fmla="*/ 62655 h 295963"/>
                  <a:gd name="connsiteX3" fmla="*/ 233308 w 295965"/>
                  <a:gd name="connsiteY3" fmla="*/ 6960 h 295963"/>
                  <a:gd name="connsiteX4" fmla="*/ 226345 w 295965"/>
                  <a:gd name="connsiteY4" fmla="*/ 0 h 295963"/>
                  <a:gd name="connsiteX5" fmla="*/ 221424 w 295965"/>
                  <a:gd name="connsiteY5" fmla="*/ 2038 h 295963"/>
                  <a:gd name="connsiteX6" fmla="*/ 158767 w 295965"/>
                  <a:gd name="connsiteY6" fmla="*/ 64695 h 295963"/>
                  <a:gd name="connsiteX7" fmla="*/ 156728 w 295965"/>
                  <a:gd name="connsiteY7" fmla="*/ 69617 h 295963"/>
                  <a:gd name="connsiteX8" fmla="*/ 156728 w 295965"/>
                  <a:gd name="connsiteY8" fmla="*/ 129392 h 295963"/>
                  <a:gd name="connsiteX9" fmla="*/ 2126 w 295965"/>
                  <a:gd name="connsiteY9" fmla="*/ 283993 h 295963"/>
                  <a:gd name="connsiteX10" fmla="*/ 1954 w 295965"/>
                  <a:gd name="connsiteY10" fmla="*/ 293838 h 295963"/>
                  <a:gd name="connsiteX11" fmla="*/ 11798 w 295965"/>
                  <a:gd name="connsiteY11" fmla="*/ 294009 h 295963"/>
                  <a:gd name="connsiteX12" fmla="*/ 11970 w 295965"/>
                  <a:gd name="connsiteY12" fmla="*/ 293838 h 295963"/>
                  <a:gd name="connsiteX13" fmla="*/ 166572 w 295965"/>
                  <a:gd name="connsiteY13" fmla="*/ 139236 h 295963"/>
                  <a:gd name="connsiteX14" fmla="*/ 226346 w 295965"/>
                  <a:gd name="connsiteY14" fmla="*/ 139236 h 295963"/>
                  <a:gd name="connsiteX15" fmla="*/ 231268 w 295965"/>
                  <a:gd name="connsiteY15" fmla="*/ 137196 h 295963"/>
                  <a:gd name="connsiteX16" fmla="*/ 293925 w 295965"/>
                  <a:gd name="connsiteY16" fmla="*/ 74539 h 295963"/>
                  <a:gd name="connsiteX17" fmla="*/ 295436 w 295965"/>
                  <a:gd name="connsiteY17" fmla="*/ 66951 h 295963"/>
                  <a:gd name="connsiteX18" fmla="*/ 170651 w 295965"/>
                  <a:gd name="connsiteY18" fmla="*/ 72499 h 295963"/>
                  <a:gd name="connsiteX19" fmla="*/ 219266 w 295965"/>
                  <a:gd name="connsiteY19" fmla="*/ 23885 h 295963"/>
                  <a:gd name="connsiteX20" fmla="*/ 219384 w 295965"/>
                  <a:gd name="connsiteY20" fmla="*/ 23933 h 295963"/>
                  <a:gd name="connsiteX21" fmla="*/ 219384 w 295965"/>
                  <a:gd name="connsiteY21" fmla="*/ 66735 h 295963"/>
                  <a:gd name="connsiteX22" fmla="*/ 170651 w 295965"/>
                  <a:gd name="connsiteY22" fmla="*/ 115468 h 295963"/>
                  <a:gd name="connsiteX23" fmla="*/ 223464 w 295965"/>
                  <a:gd name="connsiteY23" fmla="*/ 125312 h 295963"/>
                  <a:gd name="connsiteX24" fmla="*/ 180495 w 295965"/>
                  <a:gd name="connsiteY24" fmla="*/ 125312 h 295963"/>
                  <a:gd name="connsiteX25" fmla="*/ 229228 w 295965"/>
                  <a:gd name="connsiteY25" fmla="*/ 76579 h 295963"/>
                  <a:gd name="connsiteX26" fmla="*/ 272030 w 295965"/>
                  <a:gd name="connsiteY26" fmla="*/ 76579 h 295963"/>
                  <a:gd name="connsiteX27" fmla="*/ 272079 w 295965"/>
                  <a:gd name="connsiteY27" fmla="*/ 76697 h 29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95965" h="295963">
                    <a:moveTo>
                      <a:pt x="295436" y="66951"/>
                    </a:moveTo>
                    <a:cubicBezTo>
                      <a:pt x="294357" y="64350"/>
                      <a:pt x="291818" y="62655"/>
                      <a:pt x="289003" y="62655"/>
                    </a:cubicBezTo>
                    <a:lnTo>
                      <a:pt x="233308" y="62655"/>
                    </a:lnTo>
                    <a:lnTo>
                      <a:pt x="233308" y="6960"/>
                    </a:lnTo>
                    <a:cubicBezTo>
                      <a:pt x="233307" y="3115"/>
                      <a:pt x="230190" y="-1"/>
                      <a:pt x="226345" y="0"/>
                    </a:cubicBezTo>
                    <a:cubicBezTo>
                      <a:pt x="224499" y="0"/>
                      <a:pt x="222729" y="734"/>
                      <a:pt x="221424" y="2038"/>
                    </a:cubicBezTo>
                    <a:lnTo>
                      <a:pt x="158767" y="64695"/>
                    </a:lnTo>
                    <a:cubicBezTo>
                      <a:pt x="157462" y="66000"/>
                      <a:pt x="156728" y="67771"/>
                      <a:pt x="156728" y="69617"/>
                    </a:cubicBezTo>
                    <a:lnTo>
                      <a:pt x="156728" y="129392"/>
                    </a:lnTo>
                    <a:lnTo>
                      <a:pt x="2126" y="283993"/>
                    </a:lnTo>
                    <a:cubicBezTo>
                      <a:pt x="-640" y="286665"/>
                      <a:pt x="-717" y="291072"/>
                      <a:pt x="1954" y="293838"/>
                    </a:cubicBezTo>
                    <a:cubicBezTo>
                      <a:pt x="4626" y="296603"/>
                      <a:pt x="9033" y="296680"/>
                      <a:pt x="11798" y="294009"/>
                    </a:cubicBezTo>
                    <a:cubicBezTo>
                      <a:pt x="11857" y="293952"/>
                      <a:pt x="11914" y="293895"/>
                      <a:pt x="11970" y="293838"/>
                    </a:cubicBezTo>
                    <a:lnTo>
                      <a:pt x="166572" y="139236"/>
                    </a:lnTo>
                    <a:lnTo>
                      <a:pt x="226346" y="139236"/>
                    </a:lnTo>
                    <a:cubicBezTo>
                      <a:pt x="228192" y="139235"/>
                      <a:pt x="229963" y="138502"/>
                      <a:pt x="231268" y="137196"/>
                    </a:cubicBezTo>
                    <a:lnTo>
                      <a:pt x="293925" y="74539"/>
                    </a:lnTo>
                    <a:cubicBezTo>
                      <a:pt x="295917" y="72548"/>
                      <a:pt x="296513" y="69553"/>
                      <a:pt x="295436" y="66951"/>
                    </a:cubicBezTo>
                    <a:close/>
                    <a:moveTo>
                      <a:pt x="170651" y="72499"/>
                    </a:moveTo>
                    <a:lnTo>
                      <a:pt x="219266" y="23885"/>
                    </a:lnTo>
                    <a:cubicBezTo>
                      <a:pt x="219329" y="23822"/>
                      <a:pt x="219384" y="23843"/>
                      <a:pt x="219384" y="23933"/>
                    </a:cubicBezTo>
                    <a:lnTo>
                      <a:pt x="219384" y="66735"/>
                    </a:lnTo>
                    <a:lnTo>
                      <a:pt x="170651" y="115468"/>
                    </a:lnTo>
                    <a:close/>
                    <a:moveTo>
                      <a:pt x="223464" y="125312"/>
                    </a:moveTo>
                    <a:lnTo>
                      <a:pt x="180495" y="125312"/>
                    </a:lnTo>
                    <a:lnTo>
                      <a:pt x="229228" y="76579"/>
                    </a:lnTo>
                    <a:lnTo>
                      <a:pt x="272030" y="76579"/>
                    </a:lnTo>
                    <a:cubicBezTo>
                      <a:pt x="272120" y="76579"/>
                      <a:pt x="272141" y="76635"/>
                      <a:pt x="272079" y="76697"/>
                    </a:cubicBez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Helvetica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Layers of the Moat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think-cell 'Pyramid with five layers' (tc:4) with icons recoloured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structural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11</a:t>
            </a:r>
          </a:p>
        </p:txBody>
      </p:sp>
      <p:grpSp>
        <p:nvGrpSpPr>
          <p:cNvPr id="6" name="tclib Thinkcell.pptx #4"/>
          <p:cNvGrpSpPr/>
          <p:nvPr/>
        </p:nvGrpSpPr>
        <p:grpSpPr>
          <a:xfrm>
            <a:off x="609904" y="1537636"/>
            <a:ext cx="10972800" cy="4331368"/>
            <a:chOff x="407987" y="1557337"/>
            <a:chExt cx="11401426" cy="4500563"/>
          </a:xfrm>
        </p:grpSpPr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6AF46052-360C-D2B4-C2F0-DAA8C637D381}"/>
                </a:ext>
              </a:extLst>
            </p:cNvPr>
            <p:cNvSpPr txBox="1">
              <a:spLocks/>
            </p:cNvSpPr>
            <p:nvPr/>
          </p:nvSpPr>
          <p:spPr>
            <a:xfrm>
              <a:off x="407987" y="1557337"/>
              <a:ext cx="2332680" cy="103346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A moat is only as strong as its weakest layer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8" name="Freihandform: Form 57">
              <a:extLst>
                <a:ext uri="{FF2B5EF4-FFF2-40B4-BE49-F238E27FC236}">
                  <a16:creationId xmlns:a16="http://schemas.microsoft.com/office/drawing/2014/main" id="{DCD2F7B7-6449-1612-3E87-E05F6001F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987" y="5219632"/>
              <a:ext cx="3227530" cy="838268"/>
            </a:xfrm>
            <a:custGeom>
              <a:avLst/>
              <a:gdLst>
                <a:gd name="connsiteX0" fmla="*/ 428847 w 2297482"/>
                <a:gd name="connsiteY0" fmla="*/ 0 h 750483"/>
                <a:gd name="connsiteX1" fmla="*/ 2297482 w 2297482"/>
                <a:gd name="connsiteY1" fmla="*/ 0 h 750483"/>
                <a:gd name="connsiteX2" fmla="*/ 2297482 w 2297482"/>
                <a:gd name="connsiteY2" fmla="*/ 750483 h 750483"/>
                <a:gd name="connsiteX3" fmla="*/ 0 w 2297482"/>
                <a:gd name="connsiteY3" fmla="*/ 750483 h 75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7482" h="750483">
                  <a:moveTo>
                    <a:pt x="428847" y="0"/>
                  </a:moveTo>
                  <a:lnTo>
                    <a:pt x="2297482" y="0"/>
                  </a:lnTo>
                  <a:lnTo>
                    <a:pt x="2297482" y="750483"/>
                  </a:lnTo>
                  <a:lnTo>
                    <a:pt x="0" y="750483"/>
                  </a:lnTo>
                  <a:close/>
                </a:path>
              </a:pathLst>
            </a:custGeom>
            <a:solidFill>
              <a:srgbClr val="EFEFEF">
                <a:lumMod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454545"/>
                </a:solidFill>
                <a:latin typeface="Helvetica"/>
              </a:endParaRPr>
            </a:p>
          </p:txBody>
        </p:sp>
        <p:sp>
          <p:nvSpPr>
            <p:cNvPr id="9" name="Freihandform: Form 53">
              <a:extLst>
                <a:ext uri="{FF2B5EF4-FFF2-40B4-BE49-F238E27FC236}">
                  <a16:creationId xmlns:a16="http://schemas.microsoft.com/office/drawing/2014/main" id="{28E3FE41-1CA7-4897-65E7-107ED25A7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414" y="4304449"/>
              <a:ext cx="2574103" cy="838268"/>
            </a:xfrm>
            <a:custGeom>
              <a:avLst/>
              <a:gdLst>
                <a:gd name="connsiteX0" fmla="*/ 428847 w 1832347"/>
                <a:gd name="connsiteY0" fmla="*/ 0 h 750483"/>
                <a:gd name="connsiteX1" fmla="*/ 1832347 w 1832347"/>
                <a:gd name="connsiteY1" fmla="*/ 0 h 750483"/>
                <a:gd name="connsiteX2" fmla="*/ 1832347 w 1832347"/>
                <a:gd name="connsiteY2" fmla="*/ 750483 h 750483"/>
                <a:gd name="connsiteX3" fmla="*/ 0 w 1832347"/>
                <a:gd name="connsiteY3" fmla="*/ 750483 h 75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2347" h="750483">
                  <a:moveTo>
                    <a:pt x="428847" y="0"/>
                  </a:moveTo>
                  <a:lnTo>
                    <a:pt x="1832347" y="0"/>
                  </a:lnTo>
                  <a:lnTo>
                    <a:pt x="1832347" y="750483"/>
                  </a:lnTo>
                  <a:lnTo>
                    <a:pt x="0" y="750483"/>
                  </a:lnTo>
                  <a:close/>
                </a:path>
              </a:pathLst>
            </a:custGeom>
            <a:solidFill>
              <a:srgbClr val="EFEFEF">
                <a:lumMod val="7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454545"/>
                </a:solidFill>
                <a:latin typeface="Helvetica"/>
              </a:endParaRPr>
            </a:p>
          </p:txBody>
        </p:sp>
        <p:sp>
          <p:nvSpPr>
            <p:cNvPr id="10" name="Freihandform: Form 38">
              <a:extLst>
                <a:ext uri="{FF2B5EF4-FFF2-40B4-BE49-F238E27FC236}">
                  <a16:creationId xmlns:a16="http://schemas.microsoft.com/office/drawing/2014/main" id="{67315516-C59A-E8B0-3D13-B30813ACE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473" y="3387421"/>
              <a:ext cx="1916044" cy="840110"/>
            </a:xfrm>
            <a:custGeom>
              <a:avLst/>
              <a:gdLst>
                <a:gd name="connsiteX0" fmla="*/ 428847 w 1363915"/>
                <a:gd name="connsiteY0" fmla="*/ 0 h 752132"/>
                <a:gd name="connsiteX1" fmla="*/ 1363915 w 1363915"/>
                <a:gd name="connsiteY1" fmla="*/ 0 h 752132"/>
                <a:gd name="connsiteX2" fmla="*/ 1363915 w 1363915"/>
                <a:gd name="connsiteY2" fmla="*/ 752132 h 752132"/>
                <a:gd name="connsiteX3" fmla="*/ 0 w 1363915"/>
                <a:gd name="connsiteY3" fmla="*/ 752132 h 752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3915" h="752132">
                  <a:moveTo>
                    <a:pt x="428847" y="0"/>
                  </a:moveTo>
                  <a:lnTo>
                    <a:pt x="1363915" y="0"/>
                  </a:lnTo>
                  <a:lnTo>
                    <a:pt x="1363915" y="752132"/>
                  </a:lnTo>
                  <a:lnTo>
                    <a:pt x="0" y="752132"/>
                  </a:lnTo>
                  <a:close/>
                </a:path>
              </a:pathLst>
            </a:custGeom>
            <a:solidFill>
              <a:srgbClr val="EFEFEF">
                <a:lumMod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FFFFFF"/>
                </a:solidFill>
                <a:latin typeface="Helvetica"/>
              </a:endParaRPr>
            </a:p>
          </p:txBody>
        </p:sp>
        <p:sp>
          <p:nvSpPr>
            <p:cNvPr id="11" name="Freihandform: Form 36">
              <a:extLst>
                <a:ext uri="{FF2B5EF4-FFF2-40B4-BE49-F238E27FC236}">
                  <a16:creationId xmlns:a16="http://schemas.microsoft.com/office/drawing/2014/main" id="{DAFE1A5C-C34A-4BF6-BB43-FCF79A11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849" y="2472235"/>
              <a:ext cx="1255667" cy="838268"/>
            </a:xfrm>
            <a:custGeom>
              <a:avLst/>
              <a:gdLst>
                <a:gd name="connsiteX0" fmla="*/ 428847 w 893833"/>
                <a:gd name="connsiteY0" fmla="*/ 0 h 750483"/>
                <a:gd name="connsiteX1" fmla="*/ 893833 w 893833"/>
                <a:gd name="connsiteY1" fmla="*/ 0 h 750483"/>
                <a:gd name="connsiteX2" fmla="*/ 893833 w 893833"/>
                <a:gd name="connsiteY2" fmla="*/ 750483 h 750483"/>
                <a:gd name="connsiteX3" fmla="*/ 0 w 893833"/>
                <a:gd name="connsiteY3" fmla="*/ 750483 h 75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833" h="750483">
                  <a:moveTo>
                    <a:pt x="428847" y="0"/>
                  </a:moveTo>
                  <a:lnTo>
                    <a:pt x="893833" y="0"/>
                  </a:lnTo>
                  <a:lnTo>
                    <a:pt x="893833" y="750483"/>
                  </a:lnTo>
                  <a:lnTo>
                    <a:pt x="0" y="750483"/>
                  </a:lnTo>
                  <a:close/>
                </a:path>
              </a:pathLst>
            </a:custGeom>
            <a:solidFill>
              <a:srgbClr val="862633">
                <a:lumMod val="7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454545"/>
                </a:solidFill>
                <a:latin typeface="Helvetica"/>
              </a:endParaRPr>
            </a:p>
          </p:txBody>
        </p:sp>
        <p:sp>
          <p:nvSpPr>
            <p:cNvPr id="12" name="Freihandform: Form 34">
              <a:extLst>
                <a:ext uri="{FF2B5EF4-FFF2-40B4-BE49-F238E27FC236}">
                  <a16:creationId xmlns:a16="http://schemas.microsoft.com/office/drawing/2014/main" id="{FC82BF3C-0215-35DB-0F90-8D962841A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274" y="1557337"/>
              <a:ext cx="602242" cy="837980"/>
            </a:xfrm>
            <a:custGeom>
              <a:avLst/>
              <a:gdLst>
                <a:gd name="connsiteX0" fmla="*/ 428700 w 428700"/>
                <a:gd name="connsiteY0" fmla="*/ 0 h 750226"/>
                <a:gd name="connsiteX1" fmla="*/ 428700 w 428700"/>
                <a:gd name="connsiteY1" fmla="*/ 750226 h 750226"/>
                <a:gd name="connsiteX2" fmla="*/ 0 w 428700"/>
                <a:gd name="connsiteY2" fmla="*/ 750226 h 75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700" h="750226">
                  <a:moveTo>
                    <a:pt x="428700" y="0"/>
                  </a:moveTo>
                  <a:lnTo>
                    <a:pt x="428700" y="750226"/>
                  </a:lnTo>
                  <a:lnTo>
                    <a:pt x="0" y="750226"/>
                  </a:lnTo>
                  <a:close/>
                </a:path>
              </a:pathLst>
            </a:custGeom>
            <a:solidFill>
              <a:srgbClr val="862633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454545"/>
                </a:solidFill>
                <a:latin typeface="Helvetica"/>
              </a:endParaRPr>
            </a:p>
          </p:txBody>
        </p:sp>
        <p:cxnSp>
          <p:nvCxnSpPr>
            <p:cNvPr id="13" name="MIO_LINE5">
              <a:extLst>
                <a:ext uri="{FF2B5EF4-FFF2-40B4-BE49-F238E27FC236}">
                  <a16:creationId xmlns:a16="http://schemas.microsoft.com/office/drawing/2014/main" id="{CF605CBF-816F-2936-EB01-2C7645DF9AE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3746500" y="2433776"/>
              <a:ext cx="8062913" cy="0"/>
            </a:xfrm>
            <a:prstGeom prst="line">
              <a:avLst/>
            </a:prstGeom>
            <a:ln w="9525">
              <a:solidFill>
                <a:srgbClr val="EFEFEF">
                  <a:lumMod val="9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cxnSp>
          <p:nvCxnSpPr>
            <p:cNvPr id="14" name="MIO_LINE5">
              <a:extLst>
                <a:ext uri="{FF2B5EF4-FFF2-40B4-BE49-F238E27FC236}">
                  <a16:creationId xmlns:a16="http://schemas.microsoft.com/office/drawing/2014/main" id="{E3F0CBF5-D0F3-14E9-F655-A55BCBCAE0CD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3746500" y="3348962"/>
              <a:ext cx="8062913" cy="0"/>
            </a:xfrm>
            <a:prstGeom prst="line">
              <a:avLst/>
            </a:prstGeom>
            <a:ln w="9525">
              <a:solidFill>
                <a:srgbClr val="EFEFEF">
                  <a:lumMod val="9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cxnSp>
          <p:nvCxnSpPr>
            <p:cNvPr id="15" name="MIO_LINE5">
              <a:extLst>
                <a:ext uri="{FF2B5EF4-FFF2-40B4-BE49-F238E27FC236}">
                  <a16:creationId xmlns:a16="http://schemas.microsoft.com/office/drawing/2014/main" id="{9B595798-6201-2439-226B-AA2222E49AAA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3746500" y="4265990"/>
              <a:ext cx="8062913" cy="0"/>
            </a:xfrm>
            <a:prstGeom prst="line">
              <a:avLst/>
            </a:prstGeom>
            <a:ln w="9525">
              <a:solidFill>
                <a:srgbClr val="EFEFEF">
                  <a:lumMod val="9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cxnSp>
          <p:nvCxnSpPr>
            <p:cNvPr id="16" name="MIO_LINE5">
              <a:extLst>
                <a:ext uri="{FF2B5EF4-FFF2-40B4-BE49-F238E27FC236}">
                  <a16:creationId xmlns:a16="http://schemas.microsoft.com/office/drawing/2014/main" id="{F1DD1269-E12F-238E-2F4D-EC5F6325534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3746500" y="5181176"/>
              <a:ext cx="8062913" cy="0"/>
            </a:xfrm>
            <a:prstGeom prst="line">
              <a:avLst/>
            </a:prstGeom>
            <a:ln w="9525">
              <a:solidFill>
                <a:srgbClr val="EFEFEF">
                  <a:lumMod val="90000"/>
                </a:srgbClr>
              </a:solidFill>
            </a:ln>
          </p:spPr>
          <p:style>
            <a:lnRef idx="1">
              <a:srgbClr val="862633"/>
            </a:lnRef>
            <a:fillRef idx="0">
              <a:srgbClr val="862633"/>
            </a:fillRef>
            <a:effectRef idx="0">
              <a:srgbClr val="862633"/>
            </a:effectRef>
            <a:fontRef idx="minor">
              <a:srgbClr val="000000"/>
            </a:fontRef>
          </p:style>
        </p:cxnSp>
        <p:sp>
          <p:nvSpPr>
            <p:cNvPr id="17" name="Subtitle 2">
              <a:extLst>
                <a:ext uri="{FF2B5EF4-FFF2-40B4-BE49-F238E27FC236}">
                  <a16:creationId xmlns:a16="http://schemas.microsoft.com/office/drawing/2014/main" id="{05F3B8B4-65AA-4AE2-04AA-A16BE14ABF62}"/>
                </a:ext>
              </a:extLst>
            </p:cNvPr>
            <p:cNvSpPr txBox="1">
              <a:spLocks/>
            </p:cNvSpPr>
            <p:nvPr/>
          </p:nvSpPr>
          <p:spPr>
            <a:xfrm>
              <a:off x="3746500" y="1557338"/>
              <a:ext cx="6387064" cy="83797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Scale and installed base</a:t>
              </a:r>
            </a:p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17,000 tools in the field generate recurring service revenue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2A21F3F0-E8D1-D991-27D0-9EEF596FEEA6}"/>
                </a:ext>
              </a:extLst>
            </p:cNvPr>
            <p:cNvSpPr txBox="1">
              <a:spLocks/>
            </p:cNvSpPr>
            <p:nvPr/>
          </p:nvSpPr>
          <p:spPr>
            <a:xfrm>
              <a:off x="3746500" y="2472381"/>
              <a:ext cx="6387064" cy="83797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Intellectual property</a:t>
              </a:r>
            </a:p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9,100 patents; 6.5x the share of the nearest competitor</a:t>
              </a:r>
            </a:p>
          </p:txBody>
        </p:sp>
        <p:sp>
          <p:nvSpPr>
            <p:cNvPr id="19" name="Subtitle 2">
              <a:extLst>
                <a:ext uri="{FF2B5EF4-FFF2-40B4-BE49-F238E27FC236}">
                  <a16:creationId xmlns:a16="http://schemas.microsoft.com/office/drawing/2014/main" id="{DBDBEAF6-F7FF-316B-2036-1CF7499C02FB}"/>
                </a:ext>
              </a:extLst>
            </p:cNvPr>
            <p:cNvSpPr txBox="1">
              <a:spLocks/>
            </p:cNvSpPr>
            <p:nvPr/>
          </p:nvSpPr>
          <p:spPr>
            <a:xfrm>
              <a:off x="3746500" y="3387426"/>
              <a:ext cx="6387064" cy="83797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Customer lock-in</a:t>
              </a:r>
            </a:p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Recipes are qualified tool by tool; switching costs a full node</a:t>
              </a:r>
            </a:p>
          </p:txBody>
        </p: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16655AB6-0964-3D25-0AEF-27D053AE6FF6}"/>
                </a:ext>
              </a:extLst>
            </p:cNvPr>
            <p:cNvSpPr txBox="1">
              <a:spLocks/>
            </p:cNvSpPr>
            <p:nvPr/>
          </p:nvSpPr>
          <p:spPr>
            <a:xfrm>
              <a:off x="3746500" y="4302471"/>
              <a:ext cx="6387064" cy="83797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Data</a:t>
              </a:r>
            </a:p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Defect libraries improve with every wafer inspected</a:t>
              </a:r>
            </a:p>
          </p:txBody>
        </p:sp>
        <p:sp>
          <p:nvSpPr>
            <p:cNvPr id="21" name="Subtitle 2">
              <a:extLst>
                <a:ext uri="{FF2B5EF4-FFF2-40B4-BE49-F238E27FC236}">
                  <a16:creationId xmlns:a16="http://schemas.microsoft.com/office/drawing/2014/main" id="{916FED0A-DDD9-3259-3957-52D729DE1247}"/>
                </a:ext>
              </a:extLst>
            </p:cNvPr>
            <p:cNvSpPr txBox="1">
              <a:spLocks/>
            </p:cNvSpPr>
            <p:nvPr/>
          </p:nvSpPr>
          <p:spPr>
            <a:xfrm>
              <a:off x="3746500" y="5219632"/>
              <a:ext cx="6387064" cy="83797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R&amp;D scale</a:t>
              </a:r>
            </a:p>
            <a:p>
              <a:pPr marL="0" marR="0" lvl="0" indent="0" algn="l" defTabSz="10876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>
                  <a:latin typeface="Helvetica"/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/>
                  <a:ea typeface="Open Sans Light" panose="020B0306030504020204" pitchFamily="34" charset="0"/>
                  <a:cs typeface="Open Sans Light" panose="020B0306030504020204" pitchFamily="34" charset="0"/>
                </a:rPr>
                <a:t>$1.5bn a year, more than the next three peers combined</a:t>
              </a:r>
            </a:p>
          </p:txBody>
        </p:sp>
        <p:pic>
          <p:nvPicPr>
            <p:cNvPr id="22" name="Grafik 50">
              <a:extLst>
                <a:ext uri="{FF2B5EF4-FFF2-40B4-BE49-F238E27FC236}">
                  <a16:creationId xmlns:a16="http://schemas.microsoft.com/office/drawing/2014/main" id="{BA6A3F98-0802-AAF7-8204-DED9247973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11013" y="5289419"/>
              <a:ext cx="698400" cy="698400"/>
            </a:xfrm>
            <a:prstGeom prst="rect">
              <a:avLst/>
            </a:prstGeom>
          </p:spPr>
        </p:pic>
        <p:pic>
          <p:nvPicPr>
            <p:cNvPr id="23" name="Grafik 52">
              <a:extLst>
                <a:ext uri="{FF2B5EF4-FFF2-40B4-BE49-F238E27FC236}">
                  <a16:creationId xmlns:a16="http://schemas.microsoft.com/office/drawing/2014/main" id="{B0805A0F-242C-846D-DB7B-98CA32DC9D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1013" y="4373847"/>
              <a:ext cx="698400" cy="698400"/>
            </a:xfrm>
            <a:prstGeom prst="rect">
              <a:avLst/>
            </a:prstGeom>
          </p:spPr>
        </p:pic>
        <p:pic>
          <p:nvPicPr>
            <p:cNvPr id="24" name="Grafik 54">
              <a:extLst>
                <a:ext uri="{FF2B5EF4-FFF2-40B4-BE49-F238E27FC236}">
                  <a16:creationId xmlns:a16="http://schemas.microsoft.com/office/drawing/2014/main" id="{A26951B5-670D-1AF1-32B3-C25A6D3152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1013" y="3458273"/>
              <a:ext cx="698400" cy="698400"/>
            </a:xfrm>
            <a:prstGeom prst="rect">
              <a:avLst/>
            </a:prstGeom>
          </p:spPr>
        </p:pic>
        <p:pic>
          <p:nvPicPr>
            <p:cNvPr id="25" name="Grafik 56">
              <a:extLst>
                <a:ext uri="{FF2B5EF4-FFF2-40B4-BE49-F238E27FC236}">
                  <a16:creationId xmlns:a16="http://schemas.microsoft.com/office/drawing/2014/main" id="{FF45EE80-6469-BDAE-8E80-52FA56504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11013" y="2542699"/>
              <a:ext cx="698400" cy="698400"/>
            </a:xfrm>
            <a:prstGeom prst="rect">
              <a:avLst/>
            </a:prstGeom>
          </p:spPr>
        </p:pic>
        <p:pic>
          <p:nvPicPr>
            <p:cNvPr id="26" name="Grafik 58">
              <a:extLst>
                <a:ext uri="{FF2B5EF4-FFF2-40B4-BE49-F238E27FC236}">
                  <a16:creationId xmlns:a16="http://schemas.microsoft.com/office/drawing/2014/main" id="{4939394B-7E99-F3F0-B7B6-F591B87E93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11013" y="1627125"/>
              <a:ext cx="698400" cy="698400"/>
            </a:xfrm>
            <a:prstGeom prst="rect">
              <a:avLst/>
            </a:prstGeom>
          </p:spPr>
        </p:pic>
        <p:sp>
          <p:nvSpPr>
            <p:cNvPr id="27" name="Subtitle 2">
              <a:extLst>
                <a:ext uri="{FF2B5EF4-FFF2-40B4-BE49-F238E27FC236}">
                  <a16:creationId xmlns:a16="http://schemas.microsoft.com/office/drawing/2014/main" id="{D377B035-A7CC-EEAD-C6E5-68D37669BE75}"/>
                </a:ext>
              </a:extLst>
            </p:cNvPr>
            <p:cNvSpPr txBox="1">
              <a:spLocks/>
            </p:cNvSpPr>
            <p:nvPr/>
          </p:nvSpPr>
          <p:spPr>
            <a:xfrm>
              <a:off x="3168337" y="2109330"/>
              <a:ext cx="419555" cy="24622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>
                  <a:solidFill>
                    <a:srgbClr val="FFFFFF"/>
                  </a:solidFill>
                  <a:latin typeface="Helvetica"/>
                  <a:cs typeface="+mn-cs"/>
                  <a:sym typeface="Futura"/>
                </a:rPr>
                <a:t>01.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+mn-cs"/>
              </a:endParaRPr>
            </a:p>
          </p:txBody>
        </p:sp>
        <p:sp>
          <p:nvSpPr>
            <p:cNvPr id="28" name="Subtitle 2">
              <a:extLst>
                <a:ext uri="{FF2B5EF4-FFF2-40B4-BE49-F238E27FC236}">
                  <a16:creationId xmlns:a16="http://schemas.microsoft.com/office/drawing/2014/main" id="{AAA2080F-A0FC-EC6F-5BE4-FF8E8FB0DAED}"/>
                </a:ext>
              </a:extLst>
            </p:cNvPr>
            <p:cNvSpPr txBox="1">
              <a:spLocks/>
            </p:cNvSpPr>
            <p:nvPr/>
          </p:nvSpPr>
          <p:spPr>
            <a:xfrm>
              <a:off x="3168337" y="5764054"/>
              <a:ext cx="419555" cy="24622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05.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+mn-cs"/>
              </a:endParaRPr>
            </a:p>
          </p:txBody>
        </p:sp>
        <p:sp>
          <p:nvSpPr>
            <p:cNvPr id="29" name="Subtitle 2">
              <a:extLst>
                <a:ext uri="{FF2B5EF4-FFF2-40B4-BE49-F238E27FC236}">
                  <a16:creationId xmlns:a16="http://schemas.microsoft.com/office/drawing/2014/main" id="{623594CF-4B7C-FF39-12C8-40357BCD17E8}"/>
                </a:ext>
              </a:extLst>
            </p:cNvPr>
            <p:cNvSpPr txBox="1">
              <a:spLocks/>
            </p:cNvSpPr>
            <p:nvPr/>
          </p:nvSpPr>
          <p:spPr>
            <a:xfrm>
              <a:off x="3168337" y="4850373"/>
              <a:ext cx="419555" cy="24622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>
                  <a:solidFill>
                    <a:srgbClr val="000000"/>
                  </a:solidFill>
                  <a:latin typeface="Helvetica"/>
                  <a:cs typeface="+mn-cs"/>
                  <a:sym typeface="Futura"/>
                </a:rPr>
                <a:t>04.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+mn-cs"/>
              </a:endParaRPr>
            </a:p>
          </p:txBody>
        </p:sp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1F771606-FFE5-54A7-D6D0-180CDA87275F}"/>
                </a:ext>
              </a:extLst>
            </p:cNvPr>
            <p:cNvSpPr txBox="1">
              <a:spLocks/>
            </p:cNvSpPr>
            <p:nvPr/>
          </p:nvSpPr>
          <p:spPr>
            <a:xfrm>
              <a:off x="3168337" y="3936692"/>
              <a:ext cx="419555" cy="24622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 dirty="0">
                  <a:solidFill>
                    <a:srgbClr val="FFFFFF"/>
                  </a:solidFill>
                  <a:latin typeface="Helvetica"/>
                  <a:cs typeface="+mn-cs"/>
                  <a:sym typeface="Futura"/>
                </a:rPr>
                <a:t>03.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+mn-cs"/>
              </a:endParaRPr>
            </a:p>
          </p:txBody>
        </p:sp>
        <p:sp>
          <p:nvSpPr>
            <p:cNvPr id="31" name="Subtitle 2">
              <a:extLst>
                <a:ext uri="{FF2B5EF4-FFF2-40B4-BE49-F238E27FC236}">
                  <a16:creationId xmlns:a16="http://schemas.microsoft.com/office/drawing/2014/main" id="{C1CD7CD5-B1A9-7B96-9716-C8BE2C7EE79C}"/>
                </a:ext>
              </a:extLst>
            </p:cNvPr>
            <p:cNvSpPr txBox="1">
              <a:spLocks/>
            </p:cNvSpPr>
            <p:nvPr/>
          </p:nvSpPr>
          <p:spPr>
            <a:xfrm>
              <a:off x="3168337" y="3023011"/>
              <a:ext cx="419555" cy="24622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4E161E"/>
                  </a:solidFill>
                  <a:latin typeface="Helvetica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rgbClr val="000000">
                      <a:tint val="75000"/>
                    </a:srgbClr>
                  </a:solidFill>
                  <a:latin typeface="Helvetica"/>
                  <a:ea typeface="+mn-ea"/>
                  <a:cs typeface="+mn-cs"/>
                </a:defRPr>
              </a:lvl9pPr>
            </a:lstStyle>
            <a:p>
              <a:pPr marR="0" lvl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tabLst/>
                <a:defRPr>
                  <a:latin typeface="Helvetica"/>
                </a:defRPr>
              </a:pPr>
              <a:r>
                <a:rPr lang="en-US" sz="1600" b="1">
                  <a:solidFill>
                    <a:srgbClr val="FFFFFF"/>
                  </a:solidFill>
                  <a:latin typeface="Helvetica"/>
                  <a:cs typeface="+mn-cs"/>
                  <a:sym typeface="Futura"/>
                </a:rPr>
                <a:t>02.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ea typeface="Open Sans Light" panose="020B0306030504020204" pitchFamily="34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00973790000000018807E+00&quot;&gt;&lt;m_msothmcolidx val=&quot;0&quot;/&gt;&lt;m_rgb r=&quot;86&quot; g=&quot;26&quot; b=&quot;33&quot;/&gt;&lt;/elem&gt;&lt;elem m_fUsage=&quot;1.38509999999999999787E+00&quot;&gt;&lt;m_msothmcolidx val=&quot;0&quot;/&gt;&lt;m_rgb r=&quot;FE&quot; g=&quot;F3&quot; b=&quot;DA&quot;/&gt;&lt;/elem&gt;&lt;elem m_fUsage=&quot;9.00000000000000022204E-01&quot;&gt;&lt;m_msothmcolidx val=&quot;0&quot;/&gt;&lt;m_rgb r=&quot;00&quot; g=&quot;16&quot; b=&quot;89&quot;/&gt;&lt;/elem&gt;&lt;elem m_fUsage=&quot;8.10000000000000053291E-01&quot;&gt;&lt;m_msothmcolidx val=&quot;0&quot;/&gt;&lt;m_rgb r=&quot;E4&quot; g=&quot;3A&quot; b=&quot;31&quot;/&gt;&lt;/elem&gt;&lt;elem m_fUsage=&quot;5.90490000000000181402E-01&quot;&gt;&lt;m_msothmcolidx val=&quot;0&quot;/&gt;&lt;m_rgb r=&quot;B9&quot; g=&quot;6A&quot; b=&quot;73&quot;/&gt;&lt;/elem&gt;&lt;elem m_fUsage=&quot;4.30467210000000155556E-01&quot;&gt;&lt;m_msothmcolidx val=&quot;0&quot;/&gt;&lt;m_rgb r=&quot;FF&quot; g=&quot;40&quot; b=&quot;40&quot;/&gt;&lt;/elem&gt;&lt;elem m_fUsage=&quot;3.87420489000000034530E-01&quot;&gt;&lt;m_msothmcolidx val=&quot;0&quot;/&gt;&lt;m_rgb r=&quot;FB&quot; g=&quot;A2&quot; b=&quot;76&quot;/&gt;&lt;/elem&gt;&lt;elem m_fUsage=&quot;3.48678440100000042179E-01&quot;&gt;&lt;m_msothmcolidx val=&quot;0&quot;/&gt;&lt;m_rgb r=&quot;FF&quot; g=&quot;EB&quot; b=&quot;84&quot;/&gt;&lt;/elem&gt;&lt;elem m_fUsage=&quot;3.13810596090000060165E-01&quot;&gt;&lt;m_msothmcolidx val=&quot;0&quot;/&gt;&lt;m_rgb r=&quot;BC&quot; g=&quot;D8&quot; b=&quot;81&quot;/&gt;&lt;/elem&gt;&lt;elem m_fUsage=&quot;2.82429536481000109660E-01&quot;&gt;&lt;m_msothmcolidx val=&quot;0&quot;/&gt;&lt;m_rgb r=&quot;63&quot; g=&quot;BE&quot; b=&quot;7B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4BAE05-752E-4994-AD37-707B5EEF5E3E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2736255F8947488A9FD7649BF53D97" ma:contentTypeVersion="15" ma:contentTypeDescription="Create a new document." ma:contentTypeScope="" ma:versionID="24d6b2fe36500122d90e091d9d71ce37">
  <xsd:schema xmlns:xsd="http://www.w3.org/2001/XMLSchema" xmlns:xs="http://www.w3.org/2001/XMLSchema" xmlns:p="http://schemas.microsoft.com/office/2006/metadata/properties" xmlns:ns3="8fccf58b-a573-4d2b-996f-1c706d669db6" xmlns:ns4="585ed2ce-6475-4aa4-ae7d-5b0a21b2865e" targetNamespace="http://schemas.microsoft.com/office/2006/metadata/properties" ma:root="true" ma:fieldsID="7f7801a20f627626ad565b8978166bb2" ns3:_="" ns4:_="">
    <xsd:import namespace="8fccf58b-a573-4d2b-996f-1c706d669db6"/>
    <xsd:import namespace="585ed2ce-6475-4aa4-ae7d-5b0a21b286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cf58b-a573-4d2b-996f-1c706d669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ed2ce-6475-4aa4-ae7d-5b0a21b2865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ccf58b-a573-4d2b-996f-1c706d669db6" xsi:nil="true"/>
  </documentManagement>
</p:properties>
</file>

<file path=customXml/itemProps1.xml><?xml version="1.0" encoding="utf-8"?>
<ds:datastoreItem xmlns:ds="http://schemas.openxmlformats.org/officeDocument/2006/customXml" ds:itemID="{F6F55C3C-8C19-4463-8BB8-7025275379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C7FE5A-CEA6-46EE-8542-FEC421B82D12}">
  <ds:schemaRefs>
    <ds:schemaRef ds:uri="585ed2ce-6475-4aa4-ae7d-5b0a21b2865e"/>
    <ds:schemaRef ds:uri="8fccf58b-a573-4d2b-996f-1c706d669d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EAF789-4F04-4D94-88B5-331B6F2EA055}">
  <ds:schemaRefs>
    <ds:schemaRef ds:uri="http://purl.org/dc/dcmitype/"/>
    <ds:schemaRef ds:uri="8fccf58b-a573-4d2b-996f-1c706d669db6"/>
    <ds:schemaRef ds:uri="http://www.w3.org/XML/1998/namespace"/>
    <ds:schemaRef ds:uri="http://purl.org/dc/elements/1.1/"/>
    <ds:schemaRef ds:uri="http://purl.org/dc/terms/"/>
    <ds:schemaRef ds:uri="585ed2ce-6475-4aa4-ae7d-5b0a21b286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5797</Words>
  <Application>Microsoft Office PowerPoint</Application>
  <PresentationFormat>Widescreen</PresentationFormat>
  <Paragraphs>1507</Paragraphs>
  <Slides>34</Slides>
  <Notes>27</Notes>
  <HiddenSlides>5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Aptos Narrow</vt:lpstr>
      <vt:lpstr>Arial</vt:lpstr>
      <vt:lpstr>Calibri</vt:lpstr>
      <vt:lpstr>Cambria</vt:lpstr>
      <vt:lpstr>Courier New</vt:lpstr>
      <vt:lpstr>Helvetica</vt:lpstr>
      <vt:lpstr>Open Sans</vt:lpstr>
      <vt:lpstr>Wingdings</vt:lpstr>
      <vt:lpstr>Office Theme</vt:lpstr>
      <vt:lpstr>think-cell Slide</vt:lpstr>
      <vt:lpstr>PowerPoint Presentation</vt:lpstr>
      <vt:lpstr>PowerPoint Presentation</vt:lpstr>
      <vt:lpstr>Entendiendo FEMSA Forward</vt:lpstr>
      <vt:lpstr>Prioridades de Expansión Geográfica</vt:lpstr>
      <vt:lpstr>Tamaño y Crecimiento Del Sector C-stores EE.UU.</vt:lpstr>
      <vt:lpstr>Análisis de Mercado: C-stores EE.UU.</vt:lpstr>
      <vt:lpstr>Análisis de Mercado</vt:lpstr>
      <vt:lpstr>Pool of Targets</vt:lpstr>
      <vt:lpstr>Propuesta</vt:lpstr>
      <vt:lpstr>ARKO Overview</vt:lpstr>
      <vt:lpstr>ARKO Snapshot Financiero Histórico (2019–2025)</vt:lpstr>
      <vt:lpstr>Comparación de Tiendas</vt:lpstr>
      <vt:lpstr>WACC</vt:lpstr>
      <vt:lpstr>Flujos del DCF - Caso Base</vt:lpstr>
      <vt:lpstr>Flujos del DCF - Caso con Sinergias</vt:lpstr>
      <vt:lpstr>Valuación por DCF</vt:lpstr>
      <vt:lpstr>Análisis de Sensibilidad</vt:lpstr>
      <vt:lpstr>LBO Floor &amp; Strategic IRR</vt:lpstr>
      <vt:lpstr>FEMSA Proforma</vt:lpstr>
      <vt:lpstr>FEMSA Proforma</vt:lpstr>
      <vt:lpstr>FEMSA ex-KOF - Balance Sheet Proforma</vt:lpstr>
      <vt:lpstr>Racional de Arko</vt:lpstr>
      <vt:lpstr>PowerPoint Presentation</vt:lpstr>
      <vt:lpstr>PowerPoint Presentation</vt:lpstr>
      <vt:lpstr>PowerPoint Presentation</vt:lpstr>
      <vt:lpstr>Proceso de transacción &amp; timeline</vt:lpstr>
      <vt:lpstr>Recomendamos comprar a un múltiplo de 8.0x</vt:lpstr>
      <vt:lpstr>PowerPoint Presentation</vt:lpstr>
      <vt:lpstr>Pool of Targets</vt:lpstr>
      <vt:lpstr>Análisis Legal</vt:lpstr>
      <vt:lpstr>Arko Corp – GPM Investments LLC</vt:lpstr>
      <vt:lpstr>Adquisiciones &amp; Desinversiones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César Silva De la Rosa</dc:creator>
  <cp:lastModifiedBy>Julio César Silva de la Rosa</cp:lastModifiedBy>
  <cp:revision>2</cp:revision>
  <dcterms:created xsi:type="dcterms:W3CDTF">2026-03-11T00:29:17Z</dcterms:created>
  <dcterms:modified xsi:type="dcterms:W3CDTF">2026-09-12T04:46:50Z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0x010100F72736255F8947488A9FD7649BF53D97</vt:lpwstr>
  </property>
</Properties>
</file>